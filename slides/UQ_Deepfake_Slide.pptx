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2"/>
  </p:notesMasterIdLst>
  <p:handoutMasterIdLst>
    <p:handoutMasterId r:id="rId73"/>
  </p:handoutMasterIdLst>
  <p:sldIdLst>
    <p:sldId id="457" r:id="rId2"/>
    <p:sldId id="377" r:id="rId3"/>
    <p:sldId id="1414" r:id="rId4"/>
    <p:sldId id="1425" r:id="rId5"/>
    <p:sldId id="1426" r:id="rId6"/>
    <p:sldId id="460" r:id="rId7"/>
    <p:sldId id="461" r:id="rId8"/>
    <p:sldId id="462" r:id="rId9"/>
    <p:sldId id="1415" r:id="rId10"/>
    <p:sldId id="463" r:id="rId11"/>
    <p:sldId id="1427" r:id="rId12"/>
    <p:sldId id="465" r:id="rId13"/>
    <p:sldId id="466" r:id="rId14"/>
    <p:sldId id="467" r:id="rId15"/>
    <p:sldId id="256" r:id="rId16"/>
    <p:sldId id="505" r:id="rId17"/>
    <p:sldId id="468" r:id="rId18"/>
    <p:sldId id="469" r:id="rId19"/>
    <p:sldId id="506" r:id="rId20"/>
    <p:sldId id="1428" r:id="rId21"/>
    <p:sldId id="507" r:id="rId22"/>
    <p:sldId id="1429" r:id="rId23"/>
    <p:sldId id="1418" r:id="rId24"/>
    <p:sldId id="1416" r:id="rId25"/>
    <p:sldId id="1424" r:id="rId26"/>
    <p:sldId id="1430" r:id="rId27"/>
    <p:sldId id="1447" r:id="rId28"/>
    <p:sldId id="1431" r:id="rId29"/>
    <p:sldId id="1450" r:id="rId30"/>
    <p:sldId id="478" r:id="rId31"/>
    <p:sldId id="433" r:id="rId32"/>
    <p:sldId id="480" r:id="rId33"/>
    <p:sldId id="1419" r:id="rId34"/>
    <p:sldId id="481" r:id="rId35"/>
    <p:sldId id="1432" r:id="rId36"/>
    <p:sldId id="1448" r:id="rId37"/>
    <p:sldId id="1433" r:id="rId38"/>
    <p:sldId id="1434" r:id="rId39"/>
    <p:sldId id="1446" r:id="rId40"/>
    <p:sldId id="1436" r:id="rId41"/>
    <p:sldId id="1437" r:id="rId42"/>
    <p:sldId id="1438" r:id="rId43"/>
    <p:sldId id="1439" r:id="rId44"/>
    <p:sldId id="1449" r:id="rId45"/>
    <p:sldId id="490" r:id="rId46"/>
    <p:sldId id="1417" r:id="rId47"/>
    <p:sldId id="491" r:id="rId48"/>
    <p:sldId id="1440" r:id="rId49"/>
    <p:sldId id="495" r:id="rId50"/>
    <p:sldId id="440" r:id="rId51"/>
    <p:sldId id="1453" r:id="rId52"/>
    <p:sldId id="444" r:id="rId53"/>
    <p:sldId id="1452" r:id="rId54"/>
    <p:sldId id="443" r:id="rId55"/>
    <p:sldId id="445" r:id="rId56"/>
    <p:sldId id="450" r:id="rId57"/>
    <p:sldId id="441" r:id="rId58"/>
    <p:sldId id="447" r:id="rId59"/>
    <p:sldId id="442" r:id="rId60"/>
    <p:sldId id="448" r:id="rId61"/>
    <p:sldId id="449" r:id="rId62"/>
    <p:sldId id="1451" r:id="rId63"/>
    <p:sldId id="496" r:id="rId64"/>
    <p:sldId id="497" r:id="rId65"/>
    <p:sldId id="499" r:id="rId66"/>
    <p:sldId id="425" r:id="rId67"/>
    <p:sldId id="502" r:id="rId68"/>
    <p:sldId id="1444" r:id="rId69"/>
    <p:sldId id="1445" r:id="rId70"/>
    <p:sldId id="501" r:id="rId71"/>
  </p:sldIdLst>
  <p:sldSz cx="12192000" cy="6858000"/>
  <p:notesSz cx="6858000" cy="9144000"/>
  <p:custDataLst>
    <p:tags r:id="rId7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C800D76-3C72-4CB3-9FC9-AADDB526D820}">
          <p14:sldIdLst>
            <p14:sldId id="457"/>
            <p14:sldId id="377"/>
            <p14:sldId id="1414"/>
            <p14:sldId id="1425"/>
            <p14:sldId id="1426"/>
            <p14:sldId id="460"/>
            <p14:sldId id="461"/>
            <p14:sldId id="462"/>
            <p14:sldId id="1415"/>
            <p14:sldId id="463"/>
            <p14:sldId id="1427"/>
            <p14:sldId id="465"/>
            <p14:sldId id="466"/>
            <p14:sldId id="467"/>
            <p14:sldId id="256"/>
            <p14:sldId id="505"/>
            <p14:sldId id="468"/>
            <p14:sldId id="469"/>
            <p14:sldId id="506"/>
            <p14:sldId id="1428"/>
            <p14:sldId id="507"/>
            <p14:sldId id="1429"/>
            <p14:sldId id="1418"/>
            <p14:sldId id="1416"/>
            <p14:sldId id="1424"/>
            <p14:sldId id="1430"/>
            <p14:sldId id="1447"/>
            <p14:sldId id="1431"/>
            <p14:sldId id="1450"/>
            <p14:sldId id="478"/>
            <p14:sldId id="433"/>
            <p14:sldId id="480"/>
            <p14:sldId id="1419"/>
            <p14:sldId id="481"/>
            <p14:sldId id="1432"/>
            <p14:sldId id="1448"/>
            <p14:sldId id="1433"/>
            <p14:sldId id="1434"/>
            <p14:sldId id="1446"/>
            <p14:sldId id="1436"/>
            <p14:sldId id="1437"/>
            <p14:sldId id="1438"/>
            <p14:sldId id="1439"/>
            <p14:sldId id="1449"/>
            <p14:sldId id="490"/>
            <p14:sldId id="1417"/>
            <p14:sldId id="491"/>
            <p14:sldId id="1440"/>
            <p14:sldId id="495"/>
            <p14:sldId id="440"/>
            <p14:sldId id="1453"/>
            <p14:sldId id="444"/>
            <p14:sldId id="1452"/>
            <p14:sldId id="443"/>
            <p14:sldId id="445"/>
            <p14:sldId id="450"/>
            <p14:sldId id="441"/>
            <p14:sldId id="447"/>
            <p14:sldId id="442"/>
            <p14:sldId id="448"/>
            <p14:sldId id="449"/>
            <p14:sldId id="1451"/>
            <p14:sldId id="496"/>
            <p14:sldId id="497"/>
            <p14:sldId id="499"/>
            <p14:sldId id="425"/>
            <p14:sldId id="502"/>
            <p14:sldId id="1444"/>
            <p14:sldId id="1445"/>
            <p14:sldId id="50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613810-3EEB-6CAB-D32F-F9461FC1FDCE}" name="Ryan Ko" initials="RK" userId="S::uqrko@uq.edu.au::9ac87de0-6342-45ff-89f2-ae7210480927" providerId="AD"/>
  <p188:author id="{4E18D64A-7A88-254C-4572-A4C83601755D}" name="Hetong Jiang" initials="" userId="S::uqhjian3@uq.edu.au::ec55e077-f91c-4c1f-a475-4ddae44076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DC9EF"/>
    <a:srgbClr val="32EF20"/>
    <a:srgbClr val="EB602B"/>
    <a:srgbClr val="38D040"/>
    <a:srgbClr val="2EA836"/>
    <a:srgbClr val="00A2C7"/>
    <a:srgbClr val="FFFFFF"/>
    <a:srgbClr val="D9E7F4"/>
    <a:srgbClr val="DBFFD5"/>
    <a:srgbClr val="77EF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2C86CE-9511-254E-87F4-757F7D0A4485}" v="19" dt="2026-10-19T23:42:44.9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81"/>
    <p:restoredTop sz="84412"/>
  </p:normalViewPr>
  <p:slideViewPr>
    <p:cSldViewPr snapToGrid="0">
      <p:cViewPr varScale="1">
        <p:scale>
          <a:sx n="176" d="100"/>
          <a:sy n="176" d="100"/>
        </p:scale>
        <p:origin x="3248" y="184"/>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tags" Target="tags/tag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tong Jiang" userId="ec55e077-f91c-4c1f-a475-4ddae44076a0" providerId="ADAL" clId="{C955C419-DC78-5E70-8198-53B51179A910}"/>
    <pc:docChg chg="undo redo custSel addSld delSld modSld sldOrd modSection">
      <pc:chgData name="Hetong Jiang" userId="ec55e077-f91c-4c1f-a475-4ddae44076a0" providerId="ADAL" clId="{C955C419-DC78-5E70-8198-53B51179A910}" dt="2026-10-20T00:38:30.326" v="38300" actId="20577"/>
      <pc:docMkLst>
        <pc:docMk/>
      </pc:docMkLst>
      <pc:sldChg chg="addSp delSp modSp add mod delAnim modAnim modNotesTx">
        <pc:chgData name="Hetong Jiang" userId="ec55e077-f91c-4c1f-a475-4ddae44076a0" providerId="ADAL" clId="{C955C419-DC78-5E70-8198-53B51179A910}" dt="2026-10-19T23:18:00.755" v="38200" actId="20577"/>
        <pc:sldMkLst>
          <pc:docMk/>
          <pc:sldMk cId="904114261" sldId="256"/>
        </pc:sldMkLst>
        <pc:spChg chg="mod">
          <ac:chgData name="Hetong Jiang" userId="ec55e077-f91c-4c1f-a475-4ddae44076a0" providerId="ADAL" clId="{C955C419-DC78-5E70-8198-53B51179A910}" dt="2026-10-06T03:15:25.046" v="32583" actId="122"/>
          <ac:spMkLst>
            <pc:docMk/>
            <pc:sldMk cId="904114261" sldId="256"/>
            <ac:spMk id="2" creationId="{A939DF32-A7CE-C719-9179-5F847FE9F60E}"/>
          </ac:spMkLst>
        </pc:spChg>
        <pc:spChg chg="mod">
          <ac:chgData name="Hetong Jiang" userId="ec55e077-f91c-4c1f-a475-4ddae44076a0" providerId="ADAL" clId="{C955C419-DC78-5E70-8198-53B51179A910}" dt="2026-10-06T02:13:46.974" v="32085"/>
          <ac:spMkLst>
            <pc:docMk/>
            <pc:sldMk cId="904114261" sldId="256"/>
            <ac:spMk id="3" creationId="{5284BE62-D723-880C-4A84-2003B83679A4}"/>
          </ac:spMkLst>
        </pc:spChg>
        <pc:spChg chg="mod">
          <ac:chgData name="Hetong Jiang" userId="ec55e077-f91c-4c1f-a475-4ddae44076a0" providerId="ADAL" clId="{C955C419-DC78-5E70-8198-53B51179A910}" dt="2026-10-03T03:39:45.202" v="25473" actId="27636"/>
          <ac:spMkLst>
            <pc:docMk/>
            <pc:sldMk cId="904114261" sldId="256"/>
            <ac:spMk id="8" creationId="{83ECF8D5-EC67-8E8A-67A9-59671BF10181}"/>
          </ac:spMkLst>
        </pc:spChg>
        <pc:spChg chg="add mod">
          <ac:chgData name="Hetong Jiang" userId="ec55e077-f91c-4c1f-a475-4ddae44076a0" providerId="ADAL" clId="{C955C419-DC78-5E70-8198-53B51179A910}" dt="2026-10-06T02:11:40.993" v="32060" actId="20577"/>
          <ac:spMkLst>
            <pc:docMk/>
            <pc:sldMk cId="904114261" sldId="256"/>
            <ac:spMk id="11" creationId="{88EECB3C-6A17-2FEC-44D7-2C6F5E875C25}"/>
          </ac:spMkLst>
        </pc:spChg>
        <pc:spChg chg="add mod">
          <ac:chgData name="Hetong Jiang" userId="ec55e077-f91c-4c1f-a475-4ddae44076a0" providerId="ADAL" clId="{C955C419-DC78-5E70-8198-53B51179A910}" dt="2026-10-06T02:11:51.194" v="32065" actId="1076"/>
          <ac:spMkLst>
            <pc:docMk/>
            <pc:sldMk cId="904114261" sldId="256"/>
            <ac:spMk id="12" creationId="{CED87AB9-38BA-E60A-E6D8-16FD2F623A62}"/>
          </ac:spMkLst>
        </pc:spChg>
        <pc:spChg chg="add mod">
          <ac:chgData name="Hetong Jiang" userId="ec55e077-f91c-4c1f-a475-4ddae44076a0" providerId="ADAL" clId="{C955C419-DC78-5E70-8198-53B51179A910}" dt="2026-10-06T02:12:40.513" v="32081" actId="1076"/>
          <ac:spMkLst>
            <pc:docMk/>
            <pc:sldMk cId="904114261" sldId="256"/>
            <ac:spMk id="14" creationId="{EAE243DE-F420-461D-2794-AAFA3D2C859D}"/>
          </ac:spMkLst>
        </pc:spChg>
        <pc:spChg chg="add mod">
          <ac:chgData name="Hetong Jiang" userId="ec55e077-f91c-4c1f-a475-4ddae44076a0" providerId="ADAL" clId="{C955C419-DC78-5E70-8198-53B51179A910}" dt="2026-10-06T02:12:11.179" v="32077" actId="1076"/>
          <ac:spMkLst>
            <pc:docMk/>
            <pc:sldMk cId="904114261" sldId="256"/>
            <ac:spMk id="17" creationId="{4A9BD348-7829-CBE7-9843-22C59065BD3D}"/>
          </ac:spMkLst>
        </pc:spChg>
      </pc:sldChg>
      <pc:sldChg chg="delSp add mod">
        <pc:chgData name="Hetong Jiang" userId="ec55e077-f91c-4c1f-a475-4ddae44076a0" providerId="ADAL" clId="{C955C419-DC78-5E70-8198-53B51179A910}" dt="2026-10-03T06:12:08.089" v="25715" actId="478"/>
        <pc:sldMkLst>
          <pc:docMk/>
          <pc:sldMk cId="1563013411" sldId="377"/>
        </pc:sldMkLst>
      </pc:sldChg>
      <pc:sldChg chg="addSp delSp modSp add mod modAnim">
        <pc:chgData name="Hetong Jiang" userId="ec55e077-f91c-4c1f-a475-4ddae44076a0" providerId="ADAL" clId="{C955C419-DC78-5E70-8198-53B51179A910}" dt="2026-10-03T09:24:58.007" v="27977" actId="1076"/>
        <pc:sldMkLst>
          <pc:docMk/>
          <pc:sldMk cId="517184560" sldId="425"/>
        </pc:sldMkLst>
        <pc:spChg chg="add mod">
          <ac:chgData name="Hetong Jiang" userId="ec55e077-f91c-4c1f-a475-4ddae44076a0" providerId="ADAL" clId="{C955C419-DC78-5E70-8198-53B51179A910}" dt="2026-10-03T09:24:44.258" v="27976" actId="948"/>
          <ac:spMkLst>
            <pc:docMk/>
            <pc:sldMk cId="517184560" sldId="425"/>
            <ac:spMk id="3" creationId="{2AD72A0B-9E9F-ED90-D705-0F7FFDBCB3F0}"/>
          </ac:spMkLst>
        </pc:spChg>
        <pc:spChg chg="add mod">
          <ac:chgData name="Hetong Jiang" userId="ec55e077-f91c-4c1f-a475-4ddae44076a0" providerId="ADAL" clId="{C955C419-DC78-5E70-8198-53B51179A910}" dt="2026-10-03T09:24:58.007" v="27977" actId="1076"/>
          <ac:spMkLst>
            <pc:docMk/>
            <pc:sldMk cId="517184560" sldId="425"/>
            <ac:spMk id="4" creationId="{96937F7C-BD2A-B38D-0F6E-18B021F59959}"/>
          </ac:spMkLst>
        </pc:spChg>
        <pc:spChg chg="add mod">
          <ac:chgData name="Hetong Jiang" userId="ec55e077-f91c-4c1f-a475-4ddae44076a0" providerId="ADAL" clId="{C955C419-DC78-5E70-8198-53B51179A910}" dt="2026-10-03T09:24:26.013" v="27974" actId="948"/>
          <ac:spMkLst>
            <pc:docMk/>
            <pc:sldMk cId="517184560" sldId="425"/>
            <ac:spMk id="5" creationId="{45B8FF7E-E791-8B45-B4EE-BDE9985F1427}"/>
          </ac:spMkLst>
        </pc:spChg>
      </pc:sldChg>
      <pc:sldChg chg="addSp delSp modSp add mod ord delAnim modAnim">
        <pc:chgData name="Hetong Jiang" userId="ec55e077-f91c-4c1f-a475-4ddae44076a0" providerId="ADAL" clId="{C955C419-DC78-5E70-8198-53B51179A910}" dt="2026-10-12T10:56:32.292" v="37322" actId="20577"/>
        <pc:sldMkLst>
          <pc:docMk/>
          <pc:sldMk cId="2507020688" sldId="433"/>
        </pc:sldMkLst>
        <pc:spChg chg="add mod">
          <ac:chgData name="Hetong Jiang" userId="ec55e077-f91c-4c1f-a475-4ddae44076a0" providerId="ADAL" clId="{C955C419-DC78-5E70-8198-53B51179A910}" dt="2026-10-06T02:57:08.789" v="32329" actId="255"/>
          <ac:spMkLst>
            <pc:docMk/>
            <pc:sldMk cId="2507020688" sldId="433"/>
            <ac:spMk id="2" creationId="{BE0AD78E-86B6-1F84-7293-0D31EC57DED0}"/>
          </ac:spMkLst>
        </pc:spChg>
        <pc:spChg chg="add mod">
          <ac:chgData name="Hetong Jiang" userId="ec55e077-f91c-4c1f-a475-4ddae44076a0" providerId="ADAL" clId="{C955C419-DC78-5E70-8198-53B51179A910}" dt="2026-10-03T08:29:00.121" v="26857" actId="1076"/>
          <ac:spMkLst>
            <pc:docMk/>
            <pc:sldMk cId="2507020688" sldId="433"/>
            <ac:spMk id="4" creationId="{FD698351-16DD-07C8-358F-7A8D95CB0022}"/>
          </ac:spMkLst>
        </pc:spChg>
        <pc:spChg chg="add mod">
          <ac:chgData name="Hetong Jiang" userId="ec55e077-f91c-4c1f-a475-4ddae44076a0" providerId="ADAL" clId="{C955C419-DC78-5E70-8198-53B51179A910}" dt="2026-10-10T08:37:24.850" v="35523" actId="14100"/>
          <ac:spMkLst>
            <pc:docMk/>
            <pc:sldMk cId="2507020688" sldId="433"/>
            <ac:spMk id="5" creationId="{4F63C793-7F6D-9767-19C9-E322A1C70C8D}"/>
          </ac:spMkLst>
        </pc:spChg>
        <pc:spChg chg="mod">
          <ac:chgData name="Hetong Jiang" userId="ec55e077-f91c-4c1f-a475-4ddae44076a0" providerId="ADAL" clId="{C955C419-DC78-5E70-8198-53B51179A910}" dt="2026-10-12T10:56:32.292" v="37322" actId="20577"/>
          <ac:spMkLst>
            <pc:docMk/>
            <pc:sldMk cId="2507020688" sldId="433"/>
            <ac:spMk id="8" creationId="{A593A3BB-93D8-521E-10AB-8F875C8683B7}"/>
          </ac:spMkLst>
        </pc:spChg>
        <pc:spChg chg="add mod">
          <ac:chgData name="Hetong Jiang" userId="ec55e077-f91c-4c1f-a475-4ddae44076a0" providerId="ADAL" clId="{C955C419-DC78-5E70-8198-53B51179A910}" dt="2026-10-03T09:01:34.687" v="27556" actId="1076"/>
          <ac:spMkLst>
            <pc:docMk/>
            <pc:sldMk cId="2507020688" sldId="433"/>
            <ac:spMk id="11" creationId="{E68279E1-AE22-4F0F-861E-7D639DD20005}"/>
          </ac:spMkLst>
        </pc:spChg>
        <pc:spChg chg="add mod">
          <ac:chgData name="Hetong Jiang" userId="ec55e077-f91c-4c1f-a475-4ddae44076a0" providerId="ADAL" clId="{C955C419-DC78-5E70-8198-53B51179A910}" dt="2026-10-10T09:30:44.675" v="35578" actId="1076"/>
          <ac:spMkLst>
            <pc:docMk/>
            <pc:sldMk cId="2507020688" sldId="433"/>
            <ac:spMk id="14" creationId="{22BB1EDB-7E2F-E8E1-88ED-1FF8F7A0D7B1}"/>
          </ac:spMkLst>
        </pc:spChg>
        <pc:spChg chg="add mod">
          <ac:chgData name="Hetong Jiang" userId="ec55e077-f91c-4c1f-a475-4ddae44076a0" providerId="ADAL" clId="{C955C419-DC78-5E70-8198-53B51179A910}" dt="2026-10-03T09:01:46.229" v="27557" actId="207"/>
          <ac:spMkLst>
            <pc:docMk/>
            <pc:sldMk cId="2507020688" sldId="433"/>
            <ac:spMk id="15" creationId="{B888AFD1-E261-421E-9704-224427478557}"/>
          </ac:spMkLst>
        </pc:spChg>
        <pc:spChg chg="add mod">
          <ac:chgData name="Hetong Jiang" userId="ec55e077-f91c-4c1f-a475-4ddae44076a0" providerId="ADAL" clId="{C955C419-DC78-5E70-8198-53B51179A910}" dt="2026-10-03T09:01:46.229" v="27557" actId="207"/>
          <ac:spMkLst>
            <pc:docMk/>
            <pc:sldMk cId="2507020688" sldId="433"/>
            <ac:spMk id="17" creationId="{E93D56B1-183C-167C-F7E3-9AEC5FD9E2E8}"/>
          </ac:spMkLst>
        </pc:spChg>
        <pc:spChg chg="add mod">
          <ac:chgData name="Hetong Jiang" userId="ec55e077-f91c-4c1f-a475-4ddae44076a0" providerId="ADAL" clId="{C955C419-DC78-5E70-8198-53B51179A910}" dt="2026-10-06T02:56:52.768" v="32325" actId="20577"/>
          <ac:spMkLst>
            <pc:docMk/>
            <pc:sldMk cId="2507020688" sldId="433"/>
            <ac:spMk id="24" creationId="{DCA65FD4-19BB-ABC4-92FF-8A1F30A8B96B}"/>
          </ac:spMkLst>
        </pc:spChg>
        <pc:grpChg chg="add">
          <ac:chgData name="Hetong Jiang" userId="ec55e077-f91c-4c1f-a475-4ddae44076a0" providerId="ADAL" clId="{C955C419-DC78-5E70-8198-53B51179A910}" dt="2026-10-10T09:30:39.798" v="35576" actId="164"/>
          <ac:grpSpMkLst>
            <pc:docMk/>
            <pc:sldMk cId="2507020688" sldId="433"/>
            <ac:grpSpMk id="3" creationId="{0B129A51-8253-2E6A-0D93-EF1AAF583FA1}"/>
          </ac:grpSpMkLst>
        </pc:grpChg>
        <pc:picChg chg="add mod">
          <ac:chgData name="Hetong Jiang" userId="ec55e077-f91c-4c1f-a475-4ddae44076a0" providerId="ADAL" clId="{C955C419-DC78-5E70-8198-53B51179A910}" dt="2026-10-03T09:01:55.758" v="27559" actId="207"/>
          <ac:picMkLst>
            <pc:docMk/>
            <pc:sldMk cId="2507020688" sldId="433"/>
            <ac:picMk id="10" creationId="{BA964F22-C939-E5F0-05A2-0CE35E0B0014}"/>
          </ac:picMkLst>
        </pc:picChg>
      </pc:sldChg>
      <pc:sldChg chg="addSp modSp add mod">
        <pc:chgData name="Hetong Jiang" userId="ec55e077-f91c-4c1f-a475-4ddae44076a0" providerId="ADAL" clId="{C955C419-DC78-5E70-8198-53B51179A910}" dt="2026-10-12T11:10:51.161" v="37397" actId="20577"/>
        <pc:sldMkLst>
          <pc:docMk/>
          <pc:sldMk cId="2181765691" sldId="440"/>
        </pc:sldMkLst>
        <pc:spChg chg="add mod">
          <ac:chgData name="Hetong Jiang" userId="ec55e077-f91c-4c1f-a475-4ddae44076a0" providerId="ADAL" clId="{C955C419-DC78-5E70-8198-53B51179A910}" dt="2026-10-12T11:10:51.161" v="37397" actId="20577"/>
          <ac:spMkLst>
            <pc:docMk/>
            <pc:sldMk cId="2181765691" sldId="440"/>
            <ac:spMk id="5" creationId="{9D795E5C-0805-D37A-13CE-04DB7192D7BA}"/>
          </ac:spMkLst>
        </pc:spChg>
      </pc:sldChg>
      <pc:sldChg chg="add">
        <pc:chgData name="Hetong Jiang" userId="ec55e077-f91c-4c1f-a475-4ddae44076a0" providerId="ADAL" clId="{C955C419-DC78-5E70-8198-53B51179A910}" dt="2026-10-12T11:10:39.158" v="37384"/>
        <pc:sldMkLst>
          <pc:docMk/>
          <pc:sldMk cId="3048378655" sldId="441"/>
        </pc:sldMkLst>
      </pc:sldChg>
      <pc:sldChg chg="add">
        <pc:chgData name="Hetong Jiang" userId="ec55e077-f91c-4c1f-a475-4ddae44076a0" providerId="ADAL" clId="{C955C419-DC78-5E70-8198-53B51179A910}" dt="2026-10-12T11:10:39.158" v="37384"/>
        <pc:sldMkLst>
          <pc:docMk/>
          <pc:sldMk cId="332914103" sldId="442"/>
        </pc:sldMkLst>
      </pc:sldChg>
      <pc:sldChg chg="modSp add mod">
        <pc:chgData name="Hetong Jiang" userId="ec55e077-f91c-4c1f-a475-4ddae44076a0" providerId="ADAL" clId="{C955C419-DC78-5E70-8198-53B51179A910}" dt="2026-10-12T12:46:56.386" v="37745" actId="20577"/>
        <pc:sldMkLst>
          <pc:docMk/>
          <pc:sldMk cId="1735374723" sldId="443"/>
        </pc:sldMkLst>
        <pc:spChg chg="mod">
          <ac:chgData name="Hetong Jiang" userId="ec55e077-f91c-4c1f-a475-4ddae44076a0" providerId="ADAL" clId="{C955C419-DC78-5E70-8198-53B51179A910}" dt="2026-10-12T12:46:56.386" v="37745" actId="20577"/>
          <ac:spMkLst>
            <pc:docMk/>
            <pc:sldMk cId="1735374723" sldId="443"/>
            <ac:spMk id="4" creationId="{F4BF26AA-6423-51E9-4DC4-6680AA1BDD88}"/>
          </ac:spMkLst>
        </pc:spChg>
        <pc:spChg chg="mod">
          <ac:chgData name="Hetong Jiang" userId="ec55e077-f91c-4c1f-a475-4ddae44076a0" providerId="ADAL" clId="{C955C419-DC78-5E70-8198-53B51179A910}" dt="2026-10-12T12:45:55.728" v="37721" actId="1076"/>
          <ac:spMkLst>
            <pc:docMk/>
            <pc:sldMk cId="1735374723" sldId="443"/>
            <ac:spMk id="44" creationId="{7D308676-407D-515E-B704-EA16AA2C4221}"/>
          </ac:spMkLst>
        </pc:spChg>
        <pc:spChg chg="mod">
          <ac:chgData name="Hetong Jiang" userId="ec55e077-f91c-4c1f-a475-4ddae44076a0" providerId="ADAL" clId="{C955C419-DC78-5E70-8198-53B51179A910}" dt="2026-10-12T12:46:47.986" v="37742" actId="20577"/>
          <ac:spMkLst>
            <pc:docMk/>
            <pc:sldMk cId="1735374723" sldId="443"/>
            <ac:spMk id="59" creationId="{F6750FE3-2AC9-23AB-EBD1-5C9EA0524529}"/>
          </ac:spMkLst>
        </pc:spChg>
        <pc:spChg chg="mod">
          <ac:chgData name="Hetong Jiang" userId="ec55e077-f91c-4c1f-a475-4ddae44076a0" providerId="ADAL" clId="{C955C419-DC78-5E70-8198-53B51179A910}" dt="2026-10-12T12:46:23.319" v="37728" actId="14100"/>
          <ac:spMkLst>
            <pc:docMk/>
            <pc:sldMk cId="1735374723" sldId="443"/>
            <ac:spMk id="65" creationId="{648EADC0-B2D0-1D7D-C8FA-59F832D568B9}"/>
          </ac:spMkLst>
        </pc:spChg>
        <pc:spChg chg="mod">
          <ac:chgData name="Hetong Jiang" userId="ec55e077-f91c-4c1f-a475-4ddae44076a0" providerId="ADAL" clId="{C955C419-DC78-5E70-8198-53B51179A910}" dt="2026-10-12T12:45:32.298" v="37708" actId="1076"/>
          <ac:spMkLst>
            <pc:docMk/>
            <pc:sldMk cId="1735374723" sldId="443"/>
            <ac:spMk id="67" creationId="{0448D696-79D2-B337-606E-F731E9E6AD50}"/>
          </ac:spMkLst>
        </pc:spChg>
        <pc:grpChg chg="mod">
          <ac:chgData name="Hetong Jiang" userId="ec55e077-f91c-4c1f-a475-4ddae44076a0" providerId="ADAL" clId="{C955C419-DC78-5E70-8198-53B51179A910}" dt="2026-10-12T12:46:04.137" v="37723" actId="1076"/>
          <ac:grpSpMkLst>
            <pc:docMk/>
            <pc:sldMk cId="1735374723" sldId="443"/>
            <ac:grpSpMk id="14" creationId="{A5053DA6-5EDF-10C9-6F9C-BF07E5F46590}"/>
          </ac:grpSpMkLst>
        </pc:grpChg>
        <pc:grpChg chg="mod">
          <ac:chgData name="Hetong Jiang" userId="ec55e077-f91c-4c1f-a475-4ddae44076a0" providerId="ADAL" clId="{C955C419-DC78-5E70-8198-53B51179A910}" dt="2026-10-12T12:45:59.985" v="37722" actId="1076"/>
          <ac:grpSpMkLst>
            <pc:docMk/>
            <pc:sldMk cId="1735374723" sldId="443"/>
            <ac:grpSpMk id="43" creationId="{FDEB3B1A-A7F8-9ED4-FA21-4C7A404B77CD}"/>
          </ac:grpSpMkLst>
        </pc:grpChg>
        <pc:picChg chg="mod">
          <ac:chgData name="Hetong Jiang" userId="ec55e077-f91c-4c1f-a475-4ddae44076a0" providerId="ADAL" clId="{C955C419-DC78-5E70-8198-53B51179A910}" dt="2026-10-12T12:45:51.019" v="37719" actId="1076"/>
          <ac:picMkLst>
            <pc:docMk/>
            <pc:sldMk cId="1735374723" sldId="443"/>
            <ac:picMk id="45" creationId="{F60F7D9B-FAB6-C0BF-D870-C356D045099A}"/>
          </ac:picMkLst>
        </pc:picChg>
        <pc:cxnChg chg="mod">
          <ac:chgData name="Hetong Jiang" userId="ec55e077-f91c-4c1f-a475-4ddae44076a0" providerId="ADAL" clId="{C955C419-DC78-5E70-8198-53B51179A910}" dt="2026-10-12T12:46:04.137" v="37723" actId="1076"/>
          <ac:cxnSpMkLst>
            <pc:docMk/>
            <pc:sldMk cId="1735374723" sldId="443"/>
            <ac:cxnSpMk id="36" creationId="{883C1456-4B92-D36C-99D9-424D51FF1E89}"/>
          </ac:cxnSpMkLst>
        </pc:cxnChg>
        <pc:cxnChg chg="mod">
          <ac:chgData name="Hetong Jiang" userId="ec55e077-f91c-4c1f-a475-4ddae44076a0" providerId="ADAL" clId="{C955C419-DC78-5E70-8198-53B51179A910}" dt="2026-10-12T12:46:04.137" v="37723" actId="1076"/>
          <ac:cxnSpMkLst>
            <pc:docMk/>
            <pc:sldMk cId="1735374723" sldId="443"/>
            <ac:cxnSpMk id="38" creationId="{5FAB6D2E-2FE5-C430-266E-51BB679B1DBB}"/>
          </ac:cxnSpMkLst>
        </pc:cxnChg>
        <pc:cxnChg chg="mod">
          <ac:chgData name="Hetong Jiang" userId="ec55e077-f91c-4c1f-a475-4ddae44076a0" providerId="ADAL" clId="{C955C419-DC78-5E70-8198-53B51179A910}" dt="2026-10-12T12:45:59.985" v="37722" actId="1076"/>
          <ac:cxnSpMkLst>
            <pc:docMk/>
            <pc:sldMk cId="1735374723" sldId="443"/>
            <ac:cxnSpMk id="47" creationId="{90403950-2604-0924-A540-54A34AD5D3A7}"/>
          </ac:cxnSpMkLst>
        </pc:cxnChg>
        <pc:cxnChg chg="mod">
          <ac:chgData name="Hetong Jiang" userId="ec55e077-f91c-4c1f-a475-4ddae44076a0" providerId="ADAL" clId="{C955C419-DC78-5E70-8198-53B51179A910}" dt="2026-10-12T12:45:59.985" v="37722" actId="1076"/>
          <ac:cxnSpMkLst>
            <pc:docMk/>
            <pc:sldMk cId="1735374723" sldId="443"/>
            <ac:cxnSpMk id="51" creationId="{EF4D2FEF-9AB9-0157-B745-2FFD1E9E7D1C}"/>
          </ac:cxnSpMkLst>
        </pc:cxnChg>
      </pc:sldChg>
      <pc:sldChg chg="addSp delSp modSp add mod delAnim modAnim">
        <pc:chgData name="Hetong Jiang" userId="ec55e077-f91c-4c1f-a475-4ddae44076a0" providerId="ADAL" clId="{C955C419-DC78-5E70-8198-53B51179A910}" dt="2026-10-12T12:40:13.251" v="37692"/>
        <pc:sldMkLst>
          <pc:docMk/>
          <pc:sldMk cId="3620568027" sldId="444"/>
        </pc:sldMkLst>
        <pc:spChg chg="mod">
          <ac:chgData name="Hetong Jiang" userId="ec55e077-f91c-4c1f-a475-4ddae44076a0" providerId="ADAL" clId="{C955C419-DC78-5E70-8198-53B51179A910}" dt="2026-10-12T11:13:20.214" v="37449" actId="1076"/>
          <ac:spMkLst>
            <pc:docMk/>
            <pc:sldMk cId="3620568027" sldId="444"/>
            <ac:spMk id="3" creationId="{AA5909F5-6650-F4F2-431D-0F862B951FF9}"/>
          </ac:spMkLst>
        </pc:spChg>
        <pc:spChg chg="mod">
          <ac:chgData name="Hetong Jiang" userId="ec55e077-f91c-4c1f-a475-4ddae44076a0" providerId="ADAL" clId="{C955C419-DC78-5E70-8198-53B51179A910}" dt="2026-10-12T12:38:31.338" v="37682" actId="14100"/>
          <ac:spMkLst>
            <pc:docMk/>
            <pc:sldMk cId="3620568027" sldId="444"/>
            <ac:spMk id="4" creationId="{4663F6EC-D683-161F-0689-8D763A9AB07D}"/>
          </ac:spMkLst>
        </pc:spChg>
        <pc:spChg chg="add mod">
          <ac:chgData name="Hetong Jiang" userId="ec55e077-f91c-4c1f-a475-4ddae44076a0" providerId="ADAL" clId="{C955C419-DC78-5E70-8198-53B51179A910}" dt="2026-10-12T11:51:24.755" v="37571" actId="207"/>
          <ac:spMkLst>
            <pc:docMk/>
            <pc:sldMk cId="3620568027" sldId="444"/>
            <ac:spMk id="5" creationId="{B21A48D0-E7B4-A057-E1F4-E2A23B86C7E7}"/>
          </ac:spMkLst>
        </pc:spChg>
        <pc:spChg chg="add mod">
          <ac:chgData name="Hetong Jiang" userId="ec55e077-f91c-4c1f-a475-4ddae44076a0" providerId="ADAL" clId="{C955C419-DC78-5E70-8198-53B51179A910}" dt="2026-10-12T12:38:39.766" v="37685" actId="1076"/>
          <ac:spMkLst>
            <pc:docMk/>
            <pc:sldMk cId="3620568027" sldId="444"/>
            <ac:spMk id="6" creationId="{61413200-3D2B-813B-E74F-8BD649B42D80}"/>
          </ac:spMkLst>
        </pc:spChg>
        <pc:spChg chg="add mod">
          <ac:chgData name="Hetong Jiang" userId="ec55e077-f91c-4c1f-a475-4ddae44076a0" providerId="ADAL" clId="{C955C419-DC78-5E70-8198-53B51179A910}" dt="2026-10-12T12:00:49.716" v="37668" actId="20577"/>
          <ac:spMkLst>
            <pc:docMk/>
            <pc:sldMk cId="3620568027" sldId="444"/>
            <ac:spMk id="7" creationId="{E12D25D0-7430-D483-35D1-DD630EE85EAA}"/>
          </ac:spMkLst>
        </pc:spChg>
        <pc:spChg chg="mod">
          <ac:chgData name="Hetong Jiang" userId="ec55e077-f91c-4c1f-a475-4ddae44076a0" providerId="ADAL" clId="{C955C419-DC78-5E70-8198-53B51179A910}" dt="2026-10-12T11:48:37.039" v="37512" actId="1076"/>
          <ac:spMkLst>
            <pc:docMk/>
            <pc:sldMk cId="3620568027" sldId="444"/>
            <ac:spMk id="8" creationId="{DE2699B1-F815-65E9-CBD0-6F9083CC7011}"/>
          </ac:spMkLst>
        </pc:spChg>
        <pc:spChg chg="mod">
          <ac:chgData name="Hetong Jiang" userId="ec55e077-f91c-4c1f-a475-4ddae44076a0" providerId="ADAL" clId="{C955C419-DC78-5E70-8198-53B51179A910}" dt="2026-10-12T11:13:20.214" v="37449" actId="1076"/>
          <ac:spMkLst>
            <pc:docMk/>
            <pc:sldMk cId="3620568027" sldId="444"/>
            <ac:spMk id="9" creationId="{8271EF4D-6AA6-1F6D-49DA-36F8504FD3B6}"/>
          </ac:spMkLst>
        </pc:spChg>
        <pc:spChg chg="mod">
          <ac:chgData name="Hetong Jiang" userId="ec55e077-f91c-4c1f-a475-4ddae44076a0" providerId="ADAL" clId="{C955C419-DC78-5E70-8198-53B51179A910}" dt="2026-10-12T11:13:20.214" v="37449" actId="1076"/>
          <ac:spMkLst>
            <pc:docMk/>
            <pc:sldMk cId="3620568027" sldId="444"/>
            <ac:spMk id="10" creationId="{C2DA8570-A8E1-1259-1430-456F29B9D13E}"/>
          </ac:spMkLst>
        </pc:spChg>
      </pc:sldChg>
      <pc:sldChg chg="addSp modSp add mod modAnim">
        <pc:chgData name="Hetong Jiang" userId="ec55e077-f91c-4c1f-a475-4ddae44076a0" providerId="ADAL" clId="{C955C419-DC78-5E70-8198-53B51179A910}" dt="2026-10-12T12:49:02.666" v="37801"/>
        <pc:sldMkLst>
          <pc:docMk/>
          <pc:sldMk cId="2642591901" sldId="445"/>
        </pc:sldMkLst>
        <pc:spChg chg="add mod">
          <ac:chgData name="Hetong Jiang" userId="ec55e077-f91c-4c1f-a475-4ddae44076a0" providerId="ADAL" clId="{C955C419-DC78-5E70-8198-53B51179A910}" dt="2026-10-12T12:47:03.753" v="37746" actId="1076"/>
          <ac:spMkLst>
            <pc:docMk/>
            <pc:sldMk cId="2642591901" sldId="445"/>
            <ac:spMk id="2" creationId="{0945D6F5-45CF-D743-25A6-3D6F8A182C96}"/>
          </ac:spMkLst>
        </pc:spChg>
        <pc:spChg chg="mod">
          <ac:chgData name="Hetong Jiang" userId="ec55e077-f91c-4c1f-a475-4ddae44076a0" providerId="ADAL" clId="{C955C419-DC78-5E70-8198-53B51179A910}" dt="2026-10-12T12:48:45.104" v="37783" actId="14100"/>
          <ac:spMkLst>
            <pc:docMk/>
            <pc:sldMk cId="2642591901" sldId="445"/>
            <ac:spMk id="4" creationId="{51F533E7-006A-E2AB-AB8D-9F431FF67DA2}"/>
          </ac:spMkLst>
        </pc:spChg>
      </pc:sldChg>
      <pc:sldChg chg="add">
        <pc:chgData name="Hetong Jiang" userId="ec55e077-f91c-4c1f-a475-4ddae44076a0" providerId="ADAL" clId="{C955C419-DC78-5E70-8198-53B51179A910}" dt="2026-10-12T11:10:39.158" v="37384"/>
        <pc:sldMkLst>
          <pc:docMk/>
          <pc:sldMk cId="726908148" sldId="447"/>
        </pc:sldMkLst>
      </pc:sldChg>
      <pc:sldChg chg="modSp add mod">
        <pc:chgData name="Hetong Jiang" userId="ec55e077-f91c-4c1f-a475-4ddae44076a0" providerId="ADAL" clId="{C955C419-DC78-5E70-8198-53B51179A910}" dt="2026-10-12T12:54:37.694" v="37825" actId="113"/>
        <pc:sldMkLst>
          <pc:docMk/>
          <pc:sldMk cId="1007776787" sldId="448"/>
        </pc:sldMkLst>
        <pc:spChg chg="mod">
          <ac:chgData name="Hetong Jiang" userId="ec55e077-f91c-4c1f-a475-4ddae44076a0" providerId="ADAL" clId="{C955C419-DC78-5E70-8198-53B51179A910}" dt="2026-10-12T12:54:37.694" v="37825" actId="113"/>
          <ac:spMkLst>
            <pc:docMk/>
            <pc:sldMk cId="1007776787" sldId="448"/>
            <ac:spMk id="5" creationId="{58B1078A-9ABF-B1D1-44EB-C9D396EE15F9}"/>
          </ac:spMkLst>
        </pc:spChg>
      </pc:sldChg>
      <pc:sldChg chg="modSp add mod">
        <pc:chgData name="Hetong Jiang" userId="ec55e077-f91c-4c1f-a475-4ddae44076a0" providerId="ADAL" clId="{C955C419-DC78-5E70-8198-53B51179A910}" dt="2026-10-12T12:55:00.327" v="37831" actId="1076"/>
        <pc:sldMkLst>
          <pc:docMk/>
          <pc:sldMk cId="3863966532" sldId="449"/>
        </pc:sldMkLst>
        <pc:spChg chg="mod">
          <ac:chgData name="Hetong Jiang" userId="ec55e077-f91c-4c1f-a475-4ddae44076a0" providerId="ADAL" clId="{C955C419-DC78-5E70-8198-53B51179A910}" dt="2026-10-12T12:54:55.275" v="37829" actId="14100"/>
          <ac:spMkLst>
            <pc:docMk/>
            <pc:sldMk cId="3863966532" sldId="449"/>
            <ac:spMk id="47" creationId="{953BB0AF-2EDE-9F21-7E60-960187441677}"/>
          </ac:spMkLst>
        </pc:spChg>
        <pc:spChg chg="mod">
          <ac:chgData name="Hetong Jiang" userId="ec55e077-f91c-4c1f-a475-4ddae44076a0" providerId="ADAL" clId="{C955C419-DC78-5E70-8198-53B51179A910}" dt="2026-10-12T12:54:52.958" v="37828" actId="1076"/>
          <ac:spMkLst>
            <pc:docMk/>
            <pc:sldMk cId="3863966532" sldId="449"/>
            <ac:spMk id="48" creationId="{20EEF100-09BC-6749-71A5-7A16CACE7F11}"/>
          </ac:spMkLst>
        </pc:spChg>
        <pc:spChg chg="mod">
          <ac:chgData name="Hetong Jiang" userId="ec55e077-f91c-4c1f-a475-4ddae44076a0" providerId="ADAL" clId="{C955C419-DC78-5E70-8198-53B51179A910}" dt="2026-10-12T12:54:57.092" v="37830" actId="1076"/>
          <ac:spMkLst>
            <pc:docMk/>
            <pc:sldMk cId="3863966532" sldId="449"/>
            <ac:spMk id="50" creationId="{556949DD-25BF-14F9-90FA-1289CA2A3E9A}"/>
          </ac:spMkLst>
        </pc:spChg>
        <pc:spChg chg="mod">
          <ac:chgData name="Hetong Jiang" userId="ec55e077-f91c-4c1f-a475-4ddae44076a0" providerId="ADAL" clId="{C955C419-DC78-5E70-8198-53B51179A910}" dt="2026-10-12T12:55:00.327" v="37831" actId="1076"/>
          <ac:spMkLst>
            <pc:docMk/>
            <pc:sldMk cId="3863966532" sldId="449"/>
            <ac:spMk id="51" creationId="{DBC1983B-6103-0F21-443F-265FAB7CE0CE}"/>
          </ac:spMkLst>
        </pc:spChg>
      </pc:sldChg>
      <pc:sldChg chg="add">
        <pc:chgData name="Hetong Jiang" userId="ec55e077-f91c-4c1f-a475-4ddae44076a0" providerId="ADAL" clId="{C955C419-DC78-5E70-8198-53B51179A910}" dt="2026-10-12T11:10:39.158" v="37384"/>
        <pc:sldMkLst>
          <pc:docMk/>
          <pc:sldMk cId="1368782531" sldId="450"/>
        </pc:sldMkLst>
      </pc:sldChg>
      <pc:sldChg chg="addSp delSp modSp add mod">
        <pc:chgData name="Hetong Jiang" userId="ec55e077-f91c-4c1f-a475-4ddae44076a0" providerId="ADAL" clId="{C955C419-DC78-5E70-8198-53B51179A910}" dt="2026-10-06T00:15:46.395" v="31146" actId="1038"/>
        <pc:sldMkLst>
          <pc:docMk/>
          <pc:sldMk cId="0" sldId="457"/>
        </pc:sldMkLst>
        <pc:picChg chg="mod">
          <ac:chgData name="Hetong Jiang" userId="ec55e077-f91c-4c1f-a475-4ddae44076a0" providerId="ADAL" clId="{C955C419-DC78-5E70-8198-53B51179A910}" dt="2026-10-06T00:15:46.395" v="31146" actId="1038"/>
          <ac:picMkLst>
            <pc:docMk/>
            <pc:sldMk cId="0" sldId="457"/>
            <ac:picMk id="8" creationId="{00000000-0000-0000-0000-000000000000}"/>
          </ac:picMkLst>
        </pc:picChg>
      </pc:sldChg>
      <pc:sldChg chg="addSp delSp modSp add mod delAnim modAnim">
        <pc:chgData name="Hetong Jiang" userId="ec55e077-f91c-4c1f-a475-4ddae44076a0" providerId="ADAL" clId="{C955C419-DC78-5E70-8198-53B51179A910}" dt="2026-10-19T23:13:06.035" v="38181" actId="20577"/>
        <pc:sldMkLst>
          <pc:docMk/>
          <pc:sldMk cId="3197612252" sldId="460"/>
        </pc:sldMkLst>
        <pc:spChg chg="add mod topLvl">
          <ac:chgData name="Hetong Jiang" userId="ec55e077-f91c-4c1f-a475-4ddae44076a0" providerId="ADAL" clId="{C955C419-DC78-5E70-8198-53B51179A910}" dt="2026-10-12T13:01:11.143" v="38130" actId="14100"/>
          <ac:spMkLst>
            <pc:docMk/>
            <pc:sldMk cId="3197612252" sldId="460"/>
            <ac:spMk id="2" creationId="{D8BF8B1D-83B3-AF85-6CC3-4E284F30F382}"/>
          </ac:spMkLst>
        </pc:spChg>
        <pc:spChg chg="mod">
          <ac:chgData name="Hetong Jiang" userId="ec55e077-f91c-4c1f-a475-4ddae44076a0" providerId="ADAL" clId="{C955C419-DC78-5E70-8198-53B51179A910}" dt="2026-10-06T03:07:51.119" v="32512" actId="5793"/>
          <ac:spMkLst>
            <pc:docMk/>
            <pc:sldMk cId="3197612252" sldId="460"/>
            <ac:spMk id="7" creationId="{65271B5C-D19E-141A-1D5B-1941BCA167E2}"/>
          </ac:spMkLst>
        </pc:spChg>
        <pc:spChg chg="add mod">
          <ac:chgData name="Hetong Jiang" userId="ec55e077-f91c-4c1f-a475-4ddae44076a0" providerId="ADAL" clId="{C955C419-DC78-5E70-8198-53B51179A910}" dt="2026-10-12T13:01:15.627" v="38131" actId="14100"/>
          <ac:spMkLst>
            <pc:docMk/>
            <pc:sldMk cId="3197612252" sldId="460"/>
            <ac:spMk id="9" creationId="{858FAD9D-D4D9-8A0C-209F-72585CDCF9D1}"/>
          </ac:spMkLst>
        </pc:spChg>
        <pc:spChg chg="mod">
          <ac:chgData name="Hetong Jiang" userId="ec55e077-f91c-4c1f-a475-4ddae44076a0" providerId="ADAL" clId="{C955C419-DC78-5E70-8198-53B51179A910}" dt="2026-10-19T23:13:06.035" v="38181" actId="20577"/>
          <ac:spMkLst>
            <pc:docMk/>
            <pc:sldMk cId="3197612252" sldId="460"/>
            <ac:spMk id="12" creationId="{82D7410D-8556-41DD-E352-753B41B3AFB6}"/>
          </ac:spMkLst>
        </pc:spChg>
        <pc:grpChg chg="add mod">
          <ac:chgData name="Hetong Jiang" userId="ec55e077-f91c-4c1f-a475-4ddae44076a0" providerId="ADAL" clId="{C955C419-DC78-5E70-8198-53B51179A910}" dt="2026-10-12T13:01:29.576" v="38136" actId="1076"/>
          <ac:grpSpMkLst>
            <pc:docMk/>
            <pc:sldMk cId="3197612252" sldId="460"/>
            <ac:grpSpMk id="4" creationId="{9444F6B7-D826-7D14-B53E-D7C61FEE00BC}"/>
          </ac:grpSpMkLst>
        </pc:grpChg>
        <pc:grpChg chg="add mod">
          <ac:chgData name="Hetong Jiang" userId="ec55e077-f91c-4c1f-a475-4ddae44076a0" providerId="ADAL" clId="{C955C419-DC78-5E70-8198-53B51179A910}" dt="2026-10-12T13:01:28.009" v="38135" actId="1076"/>
          <ac:grpSpMkLst>
            <pc:docMk/>
            <pc:sldMk cId="3197612252" sldId="460"/>
            <ac:grpSpMk id="11" creationId="{BC6F5131-F86B-C21A-021F-D8A290539644}"/>
          </ac:grpSpMkLst>
        </pc:grpChg>
        <pc:picChg chg="mod topLvl">
          <ac:chgData name="Hetong Jiang" userId="ec55e077-f91c-4c1f-a475-4ddae44076a0" providerId="ADAL" clId="{C955C419-DC78-5E70-8198-53B51179A910}" dt="2026-10-12T13:01:07.059" v="38129" actId="14100"/>
          <ac:picMkLst>
            <pc:docMk/>
            <pc:sldMk cId="3197612252" sldId="460"/>
            <ac:picMk id="18" creationId="{5931EAD8-B684-CB49-9C7F-70E1DDE5426B}"/>
          </ac:picMkLst>
        </pc:picChg>
        <pc:picChg chg="mod">
          <ac:chgData name="Hetong Jiang" userId="ec55e077-f91c-4c1f-a475-4ddae44076a0" providerId="ADAL" clId="{C955C419-DC78-5E70-8198-53B51179A910}" dt="2026-10-12T13:01:24.159" v="38134" actId="1076"/>
          <ac:picMkLst>
            <pc:docMk/>
            <pc:sldMk cId="3197612252" sldId="460"/>
            <ac:picMk id="23" creationId="{D5E4DEC3-87E8-4A9F-ACC1-85B541C6A97C}"/>
          </ac:picMkLst>
        </pc:picChg>
      </pc:sldChg>
      <pc:sldChg chg="addSp delSp modSp add mod addAnim delAnim modAnim">
        <pc:chgData name="Hetong Jiang" userId="ec55e077-f91c-4c1f-a475-4ddae44076a0" providerId="ADAL" clId="{C955C419-DC78-5E70-8198-53B51179A910}" dt="2026-10-06T01:54:43.274" v="31891" actId="1076"/>
        <pc:sldMkLst>
          <pc:docMk/>
          <pc:sldMk cId="2319755510" sldId="461"/>
        </pc:sldMkLst>
        <pc:spChg chg="mod">
          <ac:chgData name="Hetong Jiang" userId="ec55e077-f91c-4c1f-a475-4ddae44076a0" providerId="ADAL" clId="{C955C419-DC78-5E70-8198-53B51179A910}" dt="2026-10-03T09:39:09.594" v="28285" actId="1076"/>
          <ac:spMkLst>
            <pc:docMk/>
            <pc:sldMk cId="2319755510" sldId="461"/>
            <ac:spMk id="2" creationId="{AA39F074-F986-EB7D-9BB1-7A6C9F6C3C6B}"/>
          </ac:spMkLst>
        </pc:spChg>
        <pc:spChg chg="add mod">
          <ac:chgData name="Hetong Jiang" userId="ec55e077-f91c-4c1f-a475-4ddae44076a0" providerId="ADAL" clId="{C955C419-DC78-5E70-8198-53B51179A910}" dt="2026-10-06T01:54:43.274" v="31891" actId="1076"/>
          <ac:spMkLst>
            <pc:docMk/>
            <pc:sldMk cId="2319755510" sldId="461"/>
            <ac:spMk id="3" creationId="{2A1A921E-C817-6775-4128-4C7B8CEA0AD3}"/>
          </ac:spMkLst>
        </pc:spChg>
        <pc:spChg chg="mod">
          <ac:chgData name="Hetong Jiang" userId="ec55e077-f91c-4c1f-a475-4ddae44076a0" providerId="ADAL" clId="{C955C419-DC78-5E70-8198-53B51179A910}" dt="2026-10-03T03:21:05.628" v="25455"/>
          <ac:spMkLst>
            <pc:docMk/>
            <pc:sldMk cId="2319755510" sldId="461"/>
            <ac:spMk id="8" creationId="{15998759-FE0E-915F-598D-B8238B2A7D15}"/>
          </ac:spMkLst>
        </pc:spChg>
        <pc:spChg chg="mod topLvl">
          <ac:chgData name="Hetong Jiang" userId="ec55e077-f91c-4c1f-a475-4ddae44076a0" providerId="ADAL" clId="{C955C419-DC78-5E70-8198-53B51179A910}" dt="2026-10-03T09:32:44.575" v="28093" actId="14100"/>
          <ac:spMkLst>
            <pc:docMk/>
            <pc:sldMk cId="2319755510" sldId="461"/>
            <ac:spMk id="11" creationId="{2AA92E4C-F2A0-5528-FE26-23C3C7DE0B63}"/>
          </ac:spMkLst>
        </pc:spChg>
        <pc:spChg chg="mod">
          <ac:chgData name="Hetong Jiang" userId="ec55e077-f91c-4c1f-a475-4ddae44076a0" providerId="ADAL" clId="{C955C419-DC78-5E70-8198-53B51179A910}" dt="2026-10-03T09:34:13.330" v="28131" actId="14100"/>
          <ac:spMkLst>
            <pc:docMk/>
            <pc:sldMk cId="2319755510" sldId="461"/>
            <ac:spMk id="13" creationId="{62B0AFFF-6A57-5BE9-F331-3F16DA661195}"/>
          </ac:spMkLst>
        </pc:spChg>
        <pc:spChg chg="mod">
          <ac:chgData name="Hetong Jiang" userId="ec55e077-f91c-4c1f-a475-4ddae44076a0" providerId="ADAL" clId="{C955C419-DC78-5E70-8198-53B51179A910}" dt="2026-10-03T09:34:38.171" v="28147" actId="1076"/>
          <ac:spMkLst>
            <pc:docMk/>
            <pc:sldMk cId="2319755510" sldId="461"/>
            <ac:spMk id="22" creationId="{93D2BF80-0DF5-537A-411F-34039DC1DA28}"/>
          </ac:spMkLst>
        </pc:spChg>
        <pc:spChg chg="mod">
          <ac:chgData name="Hetong Jiang" userId="ec55e077-f91c-4c1f-a475-4ddae44076a0" providerId="ADAL" clId="{C955C419-DC78-5E70-8198-53B51179A910}" dt="2026-10-03T09:35:14.158" v="28170" actId="14100"/>
          <ac:spMkLst>
            <pc:docMk/>
            <pc:sldMk cId="2319755510" sldId="461"/>
            <ac:spMk id="33" creationId="{A9206DA0-AEE3-1326-E70F-5786CD5BFACF}"/>
          </ac:spMkLst>
        </pc:spChg>
        <pc:spChg chg="mod">
          <ac:chgData name="Hetong Jiang" userId="ec55e077-f91c-4c1f-a475-4ddae44076a0" providerId="ADAL" clId="{C955C419-DC78-5E70-8198-53B51179A910}" dt="2026-10-03T09:35:50.183" v="28207" actId="207"/>
          <ac:spMkLst>
            <pc:docMk/>
            <pc:sldMk cId="2319755510" sldId="461"/>
            <ac:spMk id="34" creationId="{EC0B0348-22E0-BC91-CAC0-4D5B1C51446F}"/>
          </ac:spMkLst>
        </pc:spChg>
        <pc:spChg chg="mod">
          <ac:chgData name="Hetong Jiang" userId="ec55e077-f91c-4c1f-a475-4ddae44076a0" providerId="ADAL" clId="{C955C419-DC78-5E70-8198-53B51179A910}" dt="2026-10-03T09:36:30.985" v="28237" actId="14100"/>
          <ac:spMkLst>
            <pc:docMk/>
            <pc:sldMk cId="2319755510" sldId="461"/>
            <ac:spMk id="36" creationId="{0EF4B285-FC1B-1D18-8B80-AB94BEA80201}"/>
          </ac:spMkLst>
        </pc:spChg>
        <pc:grpChg chg="add mod">
          <ac:chgData name="Hetong Jiang" userId="ec55e077-f91c-4c1f-a475-4ddae44076a0" providerId="ADAL" clId="{C955C419-DC78-5E70-8198-53B51179A910}" dt="2026-10-03T09:32:42.194" v="28092" actId="1076"/>
          <ac:grpSpMkLst>
            <pc:docMk/>
            <pc:sldMk cId="2319755510" sldId="461"/>
            <ac:grpSpMk id="4" creationId="{9955759B-E3ED-92DA-84A0-0659FD619CDC}"/>
          </ac:grpSpMkLst>
        </pc:grpChg>
        <pc:grpChg chg="add mod">
          <ac:chgData name="Hetong Jiang" userId="ec55e077-f91c-4c1f-a475-4ddae44076a0" providerId="ADAL" clId="{C955C419-DC78-5E70-8198-53B51179A910}" dt="2026-10-03T09:39:07.486" v="28283" actId="1076"/>
          <ac:grpSpMkLst>
            <pc:docMk/>
            <pc:sldMk cId="2319755510" sldId="461"/>
            <ac:grpSpMk id="5" creationId="{D3A3FA31-6F58-5E98-E082-9A420C28C25C}"/>
          </ac:grpSpMkLst>
        </pc:grpChg>
        <pc:grpChg chg="mod topLvl">
          <ac:chgData name="Hetong Jiang" userId="ec55e077-f91c-4c1f-a475-4ddae44076a0" providerId="ADAL" clId="{C955C419-DC78-5E70-8198-53B51179A910}" dt="2026-10-03T09:36:28.451" v="28236" actId="1076"/>
          <ac:grpSpMkLst>
            <pc:docMk/>
            <pc:sldMk cId="2319755510" sldId="461"/>
            <ac:grpSpMk id="28" creationId="{C579BD8D-848E-07B4-E9C6-2508B6B1BE70}"/>
          </ac:grpSpMkLst>
        </pc:grpChg>
        <pc:grpChg chg="add mod">
          <ac:chgData name="Hetong Jiang" userId="ec55e077-f91c-4c1f-a475-4ddae44076a0" providerId="ADAL" clId="{C955C419-DC78-5E70-8198-53B51179A910}" dt="2026-10-03T09:39:07.486" v="28283" actId="1076"/>
          <ac:grpSpMkLst>
            <pc:docMk/>
            <pc:sldMk cId="2319755510" sldId="461"/>
            <ac:grpSpMk id="40" creationId="{2CE6B2F0-FAE9-7EB7-C8DE-2FF11440F707}"/>
          </ac:grpSpMkLst>
        </pc:grpChg>
        <pc:grpChg chg="add mod">
          <ac:chgData name="Hetong Jiang" userId="ec55e077-f91c-4c1f-a475-4ddae44076a0" providerId="ADAL" clId="{C955C419-DC78-5E70-8198-53B51179A910}" dt="2026-10-03T09:39:07.486" v="28283" actId="1076"/>
          <ac:grpSpMkLst>
            <pc:docMk/>
            <pc:sldMk cId="2319755510" sldId="461"/>
            <ac:grpSpMk id="41" creationId="{C330E912-3A3B-C3A5-E719-5CBC46A46C9D}"/>
          </ac:grpSpMkLst>
        </pc:grpChg>
        <pc:grpChg chg="add mod">
          <ac:chgData name="Hetong Jiang" userId="ec55e077-f91c-4c1f-a475-4ddae44076a0" providerId="ADAL" clId="{C955C419-DC78-5E70-8198-53B51179A910}" dt="2026-10-03T09:39:07.486" v="28283" actId="1076"/>
          <ac:grpSpMkLst>
            <pc:docMk/>
            <pc:sldMk cId="2319755510" sldId="461"/>
            <ac:grpSpMk id="42" creationId="{6F8F7A67-883E-DBBA-1D13-6D6DEC4CC7B0}"/>
          </ac:grpSpMkLst>
        </pc:grpChg>
        <pc:grpChg chg="add mod">
          <ac:chgData name="Hetong Jiang" userId="ec55e077-f91c-4c1f-a475-4ddae44076a0" providerId="ADAL" clId="{C955C419-DC78-5E70-8198-53B51179A910}" dt="2026-10-03T09:39:07.486" v="28283" actId="1076"/>
          <ac:grpSpMkLst>
            <pc:docMk/>
            <pc:sldMk cId="2319755510" sldId="461"/>
            <ac:grpSpMk id="43" creationId="{2D5712BE-3204-7966-8AAE-6D271522953A}"/>
          </ac:grpSpMkLst>
        </pc:grpChg>
        <pc:grpChg chg="add mod">
          <ac:chgData name="Hetong Jiang" userId="ec55e077-f91c-4c1f-a475-4ddae44076a0" providerId="ADAL" clId="{C955C419-DC78-5E70-8198-53B51179A910}" dt="2026-10-03T09:39:07.486" v="28283" actId="1076"/>
          <ac:grpSpMkLst>
            <pc:docMk/>
            <pc:sldMk cId="2319755510" sldId="461"/>
            <ac:grpSpMk id="44" creationId="{09B181BB-FD82-7189-ABD8-074F41BBA2A5}"/>
          </ac:grpSpMkLst>
        </pc:grpChg>
        <pc:picChg chg="mod topLvl">
          <ac:chgData name="Hetong Jiang" userId="ec55e077-f91c-4c1f-a475-4ddae44076a0" providerId="ADAL" clId="{C955C419-DC78-5E70-8198-53B51179A910}" dt="2026-10-03T09:32:28.202" v="28087" actId="165"/>
          <ac:picMkLst>
            <pc:docMk/>
            <pc:sldMk cId="2319755510" sldId="461"/>
            <ac:picMk id="7" creationId="{CDEBB349-9D90-7494-3487-746B5888362C}"/>
          </ac:picMkLst>
        </pc:picChg>
        <pc:picChg chg="mod topLvl">
          <ac:chgData name="Hetong Jiang" userId="ec55e077-f91c-4c1f-a475-4ddae44076a0" providerId="ADAL" clId="{C955C419-DC78-5E70-8198-53B51179A910}" dt="2026-10-03T09:32:33.640" v="28090" actId="1076"/>
          <ac:picMkLst>
            <pc:docMk/>
            <pc:sldMk cId="2319755510" sldId="461"/>
            <ac:picMk id="10" creationId="{50922E72-1F7D-0C16-484A-6BE263E78688}"/>
          </ac:picMkLst>
        </pc:picChg>
        <pc:picChg chg="topLvl">
          <ac:chgData name="Hetong Jiang" userId="ec55e077-f91c-4c1f-a475-4ddae44076a0" providerId="ADAL" clId="{C955C419-DC78-5E70-8198-53B51179A910}" dt="2026-10-03T09:35:08.590" v="28168" actId="165"/>
          <ac:picMkLst>
            <pc:docMk/>
            <pc:sldMk cId="2319755510" sldId="461"/>
            <ac:picMk id="15" creationId="{DCA6496B-BA80-DB93-F1FC-E9966A22A8CB}"/>
          </ac:picMkLst>
        </pc:picChg>
        <pc:picChg chg="mod topLvl">
          <ac:chgData name="Hetong Jiang" userId="ec55e077-f91c-4c1f-a475-4ddae44076a0" providerId="ADAL" clId="{C955C419-DC78-5E70-8198-53B51179A910}" dt="2026-10-03T09:35:48.569" v="28206" actId="1076"/>
          <ac:picMkLst>
            <pc:docMk/>
            <pc:sldMk cId="2319755510" sldId="461"/>
            <ac:picMk id="19" creationId="{350B1E11-BE6E-9A8C-1CC6-9E06EBD683B6}"/>
          </ac:picMkLst>
        </pc:picChg>
        <pc:picChg chg="topLvl">
          <ac:chgData name="Hetong Jiang" userId="ec55e077-f91c-4c1f-a475-4ddae44076a0" providerId="ADAL" clId="{C955C419-DC78-5E70-8198-53B51179A910}" dt="2026-10-03T09:34:17.855" v="28133" actId="165"/>
          <ac:picMkLst>
            <pc:docMk/>
            <pc:sldMk cId="2319755510" sldId="461"/>
            <ac:picMk id="23" creationId="{ADB13D99-10FE-C892-23A6-8C0394718493}"/>
          </ac:picMkLst>
        </pc:picChg>
        <pc:picChg chg="topLvl">
          <ac:chgData name="Hetong Jiang" userId="ec55e077-f91c-4c1f-a475-4ddae44076a0" providerId="ADAL" clId="{C955C419-DC78-5E70-8198-53B51179A910}" dt="2026-10-03T09:34:17.855" v="28133" actId="165"/>
          <ac:picMkLst>
            <pc:docMk/>
            <pc:sldMk cId="2319755510" sldId="461"/>
            <ac:picMk id="25" creationId="{30DDD963-7298-1922-D3FF-95C1ADCEFF82}"/>
          </ac:picMkLst>
        </pc:picChg>
        <pc:picChg chg="add del mod topLvl">
          <ac:chgData name="Hetong Jiang" userId="ec55e077-f91c-4c1f-a475-4ddae44076a0" providerId="ADAL" clId="{C955C419-DC78-5E70-8198-53B51179A910}" dt="2026-10-03T09:33:59.765" v="28127" actId="1076"/>
          <ac:picMkLst>
            <pc:docMk/>
            <pc:sldMk cId="2319755510" sldId="461"/>
            <ac:picMk id="29" creationId="{76CF9E20-C971-A3AC-A0B6-2E18CC2E9934}"/>
          </ac:picMkLst>
        </pc:picChg>
        <pc:picChg chg="add del mod topLvl">
          <ac:chgData name="Hetong Jiang" userId="ec55e077-f91c-4c1f-a475-4ddae44076a0" providerId="ADAL" clId="{C955C419-DC78-5E70-8198-53B51179A910}" dt="2026-10-03T09:33:54.836" v="28124" actId="14100"/>
          <ac:picMkLst>
            <pc:docMk/>
            <pc:sldMk cId="2319755510" sldId="461"/>
            <ac:picMk id="31" creationId="{6B17FD01-C71F-0F7F-6006-239D01F9A003}"/>
          </ac:picMkLst>
        </pc:picChg>
        <pc:picChg chg="add del mod topLvl">
          <ac:chgData name="Hetong Jiang" userId="ec55e077-f91c-4c1f-a475-4ddae44076a0" providerId="ADAL" clId="{C955C419-DC78-5E70-8198-53B51179A910}" dt="2026-10-03T09:33:57.965" v="28126" actId="1076"/>
          <ac:picMkLst>
            <pc:docMk/>
            <pc:sldMk cId="2319755510" sldId="461"/>
            <ac:picMk id="35" creationId="{DCA6D32B-2F43-3B5D-CE06-6A32C98E5987}"/>
          </ac:picMkLst>
        </pc:picChg>
        <pc:picChg chg="add del mod topLvl">
          <ac:chgData name="Hetong Jiang" userId="ec55e077-f91c-4c1f-a475-4ddae44076a0" providerId="ADAL" clId="{C955C419-DC78-5E70-8198-53B51179A910}" dt="2026-10-03T09:34:01.611" v="28128" actId="1076"/>
          <ac:picMkLst>
            <pc:docMk/>
            <pc:sldMk cId="2319755510" sldId="461"/>
            <ac:picMk id="37" creationId="{F4483064-2FFE-B8E5-FFB1-1CAC5925CF03}"/>
          </ac:picMkLst>
        </pc:picChg>
      </pc:sldChg>
      <pc:sldChg chg="addSp delSp modSp add mod delAnim modAnim modNotesTx">
        <pc:chgData name="Hetong Jiang" userId="ec55e077-f91c-4c1f-a475-4ddae44076a0" providerId="ADAL" clId="{C955C419-DC78-5E70-8198-53B51179A910}" dt="2026-10-19T23:13:33.143" v="38195" actId="20577"/>
        <pc:sldMkLst>
          <pc:docMk/>
          <pc:sldMk cId="2208501124" sldId="462"/>
        </pc:sldMkLst>
        <pc:spChg chg="mod">
          <ac:chgData name="Hetong Jiang" userId="ec55e077-f91c-4c1f-a475-4ddae44076a0" providerId="ADAL" clId="{C955C419-DC78-5E70-8198-53B51179A910}" dt="2026-10-03T09:41:39.240" v="28405" actId="20577"/>
          <ac:spMkLst>
            <pc:docMk/>
            <pc:sldMk cId="2208501124" sldId="462"/>
            <ac:spMk id="4" creationId="{017248C6-C2AA-52F8-DF44-D07301F2B9EA}"/>
          </ac:spMkLst>
        </pc:spChg>
        <pc:spChg chg="add mod">
          <ac:chgData name="Hetong Jiang" userId="ec55e077-f91c-4c1f-a475-4ddae44076a0" providerId="ADAL" clId="{C955C419-DC78-5E70-8198-53B51179A910}" dt="2026-10-19T23:13:33.143" v="38195" actId="20577"/>
          <ac:spMkLst>
            <pc:docMk/>
            <pc:sldMk cId="2208501124" sldId="462"/>
            <ac:spMk id="5" creationId="{7D6461E8-0936-8E97-2DDC-CBF4E46AD75E}"/>
          </ac:spMkLst>
        </pc:spChg>
        <pc:spChg chg="mod">
          <ac:chgData name="Hetong Jiang" userId="ec55e077-f91c-4c1f-a475-4ddae44076a0" providerId="ADAL" clId="{C955C419-DC78-5E70-8198-53B51179A910}" dt="2026-10-03T03:21:12.616" v="25456"/>
          <ac:spMkLst>
            <pc:docMk/>
            <pc:sldMk cId="2208501124" sldId="462"/>
            <ac:spMk id="8" creationId="{1AE39697-88E5-62DD-1C87-44124B6AAA4A}"/>
          </ac:spMkLst>
        </pc:spChg>
        <pc:spChg chg="mod">
          <ac:chgData name="Hetong Jiang" userId="ec55e077-f91c-4c1f-a475-4ddae44076a0" providerId="ADAL" clId="{C955C419-DC78-5E70-8198-53B51179A910}" dt="2026-10-05T07:38:55.625" v="29079" actId="20577"/>
          <ac:spMkLst>
            <pc:docMk/>
            <pc:sldMk cId="2208501124" sldId="462"/>
            <ac:spMk id="9" creationId="{6DD023DE-DF83-8AB7-5355-E7989C8B4F60}"/>
          </ac:spMkLst>
        </pc:spChg>
        <pc:spChg chg="mod topLvl">
          <ac:chgData name="Hetong Jiang" userId="ec55e077-f91c-4c1f-a475-4ddae44076a0" providerId="ADAL" clId="{C955C419-DC78-5E70-8198-53B51179A910}" dt="2026-10-05T08:55:03.405" v="30881" actId="165"/>
          <ac:spMkLst>
            <pc:docMk/>
            <pc:sldMk cId="2208501124" sldId="462"/>
            <ac:spMk id="11" creationId="{89414077-4A68-F225-CBA2-4221189A728D}"/>
          </ac:spMkLst>
        </pc:spChg>
        <pc:spChg chg="mod">
          <ac:chgData name="Hetong Jiang" userId="ec55e077-f91c-4c1f-a475-4ddae44076a0" providerId="ADAL" clId="{C955C419-DC78-5E70-8198-53B51179A910}" dt="2026-10-03T09:41:35.189" v="28403" actId="20577"/>
          <ac:spMkLst>
            <pc:docMk/>
            <pc:sldMk cId="2208501124" sldId="462"/>
            <ac:spMk id="14" creationId="{693FF843-697E-B1A0-E882-446D70878D54}"/>
          </ac:spMkLst>
        </pc:spChg>
        <pc:spChg chg="mod">
          <ac:chgData name="Hetong Jiang" userId="ec55e077-f91c-4c1f-a475-4ddae44076a0" providerId="ADAL" clId="{C955C419-DC78-5E70-8198-53B51179A910}" dt="2026-10-03T09:43:34.932" v="28451" actId="14100"/>
          <ac:spMkLst>
            <pc:docMk/>
            <pc:sldMk cId="2208501124" sldId="462"/>
            <ac:spMk id="20" creationId="{78E65949-5082-7418-B9E5-6E5863638F63}"/>
          </ac:spMkLst>
        </pc:spChg>
        <pc:spChg chg="add mod">
          <ac:chgData name="Hetong Jiang" userId="ec55e077-f91c-4c1f-a475-4ddae44076a0" providerId="ADAL" clId="{C955C419-DC78-5E70-8198-53B51179A910}" dt="2026-10-03T09:42:43.444" v="28424" actId="1076"/>
          <ac:spMkLst>
            <pc:docMk/>
            <pc:sldMk cId="2208501124" sldId="462"/>
            <ac:spMk id="23" creationId="{EE0A112A-A0B6-5A19-C950-77D400FB560A}"/>
          </ac:spMkLst>
        </pc:spChg>
        <pc:spChg chg="add mod topLvl">
          <ac:chgData name="Hetong Jiang" userId="ec55e077-f91c-4c1f-a475-4ddae44076a0" providerId="ADAL" clId="{C955C419-DC78-5E70-8198-53B51179A910}" dt="2026-10-05T08:55:03.405" v="30881" actId="165"/>
          <ac:spMkLst>
            <pc:docMk/>
            <pc:sldMk cId="2208501124" sldId="462"/>
            <ac:spMk id="24" creationId="{375807E0-94A9-A99A-56DB-7425AEBB1E12}"/>
          </ac:spMkLst>
        </pc:spChg>
        <pc:spChg chg="add mod">
          <ac:chgData name="Hetong Jiang" userId="ec55e077-f91c-4c1f-a475-4ddae44076a0" providerId="ADAL" clId="{C955C419-DC78-5E70-8198-53B51179A910}" dt="2026-10-03T09:42:54.506" v="28430" actId="20577"/>
          <ac:spMkLst>
            <pc:docMk/>
            <pc:sldMk cId="2208501124" sldId="462"/>
            <ac:spMk id="25" creationId="{3A206484-2F63-545A-BF3A-01BD9AEC2A50}"/>
          </ac:spMkLst>
        </pc:spChg>
        <pc:grpChg chg="add">
          <ac:chgData name="Hetong Jiang" userId="ec55e077-f91c-4c1f-a475-4ddae44076a0" providerId="ADAL" clId="{C955C419-DC78-5E70-8198-53B51179A910}" dt="2026-10-05T08:56:02.150" v="30889" actId="164"/>
          <ac:grpSpMkLst>
            <pc:docMk/>
            <pc:sldMk cId="2208501124" sldId="462"/>
            <ac:grpSpMk id="12" creationId="{2F648E42-B50A-62C2-2E03-5989EDDE5BC7}"/>
          </ac:grpSpMkLst>
        </pc:grpChg>
        <pc:grpChg chg="add">
          <ac:chgData name="Hetong Jiang" userId="ec55e077-f91c-4c1f-a475-4ddae44076a0" providerId="ADAL" clId="{C955C419-DC78-5E70-8198-53B51179A910}" dt="2026-10-03T09:43:07.711" v="28442" actId="164"/>
          <ac:grpSpMkLst>
            <pc:docMk/>
            <pc:sldMk cId="2208501124" sldId="462"/>
            <ac:grpSpMk id="26" creationId="{A107DF67-D626-27E5-0695-A225DDC57309}"/>
          </ac:grpSpMkLst>
        </pc:grpChg>
        <pc:grpChg chg="add">
          <ac:chgData name="Hetong Jiang" userId="ec55e077-f91c-4c1f-a475-4ddae44076a0" providerId="ADAL" clId="{C955C419-DC78-5E70-8198-53B51179A910}" dt="2026-10-03T09:43:16.471" v="28446" actId="164"/>
          <ac:grpSpMkLst>
            <pc:docMk/>
            <pc:sldMk cId="2208501124" sldId="462"/>
            <ac:grpSpMk id="28" creationId="{AA8BDB58-5E22-0713-5319-CA6C17BDD880}"/>
          </ac:grpSpMkLst>
        </pc:grpChg>
        <pc:picChg chg="add del mod">
          <ac:chgData name="Hetong Jiang" userId="ec55e077-f91c-4c1f-a475-4ddae44076a0" providerId="ADAL" clId="{C955C419-DC78-5E70-8198-53B51179A910}" dt="2026-10-19T23:13:26.423" v="38184" actId="478"/>
          <ac:picMkLst>
            <pc:docMk/>
            <pc:sldMk cId="2208501124" sldId="462"/>
            <ac:picMk id="2" creationId="{7E0954D6-6EAC-BE1B-4265-86FF5F5447F2}"/>
          </ac:picMkLst>
        </pc:picChg>
        <pc:picChg chg="mod">
          <ac:chgData name="Hetong Jiang" userId="ec55e077-f91c-4c1f-a475-4ddae44076a0" providerId="ADAL" clId="{C955C419-DC78-5E70-8198-53B51179A910}" dt="2026-10-03T09:40:15.350" v="28293" actId="1076"/>
          <ac:picMkLst>
            <pc:docMk/>
            <pc:sldMk cId="2208501124" sldId="462"/>
            <ac:picMk id="6" creationId="{22A06579-C093-33F1-0622-89F4E8397168}"/>
          </ac:picMkLst>
        </pc:picChg>
        <pc:picChg chg="add mod">
          <ac:chgData name="Hetong Jiang" userId="ec55e077-f91c-4c1f-a475-4ddae44076a0" providerId="ADAL" clId="{C955C419-DC78-5E70-8198-53B51179A910}" dt="2026-10-05T08:55:53.818" v="30888" actId="1076"/>
          <ac:picMkLst>
            <pc:docMk/>
            <pc:sldMk cId="2208501124" sldId="462"/>
            <ac:picMk id="10" creationId="{5EE68EB1-C2A2-3DB2-25FE-5520CE12AA86}"/>
          </ac:picMkLst>
        </pc:picChg>
      </pc:sldChg>
      <pc:sldChg chg="addSp delSp modSp add mod modAnim">
        <pc:chgData name="Hetong Jiang" userId="ec55e077-f91c-4c1f-a475-4ddae44076a0" providerId="ADAL" clId="{C955C419-DC78-5E70-8198-53B51179A910}" dt="2026-10-01T04:31:46.779" v="22773"/>
        <pc:sldMkLst>
          <pc:docMk/>
          <pc:sldMk cId="79178745" sldId="463"/>
        </pc:sldMkLst>
        <pc:spChg chg="mod">
          <ac:chgData name="Hetong Jiang" userId="ec55e077-f91c-4c1f-a475-4ddae44076a0" providerId="ADAL" clId="{C955C419-DC78-5E70-8198-53B51179A910}" dt="2026-10-01T04:28:41.667" v="22740" actId="14100"/>
          <ac:spMkLst>
            <pc:docMk/>
            <pc:sldMk cId="79178745" sldId="463"/>
            <ac:spMk id="3" creationId="{2AC58085-9BFE-9179-1784-D97D493B1714}"/>
          </ac:spMkLst>
        </pc:spChg>
        <pc:spChg chg="add mod">
          <ac:chgData name="Hetong Jiang" userId="ec55e077-f91c-4c1f-a475-4ddae44076a0" providerId="ADAL" clId="{C955C419-DC78-5E70-8198-53B51179A910}" dt="2026-10-01T04:29:35.177" v="22748" actId="1076"/>
          <ac:spMkLst>
            <pc:docMk/>
            <pc:sldMk cId="79178745" sldId="463"/>
            <ac:spMk id="5" creationId="{2BA26B2C-AF93-663D-A1C3-AF2B0D341BD4}"/>
          </ac:spMkLst>
        </pc:spChg>
      </pc:sldChg>
      <pc:sldChg chg="addSp delSp modSp add mod addAnim delAnim modAnim modNotesTx">
        <pc:chgData name="Hetong Jiang" userId="ec55e077-f91c-4c1f-a475-4ddae44076a0" providerId="ADAL" clId="{C955C419-DC78-5E70-8198-53B51179A910}" dt="2026-10-19T23:15:44.842" v="38198" actId="20577"/>
        <pc:sldMkLst>
          <pc:docMk/>
          <pc:sldMk cId="3290549105" sldId="465"/>
        </pc:sldMkLst>
        <pc:spChg chg="add mod">
          <ac:chgData name="Hetong Jiang" userId="ec55e077-f91c-4c1f-a475-4ddae44076a0" providerId="ADAL" clId="{C955C419-DC78-5E70-8198-53B51179A910}" dt="2026-10-06T03:11:53.379" v="32549" actId="12"/>
          <ac:spMkLst>
            <pc:docMk/>
            <pc:sldMk cId="3290549105" sldId="465"/>
            <ac:spMk id="3" creationId="{572DFEBA-BB1D-8838-4076-25CF86EC94AE}"/>
          </ac:spMkLst>
        </pc:spChg>
        <pc:spChg chg="mod">
          <ac:chgData name="Hetong Jiang" userId="ec55e077-f91c-4c1f-a475-4ddae44076a0" providerId="ADAL" clId="{C955C419-DC78-5E70-8198-53B51179A910}" dt="2026-10-03T03:21:44.225" v="25463"/>
          <ac:spMkLst>
            <pc:docMk/>
            <pc:sldMk cId="3290549105" sldId="465"/>
            <ac:spMk id="4" creationId="{1804F251-1547-F547-FBD1-BD679612615B}"/>
          </ac:spMkLst>
        </pc:spChg>
        <pc:spChg chg="mod">
          <ac:chgData name="Hetong Jiang" userId="ec55e077-f91c-4c1f-a475-4ddae44076a0" providerId="ADAL" clId="{C955C419-DC78-5E70-8198-53B51179A910}" dt="2026-10-01T03:55:38.383" v="22275" actId="14100"/>
          <ac:spMkLst>
            <pc:docMk/>
            <pc:sldMk cId="3290549105" sldId="465"/>
            <ac:spMk id="8" creationId="{5B3AA32C-FD5A-2478-A8EF-52D154E000C1}"/>
          </ac:spMkLst>
        </pc:spChg>
        <pc:spChg chg="mod">
          <ac:chgData name="Hetong Jiang" userId="ec55e077-f91c-4c1f-a475-4ddae44076a0" providerId="ADAL" clId="{C955C419-DC78-5E70-8198-53B51179A910}" dt="2026-10-06T03:11:59.023" v="32550" actId="120"/>
          <ac:spMkLst>
            <pc:docMk/>
            <pc:sldMk cId="3290549105" sldId="465"/>
            <ac:spMk id="9" creationId="{0EB1A65E-B91C-71B8-7608-FA3593CE781F}"/>
          </ac:spMkLst>
        </pc:spChg>
        <pc:spChg chg="add mod">
          <ac:chgData name="Hetong Jiang" userId="ec55e077-f91c-4c1f-a475-4ddae44076a0" providerId="ADAL" clId="{C955C419-DC78-5E70-8198-53B51179A910}" dt="2026-10-03T09:49:20.170" v="28559" actId="1076"/>
          <ac:spMkLst>
            <pc:docMk/>
            <pc:sldMk cId="3290549105" sldId="465"/>
            <ac:spMk id="10" creationId="{91C323B7-67C9-72EB-280F-772D5C3C1BB4}"/>
          </ac:spMkLst>
        </pc:spChg>
        <pc:spChg chg="add mod">
          <ac:chgData name="Hetong Jiang" userId="ec55e077-f91c-4c1f-a475-4ddae44076a0" providerId="ADAL" clId="{C955C419-DC78-5E70-8198-53B51179A910}" dt="2026-10-06T02:04:38.762" v="31976" actId="20577"/>
          <ac:spMkLst>
            <pc:docMk/>
            <pc:sldMk cId="3290549105" sldId="465"/>
            <ac:spMk id="11" creationId="{821DB840-8B38-8D34-39AB-22D2E44554C0}"/>
          </ac:spMkLst>
        </pc:spChg>
        <pc:spChg chg="add mod">
          <ac:chgData name="Hetong Jiang" userId="ec55e077-f91c-4c1f-a475-4ddae44076a0" providerId="ADAL" clId="{C955C419-DC78-5E70-8198-53B51179A910}" dt="2026-10-03T09:47:48.413" v="28532" actId="1076"/>
          <ac:spMkLst>
            <pc:docMk/>
            <pc:sldMk cId="3290549105" sldId="465"/>
            <ac:spMk id="12" creationId="{E86302C0-322E-34E6-8641-D14B940A51EB}"/>
          </ac:spMkLst>
        </pc:spChg>
        <pc:spChg chg="add mod">
          <ac:chgData name="Hetong Jiang" userId="ec55e077-f91c-4c1f-a475-4ddae44076a0" providerId="ADAL" clId="{C955C419-DC78-5E70-8198-53B51179A910}" dt="2026-10-03T09:52:56.879" v="28583" actId="20577"/>
          <ac:spMkLst>
            <pc:docMk/>
            <pc:sldMk cId="3290549105" sldId="465"/>
            <ac:spMk id="15" creationId="{E6EAB78B-31B8-A7C2-AD18-5560BF85617E}"/>
          </ac:spMkLst>
        </pc:spChg>
        <pc:spChg chg="mod">
          <ac:chgData name="Hetong Jiang" userId="ec55e077-f91c-4c1f-a475-4ddae44076a0" providerId="ADAL" clId="{C955C419-DC78-5E70-8198-53B51179A910}" dt="2026-10-03T09:46:34.066" v="28501" actId="1076"/>
          <ac:spMkLst>
            <pc:docMk/>
            <pc:sldMk cId="3290549105" sldId="465"/>
            <ac:spMk id="16" creationId="{98704449-3AC3-322F-E0A3-191DE6104292}"/>
          </ac:spMkLst>
        </pc:spChg>
        <pc:spChg chg="add mod">
          <ac:chgData name="Hetong Jiang" userId="ec55e077-f91c-4c1f-a475-4ddae44076a0" providerId="ADAL" clId="{C955C419-DC78-5E70-8198-53B51179A910}" dt="2026-10-06T03:12:49.342" v="32554"/>
          <ac:spMkLst>
            <pc:docMk/>
            <pc:sldMk cId="3290549105" sldId="465"/>
            <ac:spMk id="18" creationId="{97CCA13B-F221-F220-7916-CEC02C27A718}"/>
          </ac:spMkLst>
        </pc:spChg>
        <pc:spChg chg="add mod">
          <ac:chgData name="Hetong Jiang" userId="ec55e077-f91c-4c1f-a475-4ddae44076a0" providerId="ADAL" clId="{C955C419-DC78-5E70-8198-53B51179A910}" dt="2026-10-01T04:04:59.542" v="22624" actId="14100"/>
          <ac:spMkLst>
            <pc:docMk/>
            <pc:sldMk cId="3290549105" sldId="465"/>
            <ac:spMk id="21" creationId="{B9B5DE6B-C4CD-F7BD-82C2-E4FE3743AD90}"/>
          </ac:spMkLst>
        </pc:spChg>
        <pc:spChg chg="mod">
          <ac:chgData name="Hetong Jiang" userId="ec55e077-f91c-4c1f-a475-4ddae44076a0" providerId="ADAL" clId="{C955C419-DC78-5E70-8198-53B51179A910}" dt="2026-10-06T03:12:09.550" v="32551"/>
          <ac:spMkLst>
            <pc:docMk/>
            <pc:sldMk cId="3290549105" sldId="465"/>
            <ac:spMk id="23" creationId="{D126C3C9-9AC9-DF66-E709-E07F26366C8A}"/>
          </ac:spMkLst>
        </pc:spChg>
        <pc:grpChg chg="mod">
          <ac:chgData name="Hetong Jiang" userId="ec55e077-f91c-4c1f-a475-4ddae44076a0" providerId="ADAL" clId="{C955C419-DC78-5E70-8198-53B51179A910}" dt="2026-10-01T04:04:38.158" v="22614" actId="1076"/>
          <ac:grpSpMkLst>
            <pc:docMk/>
            <pc:sldMk cId="3290549105" sldId="465"/>
            <ac:grpSpMk id="17" creationId="{38B13EE8-418A-E5E1-6587-F20CF666AACC}"/>
          </ac:grpSpMkLst>
        </pc:grpChg>
        <pc:picChg chg="mod">
          <ac:chgData name="Hetong Jiang" userId="ec55e077-f91c-4c1f-a475-4ddae44076a0" providerId="ADAL" clId="{C955C419-DC78-5E70-8198-53B51179A910}" dt="2026-10-01T04:04:33.572" v="22613" actId="1076"/>
          <ac:picMkLst>
            <pc:docMk/>
            <pc:sldMk cId="3290549105" sldId="465"/>
            <ac:picMk id="5" creationId="{88051C04-D5D7-4772-D669-261C7ADA755E}"/>
          </ac:picMkLst>
        </pc:picChg>
        <pc:picChg chg="mod">
          <ac:chgData name="Hetong Jiang" userId="ec55e077-f91c-4c1f-a475-4ddae44076a0" providerId="ADAL" clId="{C955C419-DC78-5E70-8198-53B51179A910}" dt="2026-10-03T09:46:34.066" v="28501" actId="1076"/>
          <ac:picMkLst>
            <pc:docMk/>
            <pc:sldMk cId="3290549105" sldId="465"/>
            <ac:picMk id="7" creationId="{600F0CB0-E02E-01AA-737F-28447789E252}"/>
          </ac:picMkLst>
        </pc:picChg>
        <pc:picChg chg="mod">
          <ac:chgData name="Hetong Jiang" userId="ec55e077-f91c-4c1f-a475-4ddae44076a0" providerId="ADAL" clId="{C955C419-DC78-5E70-8198-53B51179A910}" dt="2026-10-03T09:46:34.066" v="28501" actId="1076"/>
          <ac:picMkLst>
            <pc:docMk/>
            <pc:sldMk cId="3290549105" sldId="465"/>
            <ac:picMk id="14" creationId="{E21B4227-2E4E-73FA-96C9-FD97490528AE}"/>
          </ac:picMkLst>
        </pc:picChg>
        <pc:picChg chg="add mod">
          <ac:chgData name="Hetong Jiang" userId="ec55e077-f91c-4c1f-a475-4ddae44076a0" providerId="ADAL" clId="{C955C419-DC78-5E70-8198-53B51179A910}" dt="2026-10-01T04:04:42.218" v="22615" actId="1076"/>
          <ac:picMkLst>
            <pc:docMk/>
            <pc:sldMk cId="3290549105" sldId="465"/>
            <ac:picMk id="20" creationId="{5687471C-0D4E-C8FA-8F25-F9853DB22980}"/>
          </ac:picMkLst>
        </pc:picChg>
        <pc:picChg chg="add mod">
          <ac:chgData name="Hetong Jiang" userId="ec55e077-f91c-4c1f-a475-4ddae44076a0" providerId="ADAL" clId="{C955C419-DC78-5E70-8198-53B51179A910}" dt="2026-10-01T04:36:22.079" v="22806" actId="14100"/>
          <ac:picMkLst>
            <pc:docMk/>
            <pc:sldMk cId="3290549105" sldId="465"/>
            <ac:picMk id="24" creationId="{6F678965-1208-774A-716E-16C2C483025F}"/>
          </ac:picMkLst>
        </pc:picChg>
      </pc:sldChg>
      <pc:sldChg chg="addSp delSp modSp add mod delAnim modAnim">
        <pc:chgData name="Hetong Jiang" userId="ec55e077-f91c-4c1f-a475-4ddae44076a0" providerId="ADAL" clId="{C955C419-DC78-5E70-8198-53B51179A910}" dt="2026-10-06T04:03:27.442" v="33465" actId="20577"/>
        <pc:sldMkLst>
          <pc:docMk/>
          <pc:sldMk cId="4065442963" sldId="466"/>
        </pc:sldMkLst>
        <pc:spChg chg="mod">
          <ac:chgData name="Hetong Jiang" userId="ec55e077-f91c-4c1f-a475-4ddae44076a0" providerId="ADAL" clId="{C955C419-DC78-5E70-8198-53B51179A910}" dt="2026-10-03T03:20:40.046" v="25454"/>
          <ac:spMkLst>
            <pc:docMk/>
            <pc:sldMk cId="4065442963" sldId="466"/>
            <ac:spMk id="2" creationId="{9428FBB6-9C7F-177E-765F-B8F28D6305D0}"/>
          </ac:spMkLst>
        </pc:spChg>
        <pc:spChg chg="mod">
          <ac:chgData name="Hetong Jiang" userId="ec55e077-f91c-4c1f-a475-4ddae44076a0" providerId="ADAL" clId="{C955C419-DC78-5E70-8198-53B51179A910}" dt="2026-10-06T03:13:33.404" v="32565" actId="1076"/>
          <ac:spMkLst>
            <pc:docMk/>
            <pc:sldMk cId="4065442963" sldId="466"/>
            <ac:spMk id="3" creationId="{33366457-45A3-253C-4D15-D0B17AFFF350}"/>
          </ac:spMkLst>
        </pc:spChg>
        <pc:spChg chg="mod">
          <ac:chgData name="Hetong Jiang" userId="ec55e077-f91c-4c1f-a475-4ddae44076a0" providerId="ADAL" clId="{C955C419-DC78-5E70-8198-53B51179A910}" dt="2026-10-06T02:05:01.396" v="31983"/>
          <ac:spMkLst>
            <pc:docMk/>
            <pc:sldMk cId="4065442963" sldId="466"/>
            <ac:spMk id="6" creationId="{E11878E8-6375-74F8-0343-B2C78C475AA9}"/>
          </ac:spMkLst>
        </pc:spChg>
        <pc:spChg chg="mod topLvl">
          <ac:chgData name="Hetong Jiang" userId="ec55e077-f91c-4c1f-a475-4ddae44076a0" providerId="ADAL" clId="{C955C419-DC78-5E70-8198-53B51179A910}" dt="2026-10-06T04:03:27.442" v="33465" actId="20577"/>
          <ac:spMkLst>
            <pc:docMk/>
            <pc:sldMk cId="4065442963" sldId="466"/>
            <ac:spMk id="7" creationId="{7C8C4096-A850-2FAF-463F-0171905840EA}"/>
          </ac:spMkLst>
        </pc:spChg>
        <pc:picChg chg="mod topLvl">
          <ac:chgData name="Hetong Jiang" userId="ec55e077-f91c-4c1f-a475-4ddae44076a0" providerId="ADAL" clId="{C955C419-DC78-5E70-8198-53B51179A910}" dt="2026-10-06T03:14:25.723" v="32580" actId="1076"/>
          <ac:picMkLst>
            <pc:docMk/>
            <pc:sldMk cId="4065442963" sldId="466"/>
            <ac:picMk id="5" creationId="{AF29396F-09F2-09CB-B9B6-77EB3366CEF8}"/>
          </ac:picMkLst>
        </pc:picChg>
      </pc:sldChg>
      <pc:sldChg chg="addSp delSp modSp add mod delAnim modAnim modNotesTx">
        <pc:chgData name="Hetong Jiang" userId="ec55e077-f91c-4c1f-a475-4ddae44076a0" providerId="ADAL" clId="{C955C419-DC78-5E70-8198-53B51179A910}" dt="2026-10-19T23:17:54.285" v="38199" actId="20577"/>
        <pc:sldMkLst>
          <pc:docMk/>
          <pc:sldMk cId="1073731899" sldId="467"/>
        </pc:sldMkLst>
        <pc:spChg chg="add mod">
          <ac:chgData name="Hetong Jiang" userId="ec55e077-f91c-4c1f-a475-4ddae44076a0" providerId="ADAL" clId="{C955C419-DC78-5E70-8198-53B51179A910}" dt="2026-10-03T10:02:21.502" v="28789" actId="207"/>
          <ac:spMkLst>
            <pc:docMk/>
            <pc:sldMk cId="1073731899" sldId="467"/>
            <ac:spMk id="2" creationId="{9140F4A9-FEFD-0C64-D187-1D7F4A53333B}"/>
          </ac:spMkLst>
        </pc:spChg>
        <pc:spChg chg="mod">
          <ac:chgData name="Hetong Jiang" userId="ec55e077-f91c-4c1f-a475-4ddae44076a0" providerId="ADAL" clId="{C955C419-DC78-5E70-8198-53B51179A910}" dt="2026-10-06T02:05:33.846" v="31996" actId="1076"/>
          <ac:spMkLst>
            <pc:docMk/>
            <pc:sldMk cId="1073731899" sldId="467"/>
            <ac:spMk id="3" creationId="{34BBD847-6454-47CB-32DF-34DDD96BF050}"/>
          </ac:spMkLst>
        </pc:spChg>
        <pc:spChg chg="add mod">
          <ac:chgData name="Hetong Jiang" userId="ec55e077-f91c-4c1f-a475-4ddae44076a0" providerId="ADAL" clId="{C955C419-DC78-5E70-8198-53B51179A910}" dt="2026-10-03T10:02:31.797" v="28794" actId="1076"/>
          <ac:spMkLst>
            <pc:docMk/>
            <pc:sldMk cId="1073731899" sldId="467"/>
            <ac:spMk id="5" creationId="{7A870CE9-95F5-E39A-C4F9-A97E367C7FD5}"/>
          </ac:spMkLst>
        </pc:spChg>
        <pc:spChg chg="mod">
          <ac:chgData name="Hetong Jiang" userId="ec55e077-f91c-4c1f-a475-4ddae44076a0" providerId="ADAL" clId="{C955C419-DC78-5E70-8198-53B51179A910}" dt="2026-10-03T03:22:20.757" v="25469" actId="27636"/>
          <ac:spMkLst>
            <pc:docMk/>
            <pc:sldMk cId="1073731899" sldId="467"/>
            <ac:spMk id="10" creationId="{D0D41A8D-8C3A-56FC-C198-7737A6CBB1E8}"/>
          </ac:spMkLst>
        </pc:spChg>
        <pc:spChg chg="add mod">
          <ac:chgData name="Hetong Jiang" userId="ec55e077-f91c-4c1f-a475-4ddae44076a0" providerId="ADAL" clId="{C955C419-DC78-5E70-8198-53B51179A910}" dt="2026-10-03T10:02:15.476" v="28788" actId="207"/>
          <ac:spMkLst>
            <pc:docMk/>
            <pc:sldMk cId="1073731899" sldId="467"/>
            <ac:spMk id="23" creationId="{9A7ED8A8-9FA9-1F6C-2C85-1C387ABFF695}"/>
          </ac:spMkLst>
        </pc:spChg>
        <pc:spChg chg="add mod topLvl">
          <ac:chgData name="Hetong Jiang" userId="ec55e077-f91c-4c1f-a475-4ddae44076a0" providerId="ADAL" clId="{C955C419-DC78-5E70-8198-53B51179A910}" dt="2026-10-06T02:06:01.745" v="31997" actId="165"/>
          <ac:spMkLst>
            <pc:docMk/>
            <pc:sldMk cId="1073731899" sldId="467"/>
            <ac:spMk id="64" creationId="{81286E60-E173-61C8-7860-99CB96CC975F}"/>
          </ac:spMkLst>
        </pc:spChg>
        <pc:grpChg chg="add">
          <ac:chgData name="Hetong Jiang" userId="ec55e077-f91c-4c1f-a475-4ddae44076a0" providerId="ADAL" clId="{C955C419-DC78-5E70-8198-53B51179A910}" dt="2026-10-06T02:06:26.725" v="32003" actId="164"/>
          <ac:grpSpMkLst>
            <pc:docMk/>
            <pc:sldMk cId="1073731899" sldId="467"/>
            <ac:grpSpMk id="6" creationId="{1FF2B05A-A6F6-07DF-78F2-4102386B83EC}"/>
          </ac:grpSpMkLst>
        </pc:grpChg>
        <pc:grpChg chg="add mod">
          <ac:chgData name="Hetong Jiang" userId="ec55e077-f91c-4c1f-a475-4ddae44076a0" providerId="ADAL" clId="{C955C419-DC78-5E70-8198-53B51179A910}" dt="2026-10-03T10:00:08.856" v="28732" actId="1076"/>
          <ac:grpSpMkLst>
            <pc:docMk/>
            <pc:sldMk cId="1073731899" sldId="467"/>
            <ac:grpSpMk id="7" creationId="{DE555EA3-57BC-C648-D5F8-4A185C9863BD}"/>
          </ac:grpSpMkLst>
        </pc:grpChg>
        <pc:grpChg chg="mod">
          <ac:chgData name="Hetong Jiang" userId="ec55e077-f91c-4c1f-a475-4ddae44076a0" providerId="ADAL" clId="{C955C419-DC78-5E70-8198-53B51179A910}" dt="2026-10-03T09:56:25.500" v="28643"/>
          <ac:grpSpMkLst>
            <pc:docMk/>
            <pc:sldMk cId="1073731899" sldId="467"/>
            <ac:grpSpMk id="8" creationId="{B7C5DC1C-B9FD-1796-13B8-0871C14CABD8}"/>
          </ac:grpSpMkLst>
        </pc:grpChg>
        <pc:grpChg chg="mod">
          <ac:chgData name="Hetong Jiang" userId="ec55e077-f91c-4c1f-a475-4ddae44076a0" providerId="ADAL" clId="{C955C419-DC78-5E70-8198-53B51179A910}" dt="2026-10-03T09:56:25.500" v="28643"/>
          <ac:grpSpMkLst>
            <pc:docMk/>
            <pc:sldMk cId="1073731899" sldId="467"/>
            <ac:grpSpMk id="17" creationId="{88C66B4E-72FF-0D23-D7EA-2F7957E92447}"/>
          </ac:grpSpMkLst>
        </pc:grpChg>
        <pc:grpChg chg="add mod">
          <ac:chgData name="Hetong Jiang" userId="ec55e077-f91c-4c1f-a475-4ddae44076a0" providerId="ADAL" clId="{C955C419-DC78-5E70-8198-53B51179A910}" dt="2026-10-03T10:00:35.511" v="28754" actId="1076"/>
          <ac:grpSpMkLst>
            <pc:docMk/>
            <pc:sldMk cId="1073731899" sldId="467"/>
            <ac:grpSpMk id="25" creationId="{DF1713E8-731B-08D9-F92D-F604256BC0C2}"/>
          </ac:grpSpMkLst>
        </pc:grpChg>
        <pc:grpChg chg="add mod">
          <ac:chgData name="Hetong Jiang" userId="ec55e077-f91c-4c1f-a475-4ddae44076a0" providerId="ADAL" clId="{C955C419-DC78-5E70-8198-53B51179A910}" dt="2026-10-03T10:02:34.578" v="28796" actId="1076"/>
          <ac:grpSpMkLst>
            <pc:docMk/>
            <pc:sldMk cId="1073731899" sldId="467"/>
            <ac:grpSpMk id="74" creationId="{8C51F2C7-689A-C6B8-6991-9BA8FCB3894B}"/>
          </ac:grpSpMkLst>
        </pc:grpChg>
        <pc:grpChg chg="add mod">
          <ac:chgData name="Hetong Jiang" userId="ec55e077-f91c-4c1f-a475-4ddae44076a0" providerId="ADAL" clId="{C955C419-DC78-5E70-8198-53B51179A910}" dt="2026-10-03T10:02:40.596" v="28798" actId="1076"/>
          <ac:grpSpMkLst>
            <pc:docMk/>
            <pc:sldMk cId="1073731899" sldId="467"/>
            <ac:grpSpMk id="75" creationId="{50957A47-A577-BDD0-D9B9-4FCEA2DCB26C}"/>
          </ac:grpSpMkLst>
        </pc:grpChg>
        <pc:grpChg chg="add mod">
          <ac:chgData name="Hetong Jiang" userId="ec55e077-f91c-4c1f-a475-4ddae44076a0" providerId="ADAL" clId="{C955C419-DC78-5E70-8198-53B51179A910}" dt="2026-10-03T10:02:46.217" v="28800" actId="1076"/>
          <ac:grpSpMkLst>
            <pc:docMk/>
            <pc:sldMk cId="1073731899" sldId="467"/>
            <ac:grpSpMk id="77" creationId="{63DD6C8E-51AE-8448-34BB-0E951FCA85CE}"/>
          </ac:grpSpMkLst>
        </pc:grpChg>
        <pc:picChg chg="add mod">
          <ac:chgData name="Hetong Jiang" userId="ec55e077-f91c-4c1f-a475-4ddae44076a0" providerId="ADAL" clId="{C955C419-DC78-5E70-8198-53B51179A910}" dt="2026-10-06T02:06:22.404" v="32002" actId="14100"/>
          <ac:picMkLst>
            <pc:docMk/>
            <pc:sldMk cId="1073731899" sldId="467"/>
            <ac:picMk id="4" creationId="{E66F225F-1BD7-2385-953B-3F11C13D4BBA}"/>
          </ac:picMkLst>
        </pc:picChg>
        <pc:picChg chg="mod">
          <ac:chgData name="Hetong Jiang" userId="ec55e077-f91c-4c1f-a475-4ddae44076a0" providerId="ADAL" clId="{C955C419-DC78-5E70-8198-53B51179A910}" dt="2026-10-03T09:59:44.657" v="28720" actId="1076"/>
          <ac:picMkLst>
            <pc:docMk/>
            <pc:sldMk cId="1073731899" sldId="467"/>
            <ac:picMk id="14" creationId="{38C501C8-EFAB-BAE0-E996-BCD145564A78}"/>
          </ac:picMkLst>
        </pc:picChg>
        <pc:picChg chg="mod">
          <ac:chgData name="Hetong Jiang" userId="ec55e077-f91c-4c1f-a475-4ddae44076a0" providerId="ADAL" clId="{C955C419-DC78-5E70-8198-53B51179A910}" dt="2026-10-03T09:56:25.500" v="28643"/>
          <ac:picMkLst>
            <pc:docMk/>
            <pc:sldMk cId="1073731899" sldId="467"/>
            <ac:picMk id="19" creationId="{B51194D9-D39C-5122-5C70-CE4E7DD6CEA9}"/>
          </ac:picMkLst>
        </pc:picChg>
        <pc:picChg chg="mod">
          <ac:chgData name="Hetong Jiang" userId="ec55e077-f91c-4c1f-a475-4ddae44076a0" providerId="ADAL" clId="{C955C419-DC78-5E70-8198-53B51179A910}" dt="2026-10-03T09:56:25.500" v="28643"/>
          <ac:picMkLst>
            <pc:docMk/>
            <pc:sldMk cId="1073731899" sldId="467"/>
            <ac:picMk id="20" creationId="{D0190083-3B18-DF2D-D9BA-7F359EEBA46A}"/>
          </ac:picMkLst>
        </pc:picChg>
        <pc:picChg chg="mod">
          <ac:chgData name="Hetong Jiang" userId="ec55e077-f91c-4c1f-a475-4ddae44076a0" providerId="ADAL" clId="{C955C419-DC78-5E70-8198-53B51179A910}" dt="2026-10-03T09:56:25.500" v="28643"/>
          <ac:picMkLst>
            <pc:docMk/>
            <pc:sldMk cId="1073731899" sldId="467"/>
            <ac:picMk id="21" creationId="{9F838B96-121F-40AC-BAC1-AD23594FEE1C}"/>
          </ac:picMkLst>
        </pc:picChg>
        <pc:picChg chg="mod">
          <ac:chgData name="Hetong Jiang" userId="ec55e077-f91c-4c1f-a475-4ddae44076a0" providerId="ADAL" clId="{C955C419-DC78-5E70-8198-53B51179A910}" dt="2026-10-03T09:56:25.500" v="28643"/>
          <ac:picMkLst>
            <pc:docMk/>
            <pc:sldMk cId="1073731899" sldId="467"/>
            <ac:picMk id="22" creationId="{243ED7CC-731B-DD52-8178-5828010AA78C}"/>
          </ac:picMkLst>
        </pc:picChg>
        <pc:picChg chg="mod">
          <ac:chgData name="Hetong Jiang" userId="ec55e077-f91c-4c1f-a475-4ddae44076a0" providerId="ADAL" clId="{C955C419-DC78-5E70-8198-53B51179A910}" dt="2026-10-03T09:56:46.938" v="28657"/>
          <ac:picMkLst>
            <pc:docMk/>
            <pc:sldMk cId="1073731899" sldId="467"/>
            <ac:picMk id="26" creationId="{84DFBCDF-963D-004A-9CEC-5D08C56747C0}"/>
          </ac:picMkLst>
        </pc:picChg>
        <pc:picChg chg="mod">
          <ac:chgData name="Hetong Jiang" userId="ec55e077-f91c-4c1f-a475-4ddae44076a0" providerId="ADAL" clId="{C955C419-DC78-5E70-8198-53B51179A910}" dt="2026-10-03T09:56:46.938" v="28657"/>
          <ac:picMkLst>
            <pc:docMk/>
            <pc:sldMk cId="1073731899" sldId="467"/>
            <ac:picMk id="27" creationId="{2B40F1F1-8D76-1080-FCF5-0B0A85963412}"/>
          </ac:picMkLst>
        </pc:picChg>
        <pc:cxnChg chg="mod">
          <ac:chgData name="Hetong Jiang" userId="ec55e077-f91c-4c1f-a475-4ddae44076a0" providerId="ADAL" clId="{C955C419-DC78-5E70-8198-53B51179A910}" dt="2026-10-03T10:03:06" v="28806" actId="14100"/>
          <ac:cxnSpMkLst>
            <pc:docMk/>
            <pc:sldMk cId="1073731899" sldId="467"/>
            <ac:cxnSpMk id="13" creationId="{F07FC4D1-E533-621B-2153-787AD65B2FB2}"/>
          </ac:cxnSpMkLst>
        </pc:cxnChg>
        <pc:cxnChg chg="mod">
          <ac:chgData name="Hetong Jiang" userId="ec55e077-f91c-4c1f-a475-4ddae44076a0" providerId="ADAL" clId="{C955C419-DC78-5E70-8198-53B51179A910}" dt="2026-10-03T10:03:03.946" v="28805" actId="14100"/>
          <ac:cxnSpMkLst>
            <pc:docMk/>
            <pc:sldMk cId="1073731899" sldId="467"/>
            <ac:cxnSpMk id="15" creationId="{F66126DF-EE31-EB2F-99A5-9F8F2D8D5B62}"/>
          </ac:cxnSpMkLst>
        </pc:cxnChg>
        <pc:cxnChg chg="mod">
          <ac:chgData name="Hetong Jiang" userId="ec55e077-f91c-4c1f-a475-4ddae44076a0" providerId="ADAL" clId="{C955C419-DC78-5E70-8198-53B51179A910}" dt="2026-10-03T10:03:01.240" v="28804" actId="1582"/>
          <ac:cxnSpMkLst>
            <pc:docMk/>
            <pc:sldMk cId="1073731899" sldId="467"/>
            <ac:cxnSpMk id="18" creationId="{D6B1980C-4FA1-08C1-ADF3-A96C872F2B69}"/>
          </ac:cxnSpMkLst>
        </pc:cxnChg>
      </pc:sldChg>
      <pc:sldChg chg="modSp add mod modAnim">
        <pc:chgData name="Hetong Jiang" userId="ec55e077-f91c-4c1f-a475-4ddae44076a0" providerId="ADAL" clId="{C955C419-DC78-5E70-8198-53B51179A910}" dt="2026-10-19T23:18:13.695" v="38212" actId="20577"/>
        <pc:sldMkLst>
          <pc:docMk/>
          <pc:sldMk cId="1796412224" sldId="468"/>
        </pc:sldMkLst>
        <pc:spChg chg="mod">
          <ac:chgData name="Hetong Jiang" userId="ec55e077-f91c-4c1f-a475-4ddae44076a0" providerId="ADAL" clId="{C955C419-DC78-5E70-8198-53B51179A910}" dt="2026-10-06T03:16:05.863" v="32589" actId="1076"/>
          <ac:spMkLst>
            <pc:docMk/>
            <pc:sldMk cId="1796412224" sldId="468"/>
            <ac:spMk id="5" creationId="{169DE012-9400-42B8-1DF4-570D56DE3387}"/>
          </ac:spMkLst>
        </pc:spChg>
        <pc:spChg chg="mod">
          <ac:chgData name="Hetong Jiang" userId="ec55e077-f91c-4c1f-a475-4ddae44076a0" providerId="ADAL" clId="{C955C419-DC78-5E70-8198-53B51179A910}" dt="2026-10-06T02:14:49.559" v="32087" actId="20577"/>
          <ac:spMkLst>
            <pc:docMk/>
            <pc:sldMk cId="1796412224" sldId="468"/>
            <ac:spMk id="6" creationId="{B9B3DBCA-5678-5116-057C-1841FDFFBA94}"/>
          </ac:spMkLst>
        </pc:spChg>
        <pc:spChg chg="mod">
          <ac:chgData name="Hetong Jiang" userId="ec55e077-f91c-4c1f-a475-4ddae44076a0" providerId="ADAL" clId="{C955C419-DC78-5E70-8198-53B51179A910}" dt="2026-10-03T03:40:44.063" v="25474"/>
          <ac:spMkLst>
            <pc:docMk/>
            <pc:sldMk cId="1796412224" sldId="468"/>
            <ac:spMk id="8" creationId="{26D9E0E2-0FCE-BE9C-B6D5-551316EA0962}"/>
          </ac:spMkLst>
        </pc:spChg>
        <pc:spChg chg="mod">
          <ac:chgData name="Hetong Jiang" userId="ec55e077-f91c-4c1f-a475-4ddae44076a0" providerId="ADAL" clId="{C955C419-DC78-5E70-8198-53B51179A910}" dt="2026-10-19T23:18:08.331" v="38204" actId="20577"/>
          <ac:spMkLst>
            <pc:docMk/>
            <pc:sldMk cId="1796412224" sldId="468"/>
            <ac:spMk id="25" creationId="{6942254C-E3BF-4DF5-4EFC-35A3977AFB23}"/>
          </ac:spMkLst>
        </pc:spChg>
        <pc:spChg chg="mod">
          <ac:chgData name="Hetong Jiang" userId="ec55e077-f91c-4c1f-a475-4ddae44076a0" providerId="ADAL" clId="{C955C419-DC78-5E70-8198-53B51179A910}" dt="2026-10-19T23:18:10.738" v="38208" actId="20577"/>
          <ac:spMkLst>
            <pc:docMk/>
            <pc:sldMk cId="1796412224" sldId="468"/>
            <ac:spMk id="28" creationId="{33DC1C53-4DB1-84A3-9B69-33ADBF846467}"/>
          </ac:spMkLst>
        </pc:spChg>
        <pc:spChg chg="mod">
          <ac:chgData name="Hetong Jiang" userId="ec55e077-f91c-4c1f-a475-4ddae44076a0" providerId="ADAL" clId="{C955C419-DC78-5E70-8198-53B51179A910}" dt="2026-10-19T23:18:13.695" v="38212" actId="20577"/>
          <ac:spMkLst>
            <pc:docMk/>
            <pc:sldMk cId="1796412224" sldId="468"/>
            <ac:spMk id="29" creationId="{FD788487-7A9C-5BA9-3A9A-274205AD13F3}"/>
          </ac:spMkLst>
        </pc:spChg>
        <pc:grpChg chg="mod">
          <ac:chgData name="Hetong Jiang" userId="ec55e077-f91c-4c1f-a475-4ddae44076a0" providerId="ADAL" clId="{C955C419-DC78-5E70-8198-53B51179A910}" dt="2026-10-01T04:37:26.770" v="22810" actId="14100"/>
          <ac:grpSpMkLst>
            <pc:docMk/>
            <pc:sldMk cId="1796412224" sldId="468"/>
            <ac:grpSpMk id="2" creationId="{C394145F-4E4C-1C1F-1458-A6D697063394}"/>
          </ac:grpSpMkLst>
        </pc:grpChg>
        <pc:grpChg chg="mod">
          <ac:chgData name="Hetong Jiang" userId="ec55e077-f91c-4c1f-a475-4ddae44076a0" providerId="ADAL" clId="{C955C419-DC78-5E70-8198-53B51179A910}" dt="2026-10-01T04:37:23.629" v="22809" actId="14100"/>
          <ac:grpSpMkLst>
            <pc:docMk/>
            <pc:sldMk cId="1796412224" sldId="468"/>
            <ac:grpSpMk id="4" creationId="{88BB619E-CA4F-05B7-7DBD-5EBFB8190D07}"/>
          </ac:grpSpMkLst>
        </pc:grpChg>
      </pc:sldChg>
      <pc:sldChg chg="addSp delSp modSp add mod delAnim modAnim modNotesTx">
        <pc:chgData name="Hetong Jiang" userId="ec55e077-f91c-4c1f-a475-4ddae44076a0" providerId="ADAL" clId="{C955C419-DC78-5E70-8198-53B51179A910}" dt="2026-10-06T04:05:14.996" v="33472" actId="255"/>
        <pc:sldMkLst>
          <pc:docMk/>
          <pc:sldMk cId="2622569001" sldId="469"/>
        </pc:sldMkLst>
        <pc:spChg chg="mod">
          <ac:chgData name="Hetong Jiang" userId="ec55e077-f91c-4c1f-a475-4ddae44076a0" providerId="ADAL" clId="{C955C419-DC78-5E70-8198-53B51179A910}" dt="2026-10-06T03:17:04.195" v="32595" actId="1076"/>
          <ac:spMkLst>
            <pc:docMk/>
            <pc:sldMk cId="2622569001" sldId="469"/>
            <ac:spMk id="3" creationId="{966EDC2E-E02E-0CCF-1188-2199F50CF264}"/>
          </ac:spMkLst>
        </pc:spChg>
        <pc:spChg chg="mod">
          <ac:chgData name="Hetong Jiang" userId="ec55e077-f91c-4c1f-a475-4ddae44076a0" providerId="ADAL" clId="{C955C419-DC78-5E70-8198-53B51179A910}" dt="2026-10-06T03:17:04.195" v="32595" actId="1076"/>
          <ac:spMkLst>
            <pc:docMk/>
            <pc:sldMk cId="2622569001" sldId="469"/>
            <ac:spMk id="4" creationId="{F0304DF0-0293-D535-78BF-364A6DDC67C9}"/>
          </ac:spMkLst>
        </pc:spChg>
        <pc:spChg chg="mod">
          <ac:chgData name="Hetong Jiang" userId="ec55e077-f91c-4c1f-a475-4ddae44076a0" providerId="ADAL" clId="{C955C419-DC78-5E70-8198-53B51179A910}" dt="2026-10-06T03:17:04.195" v="32595" actId="1076"/>
          <ac:spMkLst>
            <pc:docMk/>
            <pc:sldMk cId="2622569001" sldId="469"/>
            <ac:spMk id="5" creationId="{D9FA21B9-53DB-B2F3-6A2E-CB719168B28A}"/>
          </ac:spMkLst>
        </pc:spChg>
        <pc:spChg chg="mod">
          <ac:chgData name="Hetong Jiang" userId="ec55e077-f91c-4c1f-a475-4ddae44076a0" providerId="ADAL" clId="{C955C419-DC78-5E70-8198-53B51179A910}" dt="2026-10-01T04:39:50.653" v="22830" actId="14100"/>
          <ac:spMkLst>
            <pc:docMk/>
            <pc:sldMk cId="2622569001" sldId="469"/>
            <ac:spMk id="7" creationId="{5DD734F1-B04A-9BF3-8D52-DEF4F2425E49}"/>
          </ac:spMkLst>
        </pc:spChg>
        <pc:spChg chg="mod">
          <ac:chgData name="Hetong Jiang" userId="ec55e077-f91c-4c1f-a475-4ddae44076a0" providerId="ADAL" clId="{C955C419-DC78-5E70-8198-53B51179A910}" dt="2026-10-05T07:17:12.403" v="29048"/>
          <ac:spMkLst>
            <pc:docMk/>
            <pc:sldMk cId="2622569001" sldId="469"/>
            <ac:spMk id="8" creationId="{19FF63B5-E293-B19B-B69E-B13124E3FC07}"/>
          </ac:spMkLst>
        </pc:spChg>
        <pc:spChg chg="mod">
          <ac:chgData name="Hetong Jiang" userId="ec55e077-f91c-4c1f-a475-4ddae44076a0" providerId="ADAL" clId="{C955C419-DC78-5E70-8198-53B51179A910}" dt="2026-10-06T03:17:04.195" v="32595" actId="1076"/>
          <ac:spMkLst>
            <pc:docMk/>
            <pc:sldMk cId="2622569001" sldId="469"/>
            <ac:spMk id="9" creationId="{C1728A29-BBB5-BA98-05B3-E7B8915FCF26}"/>
          </ac:spMkLst>
        </pc:spChg>
        <pc:spChg chg="mod">
          <ac:chgData name="Hetong Jiang" userId="ec55e077-f91c-4c1f-a475-4ddae44076a0" providerId="ADAL" clId="{C955C419-DC78-5E70-8198-53B51179A910}" dt="2026-10-01T04:39:28.528" v="22824" actId="1076"/>
          <ac:spMkLst>
            <pc:docMk/>
            <pc:sldMk cId="2622569001" sldId="469"/>
            <ac:spMk id="11" creationId="{87AB4C41-9BC6-6F3C-A700-BC798E326517}"/>
          </ac:spMkLst>
        </pc:spChg>
        <pc:spChg chg="add mod">
          <ac:chgData name="Hetong Jiang" userId="ec55e077-f91c-4c1f-a475-4ddae44076a0" providerId="ADAL" clId="{C955C419-DC78-5E70-8198-53B51179A910}" dt="2026-10-06T04:05:14.996" v="33472" actId="255"/>
          <ac:spMkLst>
            <pc:docMk/>
            <pc:sldMk cId="2622569001" sldId="469"/>
            <ac:spMk id="12" creationId="{F720DE42-6C11-486F-F54D-96E85C6A5A3A}"/>
          </ac:spMkLst>
        </pc:spChg>
        <pc:spChg chg="mod">
          <ac:chgData name="Hetong Jiang" userId="ec55e077-f91c-4c1f-a475-4ddae44076a0" providerId="ADAL" clId="{C955C419-DC78-5E70-8198-53B51179A910}" dt="2026-10-01T04:39:48.442" v="22829" actId="1076"/>
          <ac:spMkLst>
            <pc:docMk/>
            <pc:sldMk cId="2622569001" sldId="469"/>
            <ac:spMk id="14" creationId="{92905488-D57E-96A4-48C2-E6A5B39CA7EA}"/>
          </ac:spMkLst>
        </pc:spChg>
        <pc:spChg chg="mod">
          <ac:chgData name="Hetong Jiang" userId="ec55e077-f91c-4c1f-a475-4ddae44076a0" providerId="ADAL" clId="{C955C419-DC78-5E70-8198-53B51179A910}" dt="2026-10-01T04:41:02.763" v="22839" actId="1076"/>
          <ac:spMkLst>
            <pc:docMk/>
            <pc:sldMk cId="2622569001" sldId="469"/>
            <ac:spMk id="17" creationId="{9088D13B-8FEB-8A23-7CE7-0335DB973208}"/>
          </ac:spMkLst>
        </pc:spChg>
        <pc:spChg chg="mod">
          <ac:chgData name="Hetong Jiang" userId="ec55e077-f91c-4c1f-a475-4ddae44076a0" providerId="ADAL" clId="{C955C419-DC78-5E70-8198-53B51179A910}" dt="2026-10-01T04:40:59.433" v="22838" actId="1076"/>
          <ac:spMkLst>
            <pc:docMk/>
            <pc:sldMk cId="2622569001" sldId="469"/>
            <ac:spMk id="18" creationId="{E2CED826-3562-7591-5A67-E5A4462B2E13}"/>
          </ac:spMkLst>
        </pc:spChg>
        <pc:spChg chg="mod">
          <ac:chgData name="Hetong Jiang" userId="ec55e077-f91c-4c1f-a475-4ddae44076a0" providerId="ADAL" clId="{C955C419-DC78-5E70-8198-53B51179A910}" dt="2026-10-01T04:40:47.101" v="22836" actId="14100"/>
          <ac:spMkLst>
            <pc:docMk/>
            <pc:sldMk cId="2622569001" sldId="469"/>
            <ac:spMk id="19" creationId="{5AD0EC4C-B820-F32B-A49B-FA717EFA0CDA}"/>
          </ac:spMkLst>
        </pc:spChg>
        <pc:spChg chg="add mod">
          <ac:chgData name="Hetong Jiang" userId="ec55e077-f91c-4c1f-a475-4ddae44076a0" providerId="ADAL" clId="{C955C419-DC78-5E70-8198-53B51179A910}" dt="2026-10-06T04:04:36.198" v="33466"/>
          <ac:spMkLst>
            <pc:docMk/>
            <pc:sldMk cId="2622569001" sldId="469"/>
            <ac:spMk id="20" creationId="{04CEBF09-21C9-78FF-1CA7-20A56F00FEB6}"/>
          </ac:spMkLst>
        </pc:spChg>
        <pc:grpChg chg="add mod">
          <ac:chgData name="Hetong Jiang" userId="ec55e077-f91c-4c1f-a475-4ddae44076a0" providerId="ADAL" clId="{C955C419-DC78-5E70-8198-53B51179A910}" dt="2026-10-06T03:17:04.195" v="32595" actId="1076"/>
          <ac:grpSpMkLst>
            <pc:docMk/>
            <pc:sldMk cId="2622569001" sldId="469"/>
            <ac:grpSpMk id="6" creationId="{DC70C4D4-C235-67CD-3F34-5C7375012430}"/>
          </ac:grpSpMkLst>
        </pc:grpChg>
        <pc:grpChg chg="add mod">
          <ac:chgData name="Hetong Jiang" userId="ec55e077-f91c-4c1f-a475-4ddae44076a0" providerId="ADAL" clId="{C955C419-DC78-5E70-8198-53B51179A910}" dt="2026-10-06T03:17:04.195" v="32595" actId="1076"/>
          <ac:grpSpMkLst>
            <pc:docMk/>
            <pc:sldMk cId="2622569001" sldId="469"/>
            <ac:grpSpMk id="15" creationId="{FF273562-ABB6-3A53-980F-007A559D321D}"/>
          </ac:grpSpMkLst>
        </pc:grpChg>
      </pc:sldChg>
      <pc:sldChg chg="addSp delSp modSp add mod delAnim modAnim">
        <pc:chgData name="Hetong Jiang" userId="ec55e077-f91c-4c1f-a475-4ddae44076a0" providerId="ADAL" clId="{C955C419-DC78-5E70-8198-53B51179A910}" dt="2026-10-12T10:56:17.645" v="37314" actId="1038"/>
        <pc:sldMkLst>
          <pc:docMk/>
          <pc:sldMk cId="1918745534" sldId="478"/>
        </pc:sldMkLst>
        <pc:spChg chg="mod">
          <ac:chgData name="Hetong Jiang" userId="ec55e077-f91c-4c1f-a475-4ddae44076a0" providerId="ADAL" clId="{C955C419-DC78-5E70-8198-53B51179A910}" dt="2026-10-06T02:56:37.180" v="32320" actId="20577"/>
          <ac:spMkLst>
            <pc:docMk/>
            <pc:sldMk cId="1918745534" sldId="478"/>
            <ac:spMk id="2" creationId="{68A23003-8D43-3FB0-EAB5-00108320F7EB}"/>
          </ac:spMkLst>
        </pc:spChg>
        <pc:spChg chg="add mod">
          <ac:chgData name="Hetong Jiang" userId="ec55e077-f91c-4c1f-a475-4ddae44076a0" providerId="ADAL" clId="{C955C419-DC78-5E70-8198-53B51179A910}" dt="2026-10-03T04:22:31.111" v="25539"/>
          <ac:spMkLst>
            <pc:docMk/>
            <pc:sldMk cId="1918745534" sldId="478"/>
            <ac:spMk id="5" creationId="{C1E56FA1-3679-3530-092F-B13FC4155D48}"/>
          </ac:spMkLst>
        </pc:spChg>
        <pc:spChg chg="mod">
          <ac:chgData name="Hetong Jiang" userId="ec55e077-f91c-4c1f-a475-4ddae44076a0" providerId="ADAL" clId="{C955C419-DC78-5E70-8198-53B51179A910}" dt="2026-10-12T10:56:17.645" v="37314" actId="1038"/>
          <ac:spMkLst>
            <pc:docMk/>
            <pc:sldMk cId="1918745534" sldId="478"/>
            <ac:spMk id="8" creationId="{4AC16236-5C54-6C7E-8267-6479EEB1561E}"/>
          </ac:spMkLst>
        </pc:spChg>
        <pc:spChg chg="add mod">
          <ac:chgData name="Hetong Jiang" userId="ec55e077-f91c-4c1f-a475-4ddae44076a0" providerId="ADAL" clId="{C955C419-DC78-5E70-8198-53B51179A910}" dt="2026-10-10T08:52:39.268" v="35573" actId="14100"/>
          <ac:spMkLst>
            <pc:docMk/>
            <pc:sldMk cId="1918745534" sldId="478"/>
            <ac:spMk id="14" creationId="{48ECEF8F-A3A3-8E3B-8FC3-47FD041625FD}"/>
          </ac:spMkLst>
        </pc:spChg>
        <pc:spChg chg="add mod">
          <ac:chgData name="Hetong Jiang" userId="ec55e077-f91c-4c1f-a475-4ddae44076a0" providerId="ADAL" clId="{C955C419-DC78-5E70-8198-53B51179A910}" dt="2026-10-10T08:52:42.298" v="35574" actId="14100"/>
          <ac:spMkLst>
            <pc:docMk/>
            <pc:sldMk cId="1918745534" sldId="478"/>
            <ac:spMk id="15" creationId="{F6A2624C-9DEE-2B7F-A4C3-8637EF0008BC}"/>
          </ac:spMkLst>
        </pc:spChg>
        <pc:spChg chg="add mod">
          <ac:chgData name="Hetong Jiang" userId="ec55e077-f91c-4c1f-a475-4ddae44076a0" providerId="ADAL" clId="{C955C419-DC78-5E70-8198-53B51179A910}" dt="2026-10-10T08:52:45.214" v="35575" actId="14100"/>
          <ac:spMkLst>
            <pc:docMk/>
            <pc:sldMk cId="1918745534" sldId="478"/>
            <ac:spMk id="16" creationId="{E0447F36-5B49-3CD2-169E-67FD8B07AB21}"/>
          </ac:spMkLst>
        </pc:spChg>
        <pc:spChg chg="add mod">
          <ac:chgData name="Hetong Jiang" userId="ec55e077-f91c-4c1f-a475-4ddae44076a0" providerId="ADAL" clId="{C955C419-DC78-5E70-8198-53B51179A910}" dt="2026-10-06T04:08:29.655" v="33487" actId="1076"/>
          <ac:spMkLst>
            <pc:docMk/>
            <pc:sldMk cId="1918745534" sldId="478"/>
            <ac:spMk id="21" creationId="{43F0D43D-2019-D083-4C4F-3CE22774FDB6}"/>
          </ac:spMkLst>
        </pc:spChg>
        <pc:grpChg chg="add mod">
          <ac:chgData name="Hetong Jiang" userId="ec55e077-f91c-4c1f-a475-4ddae44076a0" providerId="ADAL" clId="{C955C419-DC78-5E70-8198-53B51179A910}" dt="2026-10-06T04:08:40.052" v="33490" actId="14100"/>
          <ac:grpSpMkLst>
            <pc:docMk/>
            <pc:sldMk cId="1918745534" sldId="478"/>
            <ac:grpSpMk id="18" creationId="{58781A6E-759D-9964-8FF9-DD8A96B7074C}"/>
          </ac:grpSpMkLst>
        </pc:grpChg>
        <pc:grpChg chg="add mod">
          <ac:chgData name="Hetong Jiang" userId="ec55e077-f91c-4c1f-a475-4ddae44076a0" providerId="ADAL" clId="{C955C419-DC78-5E70-8198-53B51179A910}" dt="2026-10-06T04:08:40.052" v="33490" actId="14100"/>
          <ac:grpSpMkLst>
            <pc:docMk/>
            <pc:sldMk cId="1918745534" sldId="478"/>
            <ac:grpSpMk id="19" creationId="{21C8B063-6F47-DF3C-1EA1-AFDC5F10546D}"/>
          </ac:grpSpMkLst>
        </pc:grpChg>
        <pc:grpChg chg="add mod">
          <ac:chgData name="Hetong Jiang" userId="ec55e077-f91c-4c1f-a475-4ddae44076a0" providerId="ADAL" clId="{C955C419-DC78-5E70-8198-53B51179A910}" dt="2026-10-06T04:08:43.573" v="33492" actId="14100"/>
          <ac:grpSpMkLst>
            <pc:docMk/>
            <pc:sldMk cId="1918745534" sldId="478"/>
            <ac:grpSpMk id="20" creationId="{3CE43704-7F78-61BB-D1CD-20BA077BF446}"/>
          </ac:grpSpMkLst>
        </pc:grpChg>
        <pc:picChg chg="mod">
          <ac:chgData name="Hetong Jiang" userId="ec55e077-f91c-4c1f-a475-4ddae44076a0" providerId="ADAL" clId="{C955C419-DC78-5E70-8198-53B51179A910}" dt="2026-10-02T05:57:42.378" v="24894" actId="1076"/>
          <ac:picMkLst>
            <pc:docMk/>
            <pc:sldMk cId="1918745534" sldId="478"/>
            <ac:picMk id="3" creationId="{94388E3E-959E-5247-0DB8-767A2D24FB73}"/>
          </ac:picMkLst>
        </pc:picChg>
        <pc:picChg chg="mod">
          <ac:chgData name="Hetong Jiang" userId="ec55e077-f91c-4c1f-a475-4ddae44076a0" providerId="ADAL" clId="{C955C419-DC78-5E70-8198-53B51179A910}" dt="2026-10-02T05:57:19.916" v="24888" actId="1076"/>
          <ac:picMkLst>
            <pc:docMk/>
            <pc:sldMk cId="1918745534" sldId="478"/>
            <ac:picMk id="4" creationId="{9D453B83-184A-6300-F7EA-88D2C5F121E3}"/>
          </ac:picMkLst>
        </pc:picChg>
        <pc:picChg chg="mod">
          <ac:chgData name="Hetong Jiang" userId="ec55e077-f91c-4c1f-a475-4ddae44076a0" providerId="ADAL" clId="{C955C419-DC78-5E70-8198-53B51179A910}" dt="2026-10-02T05:57:11.163" v="24887" actId="1076"/>
          <ac:picMkLst>
            <pc:docMk/>
            <pc:sldMk cId="1918745534" sldId="478"/>
            <ac:picMk id="7" creationId="{074C2ABE-70ED-6590-C932-2B60A5222A9A}"/>
          </ac:picMkLst>
        </pc:picChg>
      </pc:sldChg>
      <pc:sldChg chg="addSp delSp modSp add mod delAnim modAnim">
        <pc:chgData name="Hetong Jiang" userId="ec55e077-f91c-4c1f-a475-4ddae44076a0" providerId="ADAL" clId="{C955C419-DC78-5E70-8198-53B51179A910}" dt="2026-10-12T10:57:06.240" v="37341" actId="1038"/>
        <pc:sldMkLst>
          <pc:docMk/>
          <pc:sldMk cId="2537795671" sldId="480"/>
        </pc:sldMkLst>
        <pc:spChg chg="add mod">
          <ac:chgData name="Hetong Jiang" userId="ec55e077-f91c-4c1f-a475-4ddae44076a0" providerId="ADAL" clId="{C955C419-DC78-5E70-8198-53B51179A910}" dt="2026-10-10T09:38:51.517" v="35624" actId="948"/>
          <ac:spMkLst>
            <pc:docMk/>
            <pc:sldMk cId="2537795671" sldId="480"/>
            <ac:spMk id="6" creationId="{C00589E8-77AB-CBBA-DCE6-483E0BC7823D}"/>
          </ac:spMkLst>
        </pc:spChg>
        <pc:spChg chg="mod">
          <ac:chgData name="Hetong Jiang" userId="ec55e077-f91c-4c1f-a475-4ddae44076a0" providerId="ADAL" clId="{C955C419-DC78-5E70-8198-53B51179A910}" dt="2026-10-12T10:57:06.240" v="37341" actId="1038"/>
          <ac:spMkLst>
            <pc:docMk/>
            <pc:sldMk cId="2537795671" sldId="480"/>
            <ac:spMk id="8" creationId="{DE771837-F88B-4228-9085-7BA9238BB8FE}"/>
          </ac:spMkLst>
        </pc:spChg>
        <pc:spChg chg="add mod">
          <ac:chgData name="Hetong Jiang" userId="ec55e077-f91c-4c1f-a475-4ddae44076a0" providerId="ADAL" clId="{C955C419-DC78-5E70-8198-53B51179A910}" dt="2026-10-03T09:11:27.418" v="27590" actId="14100"/>
          <ac:spMkLst>
            <pc:docMk/>
            <pc:sldMk cId="2537795671" sldId="480"/>
            <ac:spMk id="10" creationId="{965C90B7-10B8-7FB7-B3E8-C9E52469A700}"/>
          </ac:spMkLst>
        </pc:spChg>
        <pc:spChg chg="add mod">
          <ac:chgData name="Hetong Jiang" userId="ec55e077-f91c-4c1f-a475-4ddae44076a0" providerId="ADAL" clId="{C955C419-DC78-5E70-8198-53B51179A910}" dt="2026-10-03T08:50:53.416" v="27412" actId="14100"/>
          <ac:spMkLst>
            <pc:docMk/>
            <pc:sldMk cId="2537795671" sldId="480"/>
            <ac:spMk id="15" creationId="{9F26CBBA-01D7-B276-0214-B59220A2238B}"/>
          </ac:spMkLst>
        </pc:spChg>
        <pc:spChg chg="mod">
          <ac:chgData name="Hetong Jiang" userId="ec55e077-f91c-4c1f-a475-4ddae44076a0" providerId="ADAL" clId="{C955C419-DC78-5E70-8198-53B51179A910}" dt="2026-10-03T09:11:25.336" v="27589" actId="14100"/>
          <ac:spMkLst>
            <pc:docMk/>
            <pc:sldMk cId="2537795671" sldId="480"/>
            <ac:spMk id="16" creationId="{304DD2A2-028E-7F1A-873E-AAC630512107}"/>
          </ac:spMkLst>
        </pc:spChg>
        <pc:spChg chg="add mod">
          <ac:chgData name="Hetong Jiang" userId="ec55e077-f91c-4c1f-a475-4ddae44076a0" providerId="ADAL" clId="{C955C419-DC78-5E70-8198-53B51179A910}" dt="2026-10-10T09:37:32.942" v="35613" actId="1035"/>
          <ac:spMkLst>
            <pc:docMk/>
            <pc:sldMk cId="2537795671" sldId="480"/>
            <ac:spMk id="17" creationId="{810860A0-B912-0C39-43D0-F6A69C0B3516}"/>
          </ac:spMkLst>
        </pc:spChg>
        <pc:spChg chg="mod">
          <ac:chgData name="Hetong Jiang" userId="ec55e077-f91c-4c1f-a475-4ddae44076a0" providerId="ADAL" clId="{C955C419-DC78-5E70-8198-53B51179A910}" dt="2026-10-10T09:37:32.942" v="35613" actId="1035"/>
          <ac:spMkLst>
            <pc:docMk/>
            <pc:sldMk cId="2537795671" sldId="480"/>
            <ac:spMk id="18" creationId="{50A7CE68-C053-EE28-10A4-BA884D12790D}"/>
          </ac:spMkLst>
        </pc:spChg>
        <pc:spChg chg="mod">
          <ac:chgData name="Hetong Jiang" userId="ec55e077-f91c-4c1f-a475-4ddae44076a0" providerId="ADAL" clId="{C955C419-DC78-5E70-8198-53B51179A910}" dt="2026-10-10T09:37:28.111" v="35611" actId="1036"/>
          <ac:spMkLst>
            <pc:docMk/>
            <pc:sldMk cId="2537795671" sldId="480"/>
            <ac:spMk id="19" creationId="{61C59E10-3B6D-D465-835C-46BA2B44A46D}"/>
          </ac:spMkLst>
        </pc:spChg>
        <pc:spChg chg="add mod">
          <ac:chgData name="Hetong Jiang" userId="ec55e077-f91c-4c1f-a475-4ddae44076a0" providerId="ADAL" clId="{C955C419-DC78-5E70-8198-53B51179A910}" dt="2026-10-10T09:37:28.111" v="35611" actId="1036"/>
          <ac:spMkLst>
            <pc:docMk/>
            <pc:sldMk cId="2537795671" sldId="480"/>
            <ac:spMk id="20" creationId="{8F3DF1CD-D267-5CA5-D51D-FC42DE1C4284}"/>
          </ac:spMkLst>
        </pc:spChg>
        <pc:spChg chg="add mod">
          <ac:chgData name="Hetong Jiang" userId="ec55e077-f91c-4c1f-a475-4ddae44076a0" providerId="ADAL" clId="{C955C419-DC78-5E70-8198-53B51179A910}" dt="2026-10-03T09:11:23.694" v="27588" actId="14100"/>
          <ac:spMkLst>
            <pc:docMk/>
            <pc:sldMk cId="2537795671" sldId="480"/>
            <ac:spMk id="21" creationId="{85FE9AE3-B5B1-FADA-582E-8FDBF0E3BB59}"/>
          </ac:spMkLst>
        </pc:spChg>
        <pc:spChg chg="add mod">
          <ac:chgData name="Hetong Jiang" userId="ec55e077-f91c-4c1f-a475-4ddae44076a0" providerId="ADAL" clId="{C955C419-DC78-5E70-8198-53B51179A910}" dt="2026-10-03T09:11:20.848" v="27587" actId="1076"/>
          <ac:spMkLst>
            <pc:docMk/>
            <pc:sldMk cId="2537795671" sldId="480"/>
            <ac:spMk id="22" creationId="{2107EA66-C22E-0C1E-B068-7A0FB9DBD2DD}"/>
          </ac:spMkLst>
        </pc:spChg>
        <pc:spChg chg="add mod">
          <ac:chgData name="Hetong Jiang" userId="ec55e077-f91c-4c1f-a475-4ddae44076a0" providerId="ADAL" clId="{C955C419-DC78-5E70-8198-53B51179A910}" dt="2026-10-03T09:11:20.848" v="27587" actId="1076"/>
          <ac:spMkLst>
            <pc:docMk/>
            <pc:sldMk cId="2537795671" sldId="480"/>
            <ac:spMk id="23" creationId="{52B49A52-13F0-6397-502C-EB10574402E3}"/>
          </ac:spMkLst>
        </pc:spChg>
        <pc:spChg chg="add mod">
          <ac:chgData name="Hetong Jiang" userId="ec55e077-f91c-4c1f-a475-4ddae44076a0" providerId="ADAL" clId="{C955C419-DC78-5E70-8198-53B51179A910}" dt="2026-10-03T09:11:20.848" v="27587" actId="1076"/>
          <ac:spMkLst>
            <pc:docMk/>
            <pc:sldMk cId="2537795671" sldId="480"/>
            <ac:spMk id="24" creationId="{3B3D7806-C731-AA92-F60C-48CFBA434E28}"/>
          </ac:spMkLst>
        </pc:spChg>
        <pc:spChg chg="add mod">
          <ac:chgData name="Hetong Jiang" userId="ec55e077-f91c-4c1f-a475-4ddae44076a0" providerId="ADAL" clId="{C955C419-DC78-5E70-8198-53B51179A910}" dt="2026-10-03T09:11:11.628" v="27586" actId="1076"/>
          <ac:spMkLst>
            <pc:docMk/>
            <pc:sldMk cId="2537795671" sldId="480"/>
            <ac:spMk id="25" creationId="{057A1CB5-3537-1D6E-DE90-763216814ACB}"/>
          </ac:spMkLst>
        </pc:spChg>
        <pc:spChg chg="add mod">
          <ac:chgData name="Hetong Jiang" userId="ec55e077-f91c-4c1f-a475-4ddae44076a0" providerId="ADAL" clId="{C955C419-DC78-5E70-8198-53B51179A910}" dt="2026-10-03T09:11:20.848" v="27587" actId="1076"/>
          <ac:spMkLst>
            <pc:docMk/>
            <pc:sldMk cId="2537795671" sldId="480"/>
            <ac:spMk id="26" creationId="{08735A34-23EE-F5B0-063E-8764D11B565E}"/>
          </ac:spMkLst>
        </pc:spChg>
        <pc:spChg chg="add mod">
          <ac:chgData name="Hetong Jiang" userId="ec55e077-f91c-4c1f-a475-4ddae44076a0" providerId="ADAL" clId="{C955C419-DC78-5E70-8198-53B51179A910}" dt="2026-10-03T09:11:20.848" v="27587" actId="1076"/>
          <ac:spMkLst>
            <pc:docMk/>
            <pc:sldMk cId="2537795671" sldId="480"/>
            <ac:spMk id="27" creationId="{6D15013A-9412-28CD-5DCE-798A15930E59}"/>
          </ac:spMkLst>
        </pc:spChg>
        <pc:spChg chg="add mod">
          <ac:chgData name="Hetong Jiang" userId="ec55e077-f91c-4c1f-a475-4ddae44076a0" providerId="ADAL" clId="{C955C419-DC78-5E70-8198-53B51179A910}" dt="2026-10-03T09:11:20.848" v="27587" actId="1076"/>
          <ac:spMkLst>
            <pc:docMk/>
            <pc:sldMk cId="2537795671" sldId="480"/>
            <ac:spMk id="28" creationId="{52E333F7-B27A-C66A-70FA-333CD59186AC}"/>
          </ac:spMkLst>
        </pc:spChg>
        <pc:spChg chg="mod">
          <ac:chgData name="Hetong Jiang" userId="ec55e077-f91c-4c1f-a475-4ddae44076a0" providerId="ADAL" clId="{C955C419-DC78-5E70-8198-53B51179A910}" dt="2026-10-06T02:58:52.125" v="32340" actId="255"/>
          <ac:spMkLst>
            <pc:docMk/>
            <pc:sldMk cId="2537795671" sldId="480"/>
            <ac:spMk id="61" creationId="{8129CB37-B7B9-C400-3A62-4FF184C57981}"/>
          </ac:spMkLst>
        </pc:spChg>
      </pc:sldChg>
      <pc:sldChg chg="addSp delSp modSp add mod delAnim modAnim modNotesTx">
        <pc:chgData name="Hetong Jiang" userId="ec55e077-f91c-4c1f-a475-4ddae44076a0" providerId="ADAL" clId="{C955C419-DC78-5E70-8198-53B51179A910}" dt="2026-10-19T23:23:06.458" v="38247" actId="20577"/>
        <pc:sldMkLst>
          <pc:docMk/>
          <pc:sldMk cId="3873571969" sldId="481"/>
        </pc:sldMkLst>
        <pc:spChg chg="add mod">
          <ac:chgData name="Hetong Jiang" userId="ec55e077-f91c-4c1f-a475-4ddae44076a0" providerId="ADAL" clId="{C955C419-DC78-5E70-8198-53B51179A910}" dt="2026-10-10T08:41:06.166" v="35558" actId="14100"/>
          <ac:spMkLst>
            <pc:docMk/>
            <pc:sldMk cId="3873571969" sldId="481"/>
            <ac:spMk id="2" creationId="{8117829B-1096-1B3B-5B67-837FEC70AB69}"/>
          </ac:spMkLst>
        </pc:spChg>
        <pc:spChg chg="add mod">
          <ac:chgData name="Hetong Jiang" userId="ec55e077-f91c-4c1f-a475-4ddae44076a0" providerId="ADAL" clId="{C955C419-DC78-5E70-8198-53B51179A910}" dt="2026-10-10T08:41:14.866" v="35559" actId="14100"/>
          <ac:spMkLst>
            <pc:docMk/>
            <pc:sldMk cId="3873571969" sldId="481"/>
            <ac:spMk id="3" creationId="{3E95AA10-FA0C-C26E-A3D0-6F553985F97A}"/>
          </ac:spMkLst>
        </pc:spChg>
        <pc:spChg chg="add mod">
          <ac:chgData name="Hetong Jiang" userId="ec55e077-f91c-4c1f-a475-4ddae44076a0" providerId="ADAL" clId="{C955C419-DC78-5E70-8198-53B51179A910}" dt="2026-10-10T08:41:14.866" v="35559" actId="14100"/>
          <ac:spMkLst>
            <pc:docMk/>
            <pc:sldMk cId="3873571969" sldId="481"/>
            <ac:spMk id="4" creationId="{A1D32806-CCC2-9718-A2BD-4E6592D7ACD8}"/>
          </ac:spMkLst>
        </pc:spChg>
        <pc:spChg chg="add mod">
          <ac:chgData name="Hetong Jiang" userId="ec55e077-f91c-4c1f-a475-4ddae44076a0" providerId="ADAL" clId="{C955C419-DC78-5E70-8198-53B51179A910}" dt="2026-10-10T08:40:25.401" v="35551" actId="14100"/>
          <ac:spMkLst>
            <pc:docMk/>
            <pc:sldMk cId="3873571969" sldId="481"/>
            <ac:spMk id="5" creationId="{4FFEBF11-F55A-C2A5-7148-33B25824AF9C}"/>
          </ac:spMkLst>
        </pc:spChg>
        <pc:spChg chg="mod">
          <ac:chgData name="Hetong Jiang" userId="ec55e077-f91c-4c1f-a475-4ddae44076a0" providerId="ADAL" clId="{C955C419-DC78-5E70-8198-53B51179A910}" dt="2026-10-06T03:00:02.251" v="32357" actId="14100"/>
          <ac:spMkLst>
            <pc:docMk/>
            <pc:sldMk cId="3873571969" sldId="481"/>
            <ac:spMk id="6" creationId="{97992A12-E0D0-1A4F-FD86-5051216BE1FC}"/>
          </ac:spMkLst>
        </pc:spChg>
        <pc:spChg chg="mod">
          <ac:chgData name="Hetong Jiang" userId="ec55e077-f91c-4c1f-a475-4ddae44076a0" providerId="ADAL" clId="{C955C419-DC78-5E70-8198-53B51179A910}" dt="2026-10-12T10:57:11.091" v="37343" actId="1038"/>
          <ac:spMkLst>
            <pc:docMk/>
            <pc:sldMk cId="3873571969" sldId="481"/>
            <ac:spMk id="8" creationId="{C4C8A9EF-1F09-38C0-2E91-12827359D1EC}"/>
          </ac:spMkLst>
        </pc:spChg>
      </pc:sldChg>
      <pc:sldChg chg="add del">
        <pc:chgData name="Hetong Jiang" userId="ec55e077-f91c-4c1f-a475-4ddae44076a0" providerId="ADAL" clId="{C955C419-DC78-5E70-8198-53B51179A910}" dt="2026-10-19T23:31:21.485" v="38294" actId="2696"/>
        <pc:sldMkLst>
          <pc:docMk/>
          <pc:sldMk cId="2346689349" sldId="486"/>
        </pc:sldMkLst>
      </pc:sldChg>
      <pc:sldChg chg="addSp delSp modSp add del mod ord delAnim modAnim modNotesTx">
        <pc:chgData name="Hetong Jiang" userId="ec55e077-f91c-4c1f-a475-4ddae44076a0" providerId="ADAL" clId="{C955C419-DC78-5E70-8198-53B51179A910}" dt="2026-10-19T23:28:18.168" v="38277" actId="20577"/>
        <pc:sldMkLst>
          <pc:docMk/>
          <pc:sldMk cId="2885398499" sldId="490"/>
        </pc:sldMkLst>
        <pc:spChg chg="add mod">
          <ac:chgData name="Hetong Jiang" userId="ec55e077-f91c-4c1f-a475-4ddae44076a0" providerId="ADAL" clId="{C955C419-DC78-5E70-8198-53B51179A910}" dt="2026-10-06T08:01:28.894" v="34267" actId="207"/>
          <ac:spMkLst>
            <pc:docMk/>
            <pc:sldMk cId="2885398499" sldId="490"/>
            <ac:spMk id="2" creationId="{5BFCAC31-A061-DF41-7225-AE00066C2452}"/>
          </ac:spMkLst>
        </pc:spChg>
        <pc:spChg chg="add mod">
          <ac:chgData name="Hetong Jiang" userId="ec55e077-f91c-4c1f-a475-4ddae44076a0" providerId="ADAL" clId="{C955C419-DC78-5E70-8198-53B51179A910}" dt="2026-10-06T03:37:05.177" v="32790" actId="207"/>
          <ac:spMkLst>
            <pc:docMk/>
            <pc:sldMk cId="2885398499" sldId="490"/>
            <ac:spMk id="3" creationId="{9063656F-81D1-C973-506F-C2C78F8A8895}"/>
          </ac:spMkLst>
        </pc:spChg>
        <pc:spChg chg="add mod">
          <ac:chgData name="Hetong Jiang" userId="ec55e077-f91c-4c1f-a475-4ddae44076a0" providerId="ADAL" clId="{C955C419-DC78-5E70-8198-53B51179A910}" dt="2026-10-06T03:37:05.177" v="32790" actId="207"/>
          <ac:spMkLst>
            <pc:docMk/>
            <pc:sldMk cId="2885398499" sldId="490"/>
            <ac:spMk id="9" creationId="{BE64C4F9-4937-E454-046B-F5013F50391B}"/>
          </ac:spMkLst>
        </pc:spChg>
        <pc:spChg chg="mod">
          <ac:chgData name="Hetong Jiang" userId="ec55e077-f91c-4c1f-a475-4ddae44076a0" providerId="ADAL" clId="{C955C419-DC78-5E70-8198-53B51179A910}" dt="2026-10-06T08:05:05.844" v="34274" actId="207"/>
          <ac:spMkLst>
            <pc:docMk/>
            <pc:sldMk cId="2885398499" sldId="490"/>
            <ac:spMk id="24" creationId="{83D945EF-91BB-C846-384B-4BD5F91BCC03}"/>
          </ac:spMkLst>
        </pc:spChg>
        <pc:spChg chg="mod">
          <ac:chgData name="Hetong Jiang" userId="ec55e077-f91c-4c1f-a475-4ddae44076a0" providerId="ADAL" clId="{C955C419-DC78-5E70-8198-53B51179A910}" dt="2026-10-06T08:05:25.068" v="34276" actId="14100"/>
          <ac:spMkLst>
            <pc:docMk/>
            <pc:sldMk cId="2885398499" sldId="490"/>
            <ac:spMk id="32" creationId="{333DEF3D-CF8C-29BE-FF5C-75E26297270C}"/>
          </ac:spMkLst>
        </pc:spChg>
        <pc:cxnChg chg="mod">
          <ac:chgData name="Hetong Jiang" userId="ec55e077-f91c-4c1f-a475-4ddae44076a0" providerId="ADAL" clId="{C955C419-DC78-5E70-8198-53B51179A910}" dt="2026-10-03T10:16:24.422" v="28958" actId="1076"/>
          <ac:cxnSpMkLst>
            <pc:docMk/>
            <pc:sldMk cId="2885398499" sldId="490"/>
            <ac:cxnSpMk id="39" creationId="{9D77EB48-DEF6-DDA3-5323-E13ED3BE1D02}"/>
          </ac:cxnSpMkLst>
        </pc:cxnChg>
      </pc:sldChg>
      <pc:sldChg chg="modSp add del mod ord modAnim modNotesTx">
        <pc:chgData name="Hetong Jiang" userId="ec55e077-f91c-4c1f-a475-4ddae44076a0" providerId="ADAL" clId="{C955C419-DC78-5E70-8198-53B51179A910}" dt="2026-10-19T23:28:22.718" v="38278" actId="20577"/>
        <pc:sldMkLst>
          <pc:docMk/>
          <pc:sldMk cId="3882986932" sldId="491"/>
        </pc:sldMkLst>
        <pc:spChg chg="mod">
          <ac:chgData name="Hetong Jiang" userId="ec55e077-f91c-4c1f-a475-4ddae44076a0" providerId="ADAL" clId="{C955C419-DC78-5E70-8198-53B51179A910}" dt="2026-10-03T04:33:39.031" v="25557"/>
          <ac:spMkLst>
            <pc:docMk/>
            <pc:sldMk cId="3882986932" sldId="491"/>
            <ac:spMk id="2" creationId="{16AE895B-E58C-CAE0-2B53-AABEE1CB0390}"/>
          </ac:spMkLst>
        </pc:spChg>
        <pc:spChg chg="mod">
          <ac:chgData name="Hetong Jiang" userId="ec55e077-f91c-4c1f-a475-4ddae44076a0" providerId="ADAL" clId="{C955C419-DC78-5E70-8198-53B51179A910}" dt="2026-10-12T11:09:49.378" v="37380" actId="20577"/>
          <ac:spMkLst>
            <pc:docMk/>
            <pc:sldMk cId="3882986932" sldId="491"/>
            <ac:spMk id="3" creationId="{34775FF8-3722-67B1-683B-4F3820347D6E}"/>
          </ac:spMkLst>
        </pc:spChg>
      </pc:sldChg>
      <pc:sldChg chg="add del">
        <pc:chgData name="Hetong Jiang" userId="ec55e077-f91c-4c1f-a475-4ddae44076a0" providerId="ADAL" clId="{C955C419-DC78-5E70-8198-53B51179A910}" dt="2026-10-19T23:31:21.491" v="38295" actId="2696"/>
        <pc:sldMkLst>
          <pc:docMk/>
          <pc:sldMk cId="4077114379" sldId="493"/>
        </pc:sldMkLst>
      </pc:sldChg>
      <pc:sldChg chg="addSp delSp modSp add del mod ord delAnim modAnim">
        <pc:chgData name="Hetong Jiang" userId="ec55e077-f91c-4c1f-a475-4ddae44076a0" providerId="ADAL" clId="{C955C419-DC78-5E70-8198-53B51179A910}" dt="2026-10-10T05:27:01.587" v="35479"/>
        <pc:sldMkLst>
          <pc:docMk/>
          <pc:sldMk cId="3187570618" sldId="495"/>
        </pc:sldMkLst>
        <pc:spChg chg="mod">
          <ac:chgData name="Hetong Jiang" userId="ec55e077-f91c-4c1f-a475-4ddae44076a0" providerId="ADAL" clId="{C955C419-DC78-5E70-8198-53B51179A910}" dt="2026-10-03T07:20:59.587" v="26246" actId="14100"/>
          <ac:spMkLst>
            <pc:docMk/>
            <pc:sldMk cId="3187570618" sldId="495"/>
            <ac:spMk id="8" creationId="{1E1A85A1-19C5-4711-1C57-C4AE9ED5B434}"/>
          </ac:spMkLst>
        </pc:spChg>
        <pc:spChg chg="add mod">
          <ac:chgData name="Hetong Jiang" userId="ec55e077-f91c-4c1f-a475-4ddae44076a0" providerId="ADAL" clId="{C955C419-DC78-5E70-8198-53B51179A910}" dt="2026-10-10T05:18:23.353" v="35364" actId="1076"/>
          <ac:spMkLst>
            <pc:docMk/>
            <pc:sldMk cId="3187570618" sldId="495"/>
            <ac:spMk id="17" creationId="{76B0576F-59D0-68A0-F9D4-7D597E511AF3}"/>
          </ac:spMkLst>
        </pc:spChg>
        <pc:spChg chg="add mod">
          <ac:chgData name="Hetong Jiang" userId="ec55e077-f91c-4c1f-a475-4ddae44076a0" providerId="ADAL" clId="{C955C419-DC78-5E70-8198-53B51179A910}" dt="2026-10-10T05:21:13.852" v="35406" actId="1076"/>
          <ac:spMkLst>
            <pc:docMk/>
            <pc:sldMk cId="3187570618" sldId="495"/>
            <ac:spMk id="18" creationId="{995DEDDE-F1E2-62A4-EA9E-C7ADF178BB00}"/>
          </ac:spMkLst>
        </pc:spChg>
        <pc:spChg chg="mod">
          <ac:chgData name="Hetong Jiang" userId="ec55e077-f91c-4c1f-a475-4ddae44076a0" providerId="ADAL" clId="{C955C419-DC78-5E70-8198-53B51179A910}" dt="2026-10-10T05:10:30.386" v="35266"/>
          <ac:spMkLst>
            <pc:docMk/>
            <pc:sldMk cId="3187570618" sldId="495"/>
            <ac:spMk id="41" creationId="{17015597-B384-60AF-F0F2-94165AD179FC}"/>
          </ac:spMkLst>
        </pc:spChg>
        <pc:spChg chg="mod">
          <ac:chgData name="Hetong Jiang" userId="ec55e077-f91c-4c1f-a475-4ddae44076a0" providerId="ADAL" clId="{C955C419-DC78-5E70-8198-53B51179A910}" dt="2026-10-06T03:03:18.221" v="32470"/>
          <ac:spMkLst>
            <pc:docMk/>
            <pc:sldMk cId="3187570618" sldId="495"/>
            <ac:spMk id="42" creationId="{D037E206-EB9C-5DD4-8188-4EC92D14AA37}"/>
          </ac:spMkLst>
        </pc:spChg>
        <pc:spChg chg="mod">
          <ac:chgData name="Hetong Jiang" userId="ec55e077-f91c-4c1f-a475-4ddae44076a0" providerId="ADAL" clId="{C955C419-DC78-5E70-8198-53B51179A910}" dt="2026-10-10T05:10:30.386" v="35266"/>
          <ac:spMkLst>
            <pc:docMk/>
            <pc:sldMk cId="3187570618" sldId="495"/>
            <ac:spMk id="45" creationId="{6E32FECC-5A58-7F8F-967C-38B57E681372}"/>
          </ac:spMkLst>
        </pc:spChg>
        <pc:spChg chg="add mod">
          <ac:chgData name="Hetong Jiang" userId="ec55e077-f91c-4c1f-a475-4ddae44076a0" providerId="ADAL" clId="{C955C419-DC78-5E70-8198-53B51179A910}" dt="2026-10-10T05:10:33.758" v="35267" actId="1076"/>
          <ac:spMkLst>
            <pc:docMk/>
            <pc:sldMk cId="3187570618" sldId="495"/>
            <ac:spMk id="46" creationId="{BE442680-0999-8747-0167-BC0EF5F65747}"/>
          </ac:spMkLst>
        </pc:spChg>
        <pc:spChg chg="add mod">
          <ac:chgData name="Hetong Jiang" userId="ec55e077-f91c-4c1f-a475-4ddae44076a0" providerId="ADAL" clId="{C955C419-DC78-5E70-8198-53B51179A910}" dt="2026-10-10T05:10:33.758" v="35267" actId="1076"/>
          <ac:spMkLst>
            <pc:docMk/>
            <pc:sldMk cId="3187570618" sldId="495"/>
            <ac:spMk id="47" creationId="{6BC6E382-B729-598A-1995-B794AF82E302}"/>
          </ac:spMkLst>
        </pc:spChg>
        <pc:spChg chg="add mod">
          <ac:chgData name="Hetong Jiang" userId="ec55e077-f91c-4c1f-a475-4ddae44076a0" providerId="ADAL" clId="{C955C419-DC78-5E70-8198-53B51179A910}" dt="2026-10-10T05:10:33.758" v="35267" actId="1076"/>
          <ac:spMkLst>
            <pc:docMk/>
            <pc:sldMk cId="3187570618" sldId="495"/>
            <ac:spMk id="48" creationId="{3FEC2BF4-6D12-4D14-E640-F1A9306A785B}"/>
          </ac:spMkLst>
        </pc:spChg>
        <pc:spChg chg="add mod">
          <ac:chgData name="Hetong Jiang" userId="ec55e077-f91c-4c1f-a475-4ddae44076a0" providerId="ADAL" clId="{C955C419-DC78-5E70-8198-53B51179A910}" dt="2026-10-10T05:10:33.758" v="35267" actId="1076"/>
          <ac:spMkLst>
            <pc:docMk/>
            <pc:sldMk cId="3187570618" sldId="495"/>
            <ac:spMk id="49" creationId="{EEB55988-7605-5AC0-2157-AF3984A4CE30}"/>
          </ac:spMkLst>
        </pc:spChg>
        <pc:spChg chg="add mod">
          <ac:chgData name="Hetong Jiang" userId="ec55e077-f91c-4c1f-a475-4ddae44076a0" providerId="ADAL" clId="{C955C419-DC78-5E70-8198-53B51179A910}" dt="2026-10-10T05:10:33.758" v="35267" actId="1076"/>
          <ac:spMkLst>
            <pc:docMk/>
            <pc:sldMk cId="3187570618" sldId="495"/>
            <ac:spMk id="50" creationId="{8E5DA122-78B2-C2DD-098F-638ADF0A065B}"/>
          </ac:spMkLst>
        </pc:spChg>
        <pc:spChg chg="add mod">
          <ac:chgData name="Hetong Jiang" userId="ec55e077-f91c-4c1f-a475-4ddae44076a0" providerId="ADAL" clId="{C955C419-DC78-5E70-8198-53B51179A910}" dt="2026-10-10T05:18:23.353" v="35364" actId="1076"/>
          <ac:spMkLst>
            <pc:docMk/>
            <pc:sldMk cId="3187570618" sldId="495"/>
            <ac:spMk id="61" creationId="{E14937EF-47FF-29B2-21AD-698159B7EE7C}"/>
          </ac:spMkLst>
        </pc:spChg>
        <pc:spChg chg="add mod">
          <ac:chgData name="Hetong Jiang" userId="ec55e077-f91c-4c1f-a475-4ddae44076a0" providerId="ADAL" clId="{C955C419-DC78-5E70-8198-53B51179A910}" dt="2026-10-10T05:18:23.353" v="35364" actId="1076"/>
          <ac:spMkLst>
            <pc:docMk/>
            <pc:sldMk cId="3187570618" sldId="495"/>
            <ac:spMk id="80" creationId="{B5F9461B-15BE-FA3E-973A-D97AA95F1872}"/>
          </ac:spMkLst>
        </pc:spChg>
        <pc:grpChg chg="add mod">
          <ac:chgData name="Hetong Jiang" userId="ec55e077-f91c-4c1f-a475-4ddae44076a0" providerId="ADAL" clId="{C955C419-DC78-5E70-8198-53B51179A910}" dt="2026-10-10T05:10:33.758" v="35267" actId="1076"/>
          <ac:grpSpMkLst>
            <pc:docMk/>
            <pc:sldMk cId="3187570618" sldId="495"/>
            <ac:grpSpMk id="39" creationId="{8AE095AB-8997-5D64-4A86-5285CDBB11BF}"/>
          </ac:grpSpMkLst>
        </pc:grpChg>
        <pc:grpChg chg="mod">
          <ac:chgData name="Hetong Jiang" userId="ec55e077-f91c-4c1f-a475-4ddae44076a0" providerId="ADAL" clId="{C955C419-DC78-5E70-8198-53B51179A910}" dt="2026-10-10T05:10:33.758" v="35267" actId="1076"/>
          <ac:grpSpMkLst>
            <pc:docMk/>
            <pc:sldMk cId="3187570618" sldId="495"/>
            <ac:grpSpMk id="43" creationId="{CBDE2620-F3EE-F3C1-9DDE-61CE812637DD}"/>
          </ac:grpSpMkLst>
        </pc:grpChg>
        <pc:picChg chg="mod">
          <ac:chgData name="Hetong Jiang" userId="ec55e077-f91c-4c1f-a475-4ddae44076a0" providerId="ADAL" clId="{C955C419-DC78-5E70-8198-53B51179A910}" dt="2026-10-10T05:10:30.386" v="35266"/>
          <ac:picMkLst>
            <pc:docMk/>
            <pc:sldMk cId="3187570618" sldId="495"/>
            <ac:picMk id="40" creationId="{2F7602FE-3D53-A370-BB0A-A61F069164D7}"/>
          </ac:picMkLst>
        </pc:picChg>
        <pc:picChg chg="mod">
          <ac:chgData name="Hetong Jiang" userId="ec55e077-f91c-4c1f-a475-4ddae44076a0" providerId="ADAL" clId="{C955C419-DC78-5E70-8198-53B51179A910}" dt="2026-10-10T05:10:30.386" v="35266"/>
          <ac:picMkLst>
            <pc:docMk/>
            <pc:sldMk cId="3187570618" sldId="495"/>
            <ac:picMk id="44" creationId="{FA74EA4F-C943-101B-C72E-5072CD607946}"/>
          </ac:picMkLst>
        </pc:picChg>
        <pc:picChg chg="add mod">
          <ac:chgData name="Hetong Jiang" userId="ec55e077-f91c-4c1f-a475-4ddae44076a0" providerId="ADAL" clId="{C955C419-DC78-5E70-8198-53B51179A910}" dt="2026-10-10T05:21:27.052" v="35408" actId="1076"/>
          <ac:picMkLst>
            <pc:docMk/>
            <pc:sldMk cId="3187570618" sldId="495"/>
            <ac:picMk id="103" creationId="{FDA0113B-7925-3171-833D-14E85B849ED9}"/>
          </ac:picMkLst>
        </pc:picChg>
        <pc:picChg chg="add mod">
          <ac:chgData name="Hetong Jiang" userId="ec55e077-f91c-4c1f-a475-4ddae44076a0" providerId="ADAL" clId="{C955C419-DC78-5E70-8198-53B51179A910}" dt="2026-10-10T05:21:24.720" v="35407" actId="1076"/>
          <ac:picMkLst>
            <pc:docMk/>
            <pc:sldMk cId="3187570618" sldId="495"/>
            <ac:picMk id="105" creationId="{DF2D8334-F324-9475-4355-D0E0D5BABEAA}"/>
          </ac:picMkLst>
        </pc:picChg>
        <pc:picChg chg="add mod">
          <ac:chgData name="Hetong Jiang" userId="ec55e077-f91c-4c1f-a475-4ddae44076a0" providerId="ADAL" clId="{C955C419-DC78-5E70-8198-53B51179A910}" dt="2026-10-10T05:21:24.720" v="35407" actId="1076"/>
          <ac:picMkLst>
            <pc:docMk/>
            <pc:sldMk cId="3187570618" sldId="495"/>
            <ac:picMk id="109" creationId="{E9BEF28A-3576-44FF-54B5-2A2D77371DB5}"/>
          </ac:picMkLst>
        </pc:picChg>
        <pc:cxnChg chg="add mod">
          <ac:chgData name="Hetong Jiang" userId="ec55e077-f91c-4c1f-a475-4ddae44076a0" providerId="ADAL" clId="{C955C419-DC78-5E70-8198-53B51179A910}" dt="2026-10-10T05:18:23.353" v="35364" actId="1076"/>
          <ac:cxnSpMkLst>
            <pc:docMk/>
            <pc:sldMk cId="3187570618" sldId="495"/>
            <ac:cxnSpMk id="20" creationId="{1207B426-951D-B63A-A24C-B7CDFDE6D070}"/>
          </ac:cxnSpMkLst>
        </pc:cxnChg>
        <pc:cxnChg chg="add mod">
          <ac:chgData name="Hetong Jiang" userId="ec55e077-f91c-4c1f-a475-4ddae44076a0" providerId="ADAL" clId="{C955C419-DC78-5E70-8198-53B51179A910}" dt="2026-10-10T05:18:23.353" v="35364" actId="1076"/>
          <ac:cxnSpMkLst>
            <pc:docMk/>
            <pc:sldMk cId="3187570618" sldId="495"/>
            <ac:cxnSpMk id="22" creationId="{5E6695CD-DA47-3C2B-E2F1-43EA9FFA938E}"/>
          </ac:cxnSpMkLst>
        </pc:cxnChg>
        <pc:cxnChg chg="add mod">
          <ac:chgData name="Hetong Jiang" userId="ec55e077-f91c-4c1f-a475-4ddae44076a0" providerId="ADAL" clId="{C955C419-DC78-5E70-8198-53B51179A910}" dt="2026-10-10T05:18:23.353" v="35364" actId="1076"/>
          <ac:cxnSpMkLst>
            <pc:docMk/>
            <pc:sldMk cId="3187570618" sldId="495"/>
            <ac:cxnSpMk id="23" creationId="{FC5C3976-ED3D-27B3-5889-15498E7B8346}"/>
          </ac:cxnSpMkLst>
        </pc:cxnChg>
        <pc:cxnChg chg="add mod">
          <ac:chgData name="Hetong Jiang" userId="ec55e077-f91c-4c1f-a475-4ddae44076a0" providerId="ADAL" clId="{C955C419-DC78-5E70-8198-53B51179A910}" dt="2026-10-10T05:21:13.852" v="35406" actId="1076"/>
          <ac:cxnSpMkLst>
            <pc:docMk/>
            <pc:sldMk cId="3187570618" sldId="495"/>
            <ac:cxnSpMk id="24" creationId="{3571C7CF-4A83-1DF7-6139-250DF4D8AD80}"/>
          </ac:cxnSpMkLst>
        </pc:cxnChg>
        <pc:cxnChg chg="add mod">
          <ac:chgData name="Hetong Jiang" userId="ec55e077-f91c-4c1f-a475-4ddae44076a0" providerId="ADAL" clId="{C955C419-DC78-5E70-8198-53B51179A910}" dt="2026-10-10T05:21:24.720" v="35407" actId="1076"/>
          <ac:cxnSpMkLst>
            <pc:docMk/>
            <pc:sldMk cId="3187570618" sldId="495"/>
            <ac:cxnSpMk id="110" creationId="{857B1948-7798-851A-3B8C-C48DACC60602}"/>
          </ac:cxnSpMkLst>
        </pc:cxnChg>
        <pc:cxnChg chg="add mod">
          <ac:chgData name="Hetong Jiang" userId="ec55e077-f91c-4c1f-a475-4ddae44076a0" providerId="ADAL" clId="{C955C419-DC78-5E70-8198-53B51179A910}" dt="2026-10-10T05:21:24.720" v="35407" actId="1076"/>
          <ac:cxnSpMkLst>
            <pc:docMk/>
            <pc:sldMk cId="3187570618" sldId="495"/>
            <ac:cxnSpMk id="114" creationId="{EF4AFCF0-C39B-1232-76DE-F22E2A8EDF38}"/>
          </ac:cxnSpMkLst>
        </pc:cxnChg>
      </pc:sldChg>
      <pc:sldChg chg="add del">
        <pc:chgData name="Hetong Jiang" userId="ec55e077-f91c-4c1f-a475-4ddae44076a0" providerId="ADAL" clId="{C955C419-DC78-5E70-8198-53B51179A910}" dt="2026-10-01T01:59:21.697" v="21439"/>
        <pc:sldMkLst>
          <pc:docMk/>
          <pc:sldMk cId="98469849" sldId="496"/>
        </pc:sldMkLst>
      </pc:sldChg>
      <pc:sldChg chg="addSp delSp modSp add del mod ord modAnim modCm">
        <pc:chgData name="Hetong Jiang" userId="ec55e077-f91c-4c1f-a475-4ddae44076a0" providerId="ADAL" clId="{C955C419-DC78-5E70-8198-53B51179A910}" dt="2026-10-12T13:08:15.170" v="38176" actId="11530"/>
        <pc:sldMkLst>
          <pc:docMk/>
          <pc:sldMk cId="3145452564" sldId="497"/>
        </pc:sldMkLst>
        <pc:spChg chg="add mod">
          <ac:chgData name="Hetong Jiang" userId="ec55e077-f91c-4c1f-a475-4ddae44076a0" providerId="ADAL" clId="{C955C419-DC78-5E70-8198-53B51179A910}" dt="2026-10-11T12:16:43.094" v="36718" actId="14100"/>
          <ac:spMkLst>
            <pc:docMk/>
            <pc:sldMk cId="3145452564" sldId="497"/>
            <ac:spMk id="2" creationId="{0A14834D-E90A-B76D-A40D-DB76B5EACEF5}"/>
          </ac:spMkLst>
        </pc:spChg>
        <pc:spChg chg="add mod">
          <ac:chgData name="Hetong Jiang" userId="ec55e077-f91c-4c1f-a475-4ddae44076a0" providerId="ADAL" clId="{C955C419-DC78-5E70-8198-53B51179A910}" dt="2026-10-11T12:16:47.643" v="36720" actId="14100"/>
          <ac:spMkLst>
            <pc:docMk/>
            <pc:sldMk cId="3145452564" sldId="497"/>
            <ac:spMk id="3" creationId="{D153F774-71C2-813D-BAFC-B1EA950210AD}"/>
          </ac:spMkLst>
        </pc:spChg>
        <pc:spChg chg="add mod">
          <ac:chgData name="Hetong Jiang" userId="ec55e077-f91c-4c1f-a475-4ddae44076a0" providerId="ADAL" clId="{C955C419-DC78-5E70-8198-53B51179A910}" dt="2026-10-12T13:08:15.170" v="38176" actId="11530"/>
          <ac:spMkLst>
            <pc:docMk/>
            <pc:sldMk cId="3145452564" sldId="497"/>
            <ac:spMk id="4" creationId="{EA9C99F4-F30E-FCDC-88CC-270F4899246E}"/>
          </ac:spMkLst>
        </pc:spChg>
        <pc:spChg chg="mod">
          <ac:chgData name="Hetong Jiang" userId="ec55e077-f91c-4c1f-a475-4ddae44076a0" providerId="ADAL" clId="{C955C419-DC78-5E70-8198-53B51179A910}" dt="2026-10-12T12:59:29.194" v="38039" actId="20577"/>
          <ac:spMkLst>
            <pc:docMk/>
            <pc:sldMk cId="3145452564" sldId="497"/>
            <ac:spMk id="8" creationId="{68BE6EB7-D553-C3BC-3D75-14E81C67CC33}"/>
          </ac:spMkLst>
        </pc:spChg>
        <pc:spChg chg="mod">
          <ac:chgData name="Hetong Jiang" userId="ec55e077-f91c-4c1f-a475-4ddae44076a0" providerId="ADAL" clId="{C955C419-DC78-5E70-8198-53B51179A910}" dt="2026-10-12T13:08:09.474" v="38175" actId="115"/>
          <ac:spMkLst>
            <pc:docMk/>
            <pc:sldMk cId="3145452564" sldId="497"/>
            <ac:spMk id="9" creationId="{A2D935EA-1D53-E518-44E5-DDBE24AB8BCD}"/>
          </ac:spMkLst>
        </pc:spChg>
        <pc:extLst>
          <p:ext xmlns:p="http://schemas.openxmlformats.org/presentationml/2006/main" uri="{D6D511B9-2390-475A-947B-AFAB55BFBCF1}">
            <pc226:cmChg xmlns:pc226="http://schemas.microsoft.com/office/powerpoint/2022/06/main/command" chg="mod">
              <pc226:chgData name="Hetong Jiang" userId="ec55e077-f91c-4c1f-a475-4ddae44076a0" providerId="ADAL" clId="{C955C419-DC78-5E70-8198-53B51179A910}" dt="2026-10-12T12:59:29.194" v="38039" actId="20577"/>
              <pc2:cmMkLst xmlns:pc2="http://schemas.microsoft.com/office/powerpoint/2019/9/main/command">
                <pc:docMk/>
                <pc:sldMk cId="3145452564" sldId="497"/>
                <pc2:cmMk id="{993BD96A-4AA2-4DE0-AC72-AFF0E67E96A4}"/>
              </pc2:cmMkLst>
            </pc226:cmChg>
          </p:ext>
        </pc:extLst>
      </pc:sldChg>
      <pc:sldChg chg="addSp delSp modSp add del mod modAnim">
        <pc:chgData name="Hetong Jiang" userId="ec55e077-f91c-4c1f-a475-4ddae44076a0" providerId="ADAL" clId="{C955C419-DC78-5E70-8198-53B51179A910}" dt="2026-10-03T09:22:47.144" v="27941" actId="14100"/>
        <pc:sldMkLst>
          <pc:docMk/>
          <pc:sldMk cId="2793879681" sldId="499"/>
        </pc:sldMkLst>
        <pc:spChg chg="add mod">
          <ac:chgData name="Hetong Jiang" userId="ec55e077-f91c-4c1f-a475-4ddae44076a0" providerId="ADAL" clId="{C955C419-DC78-5E70-8198-53B51179A910}" dt="2026-10-03T09:20:11.546" v="27924" actId="948"/>
          <ac:spMkLst>
            <pc:docMk/>
            <pc:sldMk cId="2793879681" sldId="499"/>
            <ac:spMk id="3" creationId="{F99AD969-46AD-856C-B1C4-4AE05415EF30}"/>
          </ac:spMkLst>
        </pc:spChg>
        <pc:spChg chg="add mod">
          <ac:chgData name="Hetong Jiang" userId="ec55e077-f91c-4c1f-a475-4ddae44076a0" providerId="ADAL" clId="{C955C419-DC78-5E70-8198-53B51179A910}" dt="2026-10-03T09:20:54.155" v="27932" actId="1076"/>
          <ac:spMkLst>
            <pc:docMk/>
            <pc:sldMk cId="2793879681" sldId="499"/>
            <ac:spMk id="4" creationId="{A58DDC4D-2BFB-EEE8-58DA-9BC7F54EEE10}"/>
          </ac:spMkLst>
        </pc:spChg>
        <pc:spChg chg="add mod">
          <ac:chgData name="Hetong Jiang" userId="ec55e077-f91c-4c1f-a475-4ddae44076a0" providerId="ADAL" clId="{C955C419-DC78-5E70-8198-53B51179A910}" dt="2026-10-03T09:20:29.936" v="27928" actId="948"/>
          <ac:spMkLst>
            <pc:docMk/>
            <pc:sldMk cId="2793879681" sldId="499"/>
            <ac:spMk id="5" creationId="{E9CF942B-1C7A-0BAC-3512-C8929D8FB0E9}"/>
          </ac:spMkLst>
        </pc:spChg>
        <pc:spChg chg="add mod">
          <ac:chgData name="Hetong Jiang" userId="ec55e077-f91c-4c1f-a475-4ddae44076a0" providerId="ADAL" clId="{C955C419-DC78-5E70-8198-53B51179A910}" dt="2026-10-03T09:22:47.144" v="27941" actId="14100"/>
          <ac:spMkLst>
            <pc:docMk/>
            <pc:sldMk cId="2793879681" sldId="499"/>
            <ac:spMk id="7" creationId="{A98BE991-389D-5194-1C87-08A363F3BB13}"/>
          </ac:spMkLst>
        </pc:spChg>
      </pc:sldChg>
      <pc:sldChg chg="add del modAnim">
        <pc:chgData name="Hetong Jiang" userId="ec55e077-f91c-4c1f-a475-4ddae44076a0" providerId="ADAL" clId="{C955C419-DC78-5E70-8198-53B51179A910}" dt="2026-10-19T23:42:44.976" v="38299"/>
        <pc:sldMkLst>
          <pc:docMk/>
          <pc:sldMk cId="2712061385" sldId="501"/>
        </pc:sldMkLst>
      </pc:sldChg>
      <pc:sldChg chg="modSp add del mod ord">
        <pc:chgData name="Hetong Jiang" userId="ec55e077-f91c-4c1f-a475-4ddae44076a0" providerId="ADAL" clId="{C955C419-DC78-5E70-8198-53B51179A910}" dt="2026-10-19T23:30:54.549" v="38292" actId="948"/>
        <pc:sldMkLst>
          <pc:docMk/>
          <pc:sldMk cId="3069744215" sldId="502"/>
        </pc:sldMkLst>
        <pc:spChg chg="mod">
          <ac:chgData name="Hetong Jiang" userId="ec55e077-f91c-4c1f-a475-4ddae44076a0" providerId="ADAL" clId="{C955C419-DC78-5E70-8198-53B51179A910}" dt="2026-10-19T23:30:54.549" v="38292" actId="948"/>
          <ac:spMkLst>
            <pc:docMk/>
            <pc:sldMk cId="3069744215" sldId="502"/>
            <ac:spMk id="9" creationId="{628914D9-6D24-BE74-09F6-B5CEBFCE2670}"/>
          </ac:spMkLst>
        </pc:spChg>
      </pc:sldChg>
      <pc:sldChg chg="modSp add mod modAnim">
        <pc:chgData name="Hetong Jiang" userId="ec55e077-f91c-4c1f-a475-4ddae44076a0" providerId="ADAL" clId="{C955C419-DC78-5E70-8198-53B51179A910}" dt="2026-10-01T04:33:10.482" v="22788"/>
        <pc:sldMkLst>
          <pc:docMk/>
          <pc:sldMk cId="3359011790" sldId="505"/>
        </pc:sldMkLst>
        <pc:spChg chg="mod">
          <ac:chgData name="Hetong Jiang" userId="ec55e077-f91c-4c1f-a475-4ddae44076a0" providerId="ADAL" clId="{C955C419-DC78-5E70-8198-53B51179A910}" dt="2026-10-01T04:32:32.376" v="22779" actId="1076"/>
          <ac:spMkLst>
            <pc:docMk/>
            <pc:sldMk cId="3359011790" sldId="505"/>
            <ac:spMk id="5" creationId="{07E670E8-899D-C466-F409-EC5B7F6F8D26}"/>
          </ac:spMkLst>
        </pc:spChg>
      </pc:sldChg>
      <pc:sldChg chg="modSp add mod">
        <pc:chgData name="Hetong Jiang" userId="ec55e077-f91c-4c1f-a475-4ddae44076a0" providerId="ADAL" clId="{C955C419-DC78-5E70-8198-53B51179A910}" dt="2026-10-01T04:33:38.694" v="22791" actId="1076"/>
        <pc:sldMkLst>
          <pc:docMk/>
          <pc:sldMk cId="528285975" sldId="506"/>
        </pc:sldMkLst>
        <pc:spChg chg="mod">
          <ac:chgData name="Hetong Jiang" userId="ec55e077-f91c-4c1f-a475-4ddae44076a0" providerId="ADAL" clId="{C955C419-DC78-5E70-8198-53B51179A910}" dt="2026-10-01T04:33:38.694" v="22791" actId="1076"/>
          <ac:spMkLst>
            <pc:docMk/>
            <pc:sldMk cId="528285975" sldId="506"/>
            <ac:spMk id="5" creationId="{40C2D837-22DE-CADF-F2C3-514A882A5202}"/>
          </ac:spMkLst>
        </pc:spChg>
      </pc:sldChg>
      <pc:sldChg chg="modSp add mod">
        <pc:chgData name="Hetong Jiang" userId="ec55e077-f91c-4c1f-a475-4ddae44076a0" providerId="ADAL" clId="{C955C419-DC78-5E70-8198-53B51179A910}" dt="2026-10-01T04:34:16.315" v="22800" actId="1036"/>
        <pc:sldMkLst>
          <pc:docMk/>
          <pc:sldMk cId="2858366897" sldId="507"/>
        </pc:sldMkLst>
        <pc:spChg chg="mod">
          <ac:chgData name="Hetong Jiang" userId="ec55e077-f91c-4c1f-a475-4ddae44076a0" providerId="ADAL" clId="{C955C419-DC78-5E70-8198-53B51179A910}" dt="2026-10-01T04:34:16.315" v="22800" actId="1036"/>
          <ac:spMkLst>
            <pc:docMk/>
            <pc:sldMk cId="2858366897" sldId="507"/>
            <ac:spMk id="5" creationId="{229DC591-3B04-4030-2F8F-C05F0F2089C7}"/>
          </ac:spMkLst>
        </pc:spChg>
      </pc:sldChg>
      <pc:sldChg chg="modSp add mod">
        <pc:chgData name="Hetong Jiang" userId="ec55e077-f91c-4c1f-a475-4ddae44076a0" providerId="ADAL" clId="{C955C419-DC78-5E70-8198-53B51179A910}" dt="2026-10-03T03:13:49.514" v="25430" actId="27636"/>
        <pc:sldMkLst>
          <pc:docMk/>
          <pc:sldMk cId="3049491651" sldId="1414"/>
        </pc:sldMkLst>
        <pc:spChg chg="mod">
          <ac:chgData name="Hetong Jiang" userId="ec55e077-f91c-4c1f-a475-4ddae44076a0" providerId="ADAL" clId="{C955C419-DC78-5E70-8198-53B51179A910}" dt="2026-10-03T03:13:49.514" v="25430" actId="27636"/>
          <ac:spMkLst>
            <pc:docMk/>
            <pc:sldMk cId="3049491651" sldId="1414"/>
            <ac:spMk id="6" creationId="{5C0D240F-7FD8-486F-D8FA-3B3D24AF893C}"/>
          </ac:spMkLst>
        </pc:spChg>
      </pc:sldChg>
      <pc:sldChg chg="addSp delSp modSp add mod delAnim modAnim">
        <pc:chgData name="Hetong Jiang" userId="ec55e077-f91c-4c1f-a475-4ddae44076a0" providerId="ADAL" clId="{C955C419-DC78-5E70-8198-53B51179A910}" dt="2026-10-11T02:27:56.901" v="36667" actId="14100"/>
        <pc:sldMkLst>
          <pc:docMk/>
          <pc:sldMk cId="3814805283" sldId="1415"/>
        </pc:sldMkLst>
        <pc:spChg chg="add mod">
          <ac:chgData name="Hetong Jiang" userId="ec55e077-f91c-4c1f-a475-4ddae44076a0" providerId="ADAL" clId="{C955C419-DC78-5E70-8198-53B51179A910}" dt="2026-10-11T02:27:56.901" v="36667" actId="14100"/>
          <ac:spMkLst>
            <pc:docMk/>
            <pc:sldMk cId="3814805283" sldId="1415"/>
            <ac:spMk id="6" creationId="{2FB57CBF-17B4-40E7-723C-35FFA122FCC0}"/>
          </ac:spMkLst>
        </pc:spChg>
      </pc:sldChg>
      <pc:sldChg chg="addSp delSp modSp add mod delAnim modAnim">
        <pc:chgData name="Hetong Jiang" userId="ec55e077-f91c-4c1f-a475-4ddae44076a0" providerId="ADAL" clId="{C955C419-DC78-5E70-8198-53B51179A910}" dt="2026-10-11T02:28:18.370" v="36670" actId="1076"/>
        <pc:sldMkLst>
          <pc:docMk/>
          <pc:sldMk cId="3960838460" sldId="1416"/>
        </pc:sldMkLst>
        <pc:spChg chg="add mod">
          <ac:chgData name="Hetong Jiang" userId="ec55e077-f91c-4c1f-a475-4ddae44076a0" providerId="ADAL" clId="{C955C419-DC78-5E70-8198-53B51179A910}" dt="2026-10-11T02:28:18.370" v="36670" actId="1076"/>
          <ac:spMkLst>
            <pc:docMk/>
            <pc:sldMk cId="3960838460" sldId="1416"/>
            <ac:spMk id="5" creationId="{8CF96596-AB13-D032-7A69-902D1B825581}"/>
          </ac:spMkLst>
        </pc:spChg>
      </pc:sldChg>
      <pc:sldChg chg="addSp delSp modSp add mod delAnim modAnim">
        <pc:chgData name="Hetong Jiang" userId="ec55e077-f91c-4c1f-a475-4ddae44076a0" providerId="ADAL" clId="{C955C419-DC78-5E70-8198-53B51179A910}" dt="2026-10-11T02:28:48.435" v="36673" actId="1076"/>
        <pc:sldMkLst>
          <pc:docMk/>
          <pc:sldMk cId="2183357732" sldId="1417"/>
        </pc:sldMkLst>
        <pc:spChg chg="add mod">
          <ac:chgData name="Hetong Jiang" userId="ec55e077-f91c-4c1f-a475-4ddae44076a0" providerId="ADAL" clId="{C955C419-DC78-5E70-8198-53B51179A910}" dt="2026-10-11T02:28:48.435" v="36673" actId="1076"/>
          <ac:spMkLst>
            <pc:docMk/>
            <pc:sldMk cId="2183357732" sldId="1417"/>
            <ac:spMk id="5" creationId="{C31764C6-0767-A798-5017-DF29EC1263B7}"/>
          </ac:spMkLst>
        </pc:spChg>
      </pc:sldChg>
      <pc:sldChg chg="addSp delSp modSp add mod modAnim">
        <pc:chgData name="Hetong Jiang" userId="ec55e077-f91c-4c1f-a475-4ddae44076a0" providerId="ADAL" clId="{C955C419-DC78-5E70-8198-53B51179A910}" dt="2026-10-19T23:22:15.540" v="38241" actId="20577"/>
        <pc:sldMkLst>
          <pc:docMk/>
          <pc:sldMk cId="3132281118" sldId="1418"/>
        </pc:sldMkLst>
        <pc:spChg chg="add mod">
          <ac:chgData name="Hetong Jiang" userId="ec55e077-f91c-4c1f-a475-4ddae44076a0" providerId="ADAL" clId="{C955C419-DC78-5E70-8198-53B51179A910}" dt="2026-10-03T07:34:21.882" v="26763" actId="1038"/>
          <ac:spMkLst>
            <pc:docMk/>
            <pc:sldMk cId="3132281118" sldId="1418"/>
            <ac:spMk id="4" creationId="{EBD747EF-1A5E-9315-E408-4563E85FCC9B}"/>
          </ac:spMkLst>
        </pc:spChg>
        <pc:spChg chg="add mod">
          <ac:chgData name="Hetong Jiang" userId="ec55e077-f91c-4c1f-a475-4ddae44076a0" providerId="ADAL" clId="{C955C419-DC78-5E70-8198-53B51179A910}" dt="2026-10-03T07:28:08.907" v="26328" actId="20577"/>
          <ac:spMkLst>
            <pc:docMk/>
            <pc:sldMk cId="3132281118" sldId="1418"/>
            <ac:spMk id="5" creationId="{00EA781F-F37E-76CA-3ED9-2ADB478E5AB6}"/>
          </ac:spMkLst>
        </pc:spChg>
        <pc:spChg chg="add mod">
          <ac:chgData name="Hetong Jiang" userId="ec55e077-f91c-4c1f-a475-4ddae44076a0" providerId="ADAL" clId="{C955C419-DC78-5E70-8198-53B51179A910}" dt="2026-10-19T23:22:15.540" v="38241" actId="20577"/>
          <ac:spMkLst>
            <pc:docMk/>
            <pc:sldMk cId="3132281118" sldId="1418"/>
            <ac:spMk id="8" creationId="{CB5313A8-A508-4053-7458-4AC41DD27498}"/>
          </ac:spMkLst>
        </pc:spChg>
        <pc:spChg chg="add mod">
          <ac:chgData name="Hetong Jiang" userId="ec55e077-f91c-4c1f-a475-4ddae44076a0" providerId="ADAL" clId="{C955C419-DC78-5E70-8198-53B51179A910}" dt="2026-10-03T07:30:41.366" v="26398" actId="242"/>
          <ac:spMkLst>
            <pc:docMk/>
            <pc:sldMk cId="3132281118" sldId="1418"/>
            <ac:spMk id="12" creationId="{BA8FEDD3-245E-F6CB-1317-6E78B4D0B1DB}"/>
          </ac:spMkLst>
        </pc:spChg>
        <pc:spChg chg="add mod">
          <ac:chgData name="Hetong Jiang" userId="ec55e077-f91c-4c1f-a475-4ddae44076a0" providerId="ADAL" clId="{C955C419-DC78-5E70-8198-53B51179A910}" dt="2026-10-10T12:20:16.944" v="36649" actId="1076"/>
          <ac:spMkLst>
            <pc:docMk/>
            <pc:sldMk cId="3132281118" sldId="1418"/>
            <ac:spMk id="13" creationId="{D7698EC6-360A-50B1-2E75-F2B7408450DE}"/>
          </ac:spMkLst>
        </pc:spChg>
        <pc:picChg chg="add del mod">
          <ac:chgData name="Hetong Jiang" userId="ec55e077-f91c-4c1f-a475-4ddae44076a0" providerId="ADAL" clId="{C955C419-DC78-5E70-8198-53B51179A910}" dt="2026-10-19T23:22:10.725" v="38223" actId="478"/>
          <ac:picMkLst>
            <pc:docMk/>
            <pc:sldMk cId="3132281118" sldId="1418"/>
            <ac:picMk id="2" creationId="{CE932A7B-55AD-9B5E-2A6F-A557322FFBBC}"/>
          </ac:picMkLst>
        </pc:picChg>
      </pc:sldChg>
      <pc:sldChg chg="addSp delSp modSp add mod ord modAnim">
        <pc:chgData name="Hetong Jiang" userId="ec55e077-f91c-4c1f-a475-4ddae44076a0" providerId="ADAL" clId="{C955C419-DC78-5E70-8198-53B51179A910}" dt="2026-10-12T11:05:12.994" v="37347" actId="20578"/>
        <pc:sldMkLst>
          <pc:docMk/>
          <pc:sldMk cId="3443099535" sldId="1419"/>
        </pc:sldMkLst>
        <pc:spChg chg="add mod">
          <ac:chgData name="Hetong Jiang" userId="ec55e077-f91c-4c1f-a475-4ddae44076a0" providerId="ADAL" clId="{C955C419-DC78-5E70-8198-53B51179A910}" dt="2026-10-06T02:59:28.444" v="32354" actId="14100"/>
          <ac:spMkLst>
            <pc:docMk/>
            <pc:sldMk cId="3443099535" sldId="1419"/>
            <ac:spMk id="2" creationId="{A0DB7475-0356-87A6-7D5F-2B66E5E5F32D}"/>
          </ac:spMkLst>
        </pc:spChg>
        <pc:spChg chg="mod">
          <ac:chgData name="Hetong Jiang" userId="ec55e077-f91c-4c1f-a475-4ddae44076a0" providerId="ADAL" clId="{C955C419-DC78-5E70-8198-53B51179A910}" dt="2026-10-12T10:56:46.867" v="37332" actId="20577"/>
          <ac:spMkLst>
            <pc:docMk/>
            <pc:sldMk cId="3443099535" sldId="1419"/>
            <ac:spMk id="8" creationId="{1503B9F9-53F6-9A9B-469F-823548197258}"/>
          </ac:spMkLst>
        </pc:spChg>
        <pc:spChg chg="add mod">
          <ac:chgData name="Hetong Jiang" userId="ec55e077-f91c-4c1f-a475-4ddae44076a0" providerId="ADAL" clId="{C955C419-DC78-5E70-8198-53B51179A910}" dt="2026-10-10T08:37:45.291" v="35526" actId="1076"/>
          <ac:spMkLst>
            <pc:docMk/>
            <pc:sldMk cId="3443099535" sldId="1419"/>
            <ac:spMk id="21" creationId="{168DE686-1EDA-2CF2-2CDB-D0AB6877B51E}"/>
          </ac:spMkLst>
        </pc:spChg>
        <pc:spChg chg="mod">
          <ac:chgData name="Hetong Jiang" userId="ec55e077-f91c-4c1f-a475-4ddae44076a0" providerId="ADAL" clId="{C955C419-DC78-5E70-8198-53B51179A910}" dt="2026-10-10T09:40:31.742" v="35638" actId="948"/>
          <ac:spMkLst>
            <pc:docMk/>
            <pc:sldMk cId="3443099535" sldId="1419"/>
            <ac:spMk id="22" creationId="{C9B5FC0D-0E1B-1B8B-3086-64361915BF7B}"/>
          </ac:spMkLst>
        </pc:spChg>
        <pc:spChg chg="add mod">
          <ac:chgData name="Hetong Jiang" userId="ec55e077-f91c-4c1f-a475-4ddae44076a0" providerId="ADAL" clId="{C955C419-DC78-5E70-8198-53B51179A910}" dt="2026-10-10T08:37:45.291" v="35526" actId="1076"/>
          <ac:spMkLst>
            <pc:docMk/>
            <pc:sldMk cId="3443099535" sldId="1419"/>
            <ac:spMk id="23" creationId="{D30217C9-24BE-35A7-1D0D-F80AC47B10E9}"/>
          </ac:spMkLst>
        </pc:spChg>
        <pc:spChg chg="add mod">
          <ac:chgData name="Hetong Jiang" userId="ec55e077-f91c-4c1f-a475-4ddae44076a0" providerId="ADAL" clId="{C955C419-DC78-5E70-8198-53B51179A910}" dt="2026-10-10T08:37:45.291" v="35526" actId="1076"/>
          <ac:spMkLst>
            <pc:docMk/>
            <pc:sldMk cId="3443099535" sldId="1419"/>
            <ac:spMk id="24" creationId="{B2713644-E02D-6C73-3519-98C4F7FE3714}"/>
          </ac:spMkLst>
        </pc:spChg>
        <pc:spChg chg="add mod">
          <ac:chgData name="Hetong Jiang" userId="ec55e077-f91c-4c1f-a475-4ddae44076a0" providerId="ADAL" clId="{C955C419-DC78-5E70-8198-53B51179A910}" dt="2026-10-10T08:37:45.291" v="35526" actId="1076"/>
          <ac:spMkLst>
            <pc:docMk/>
            <pc:sldMk cId="3443099535" sldId="1419"/>
            <ac:spMk id="31" creationId="{35441BCF-C09E-1FDB-8E78-460CEC106F9D}"/>
          </ac:spMkLst>
        </pc:spChg>
        <pc:spChg chg="mod">
          <ac:chgData name="Hetong Jiang" userId="ec55e077-f91c-4c1f-a475-4ddae44076a0" providerId="ADAL" clId="{C955C419-DC78-5E70-8198-53B51179A910}" dt="2026-10-10T08:38:03.292" v="35532" actId="1076"/>
          <ac:spMkLst>
            <pc:docMk/>
            <pc:sldMk cId="3443099535" sldId="1419"/>
            <ac:spMk id="56" creationId="{C44E07A5-5039-336E-CEF7-EF6FF40A5939}"/>
          </ac:spMkLst>
        </pc:spChg>
        <pc:spChg chg="add mod">
          <ac:chgData name="Hetong Jiang" userId="ec55e077-f91c-4c1f-a475-4ddae44076a0" providerId="ADAL" clId="{C955C419-DC78-5E70-8198-53B51179A910}" dt="2026-10-10T08:38:03.292" v="35532" actId="1076"/>
          <ac:spMkLst>
            <pc:docMk/>
            <pc:sldMk cId="3443099535" sldId="1419"/>
            <ac:spMk id="57" creationId="{1956D398-FA9A-43ED-AE3E-4E8B8C88B0BE}"/>
          </ac:spMkLst>
        </pc:spChg>
        <pc:spChg chg="add mod">
          <ac:chgData name="Hetong Jiang" userId="ec55e077-f91c-4c1f-a475-4ddae44076a0" providerId="ADAL" clId="{C955C419-DC78-5E70-8198-53B51179A910}" dt="2026-10-10T08:38:03.292" v="35532" actId="1076"/>
          <ac:spMkLst>
            <pc:docMk/>
            <pc:sldMk cId="3443099535" sldId="1419"/>
            <ac:spMk id="58" creationId="{A7DDBB7D-D2AE-3215-6A80-9C61532A947B}"/>
          </ac:spMkLst>
        </pc:spChg>
        <pc:spChg chg="add mod">
          <ac:chgData name="Hetong Jiang" userId="ec55e077-f91c-4c1f-a475-4ddae44076a0" providerId="ADAL" clId="{C955C419-DC78-5E70-8198-53B51179A910}" dt="2026-10-03T09:13:19.332" v="27762" actId="1076"/>
          <ac:spMkLst>
            <pc:docMk/>
            <pc:sldMk cId="3443099535" sldId="1419"/>
            <ac:spMk id="59" creationId="{000E297C-AFFF-8063-E4C7-63D5CFE440E8}"/>
          </ac:spMkLst>
        </pc:spChg>
        <pc:spChg chg="add mod">
          <ac:chgData name="Hetong Jiang" userId="ec55e077-f91c-4c1f-a475-4ddae44076a0" providerId="ADAL" clId="{C955C419-DC78-5E70-8198-53B51179A910}" dt="2026-10-03T09:12:05.361" v="27599" actId="1076"/>
          <ac:spMkLst>
            <pc:docMk/>
            <pc:sldMk cId="3443099535" sldId="1419"/>
            <ac:spMk id="60" creationId="{9A465C43-E00E-27E9-A7E2-BC5E5B20DFAB}"/>
          </ac:spMkLst>
        </pc:spChg>
        <pc:spChg chg="add mod">
          <ac:chgData name="Hetong Jiang" userId="ec55e077-f91c-4c1f-a475-4ddae44076a0" providerId="ADAL" clId="{C955C419-DC78-5E70-8198-53B51179A910}" dt="2026-10-10T08:38:03.292" v="35532" actId="1076"/>
          <ac:spMkLst>
            <pc:docMk/>
            <pc:sldMk cId="3443099535" sldId="1419"/>
            <ac:spMk id="62" creationId="{998D0F53-0B7B-34F6-A29D-663B32358F39}"/>
          </ac:spMkLst>
        </pc:spChg>
        <pc:spChg chg="add mod">
          <ac:chgData name="Hetong Jiang" userId="ec55e077-f91c-4c1f-a475-4ddae44076a0" providerId="ADAL" clId="{C955C419-DC78-5E70-8198-53B51179A910}" dt="2026-10-10T08:38:03.292" v="35532" actId="1076"/>
          <ac:spMkLst>
            <pc:docMk/>
            <pc:sldMk cId="3443099535" sldId="1419"/>
            <ac:spMk id="63" creationId="{B6094C4A-F3EA-007C-3AAF-21B2269B3D34}"/>
          </ac:spMkLst>
        </pc:spChg>
        <pc:spChg chg="add mod">
          <ac:chgData name="Hetong Jiang" userId="ec55e077-f91c-4c1f-a475-4ddae44076a0" providerId="ADAL" clId="{C955C419-DC78-5E70-8198-53B51179A910}" dt="2026-10-10T08:38:03.292" v="35532" actId="1076"/>
          <ac:spMkLst>
            <pc:docMk/>
            <pc:sldMk cId="3443099535" sldId="1419"/>
            <ac:spMk id="64" creationId="{ED3F5B8A-CC7D-0480-4924-792C5F1A98A2}"/>
          </ac:spMkLst>
        </pc:spChg>
        <pc:spChg chg="mod">
          <ac:chgData name="Hetong Jiang" userId="ec55e077-f91c-4c1f-a475-4ddae44076a0" providerId="ADAL" clId="{C955C419-DC78-5E70-8198-53B51179A910}" dt="2026-10-10T08:38:03.292" v="35532" actId="1076"/>
          <ac:spMkLst>
            <pc:docMk/>
            <pc:sldMk cId="3443099535" sldId="1419"/>
            <ac:spMk id="65" creationId="{4C874FE0-A3AC-4C5A-855E-43B0760669A9}"/>
          </ac:spMkLst>
        </pc:spChg>
        <pc:spChg chg="add mod">
          <ac:chgData name="Hetong Jiang" userId="ec55e077-f91c-4c1f-a475-4ddae44076a0" providerId="ADAL" clId="{C955C419-DC78-5E70-8198-53B51179A910}" dt="2026-10-10T08:38:03.292" v="35532" actId="1076"/>
          <ac:spMkLst>
            <pc:docMk/>
            <pc:sldMk cId="3443099535" sldId="1419"/>
            <ac:spMk id="66" creationId="{C41A1CBF-6AF3-482C-27B6-13F7412F7A4C}"/>
          </ac:spMkLst>
        </pc:spChg>
        <pc:spChg chg="add mod">
          <ac:chgData name="Hetong Jiang" userId="ec55e077-f91c-4c1f-a475-4ddae44076a0" providerId="ADAL" clId="{C955C419-DC78-5E70-8198-53B51179A910}" dt="2026-10-10T08:38:03.292" v="35532" actId="1076"/>
          <ac:spMkLst>
            <pc:docMk/>
            <pc:sldMk cId="3443099535" sldId="1419"/>
            <ac:spMk id="67" creationId="{CE99569B-7D92-FBCB-80FF-DFD7EB5340A4}"/>
          </ac:spMkLst>
        </pc:spChg>
        <pc:spChg chg="add mod">
          <ac:chgData name="Hetong Jiang" userId="ec55e077-f91c-4c1f-a475-4ddae44076a0" providerId="ADAL" clId="{C955C419-DC78-5E70-8198-53B51179A910}" dt="2026-10-10T08:38:03.292" v="35532" actId="1076"/>
          <ac:spMkLst>
            <pc:docMk/>
            <pc:sldMk cId="3443099535" sldId="1419"/>
            <ac:spMk id="68" creationId="{483F3067-0B1A-7B61-7478-B062BF97077C}"/>
          </ac:spMkLst>
        </pc:spChg>
        <pc:picChg chg="add mod">
          <ac:chgData name="Hetong Jiang" userId="ec55e077-f91c-4c1f-a475-4ddae44076a0" providerId="ADAL" clId="{C955C419-DC78-5E70-8198-53B51179A910}" dt="2026-10-10T08:37:45.291" v="35526" actId="1076"/>
          <ac:picMkLst>
            <pc:docMk/>
            <pc:sldMk cId="3443099535" sldId="1419"/>
            <ac:picMk id="20" creationId="{05BE2298-7C9F-055A-B400-D2A32B6CE881}"/>
          </ac:picMkLst>
        </pc:picChg>
        <pc:cxnChg chg="add mod">
          <ac:chgData name="Hetong Jiang" userId="ec55e077-f91c-4c1f-a475-4ddae44076a0" providerId="ADAL" clId="{C955C419-DC78-5E70-8198-53B51179A910}" dt="2026-10-10T08:37:45.291" v="35526" actId="1076"/>
          <ac:cxnSpMkLst>
            <pc:docMk/>
            <pc:sldMk cId="3443099535" sldId="1419"/>
            <ac:cxnSpMk id="19" creationId="{E9450F6A-4F5D-ABD0-E684-A75361ADADE3}"/>
          </ac:cxnSpMkLst>
        </pc:cxnChg>
        <pc:cxnChg chg="add mod">
          <ac:chgData name="Hetong Jiang" userId="ec55e077-f91c-4c1f-a475-4ddae44076a0" providerId="ADAL" clId="{C955C419-DC78-5E70-8198-53B51179A910}" dt="2026-10-10T08:37:45.291" v="35526" actId="1076"/>
          <ac:cxnSpMkLst>
            <pc:docMk/>
            <pc:sldMk cId="3443099535" sldId="1419"/>
            <ac:cxnSpMk id="47" creationId="{EDB3E4B0-7DE6-A284-C262-11A637B6B2DE}"/>
          </ac:cxnSpMkLst>
        </pc:cxnChg>
        <pc:cxnChg chg="add mod">
          <ac:chgData name="Hetong Jiang" userId="ec55e077-f91c-4c1f-a475-4ddae44076a0" providerId="ADAL" clId="{C955C419-DC78-5E70-8198-53B51179A910}" dt="2026-10-10T08:37:45.291" v="35526" actId="1076"/>
          <ac:cxnSpMkLst>
            <pc:docMk/>
            <pc:sldMk cId="3443099535" sldId="1419"/>
            <ac:cxnSpMk id="50" creationId="{CC7C06D9-DAEB-D7B9-6C15-C9C928D48EED}"/>
          </ac:cxnSpMkLst>
        </pc:cxnChg>
      </pc:sldChg>
      <pc:sldChg chg="addSp delSp modSp add mod">
        <pc:chgData name="Hetong Jiang" userId="ec55e077-f91c-4c1f-a475-4ddae44076a0" providerId="ADAL" clId="{C955C419-DC78-5E70-8198-53B51179A910}" dt="2026-10-11T12:32:19.281" v="36723"/>
        <pc:sldMkLst>
          <pc:docMk/>
          <pc:sldMk cId="763625767" sldId="1424"/>
        </pc:sldMkLst>
      </pc:sldChg>
      <pc:sldChg chg="addSp delSp modSp mod modNotesTx">
        <pc:chgData name="Hetong Jiang" userId="ec55e077-f91c-4c1f-a475-4ddae44076a0" providerId="ADAL" clId="{C955C419-DC78-5E70-8198-53B51179A910}" dt="2026-10-20T00:38:30.326" v="38300" actId="20577"/>
        <pc:sldMkLst>
          <pc:docMk/>
          <pc:sldMk cId="350125421" sldId="1425"/>
        </pc:sldMkLst>
        <pc:spChg chg="add mod">
          <ac:chgData name="Hetong Jiang" userId="ec55e077-f91c-4c1f-a475-4ddae44076a0" providerId="ADAL" clId="{C955C419-DC78-5E70-8198-53B51179A910}" dt="2026-10-19T23:12:48.260" v="38177" actId="478"/>
          <ac:spMkLst>
            <pc:docMk/>
            <pc:sldMk cId="350125421" sldId="1425"/>
            <ac:spMk id="3" creationId="{6E820B19-99E8-1D32-B15B-3B6767D8CDD5}"/>
          </ac:spMkLst>
        </pc:spChg>
        <pc:spChg chg="mod">
          <ac:chgData name="Hetong Jiang" userId="ec55e077-f91c-4c1f-a475-4ddae44076a0" providerId="ADAL" clId="{C955C419-DC78-5E70-8198-53B51179A910}" dt="2026-10-06T01:51:13.059" v="31841" actId="255"/>
          <ac:spMkLst>
            <pc:docMk/>
            <pc:sldMk cId="350125421" sldId="1425"/>
            <ac:spMk id="4" creationId="{4FBD49E8-58AA-160E-9DFF-259D67494DD8}"/>
          </ac:spMkLst>
        </pc:spChg>
        <pc:spChg chg="add mod">
          <ac:chgData name="Hetong Jiang" userId="ec55e077-f91c-4c1f-a475-4ddae44076a0" providerId="ADAL" clId="{C955C419-DC78-5E70-8198-53B51179A910}" dt="2026-10-19T23:12:54.055" v="38180" actId="20577"/>
          <ac:spMkLst>
            <pc:docMk/>
            <pc:sldMk cId="350125421" sldId="1425"/>
            <ac:spMk id="8" creationId="{F087F265-9A4D-8291-6578-196811E8896D}"/>
          </ac:spMkLst>
        </pc:spChg>
        <pc:spChg chg="add mod">
          <ac:chgData name="Hetong Jiang" userId="ec55e077-f91c-4c1f-a475-4ddae44076a0" providerId="ADAL" clId="{C955C419-DC78-5E70-8198-53B51179A910}" dt="2026-10-06T01:50:40.219" v="31762" actId="20577"/>
          <ac:spMkLst>
            <pc:docMk/>
            <pc:sldMk cId="350125421" sldId="1425"/>
            <ac:spMk id="11" creationId="{9AF6367A-DFD4-9323-0952-E3C1ACE1EA4E}"/>
          </ac:spMkLst>
        </pc:spChg>
        <pc:picChg chg="add del mod">
          <ac:chgData name="Hetong Jiang" userId="ec55e077-f91c-4c1f-a475-4ddae44076a0" providerId="ADAL" clId="{C955C419-DC78-5E70-8198-53B51179A910}" dt="2026-10-19T23:12:48.260" v="38177" actId="478"/>
          <ac:picMkLst>
            <pc:docMk/>
            <pc:sldMk cId="350125421" sldId="1425"/>
            <ac:picMk id="7" creationId="{0A89EDF7-DD80-43F1-303B-7C1E2B19B53D}"/>
          </ac:picMkLst>
        </pc:picChg>
      </pc:sldChg>
      <pc:sldChg chg="modSp add mod">
        <pc:chgData name="Hetong Jiang" userId="ec55e077-f91c-4c1f-a475-4ddae44076a0" providerId="ADAL" clId="{C955C419-DC78-5E70-8198-53B51179A910}" dt="2026-10-11T02:27:47.216" v="36663" actId="14100"/>
        <pc:sldMkLst>
          <pc:docMk/>
          <pc:sldMk cId="94444477" sldId="1426"/>
        </pc:sldMkLst>
        <pc:spChg chg="mod">
          <ac:chgData name="Hetong Jiang" userId="ec55e077-f91c-4c1f-a475-4ddae44076a0" providerId="ADAL" clId="{C955C419-DC78-5E70-8198-53B51179A910}" dt="2026-10-11T02:27:47.216" v="36663" actId="14100"/>
          <ac:spMkLst>
            <pc:docMk/>
            <pc:sldMk cId="94444477" sldId="1426"/>
            <ac:spMk id="3" creationId="{9A603D00-716F-8B36-3BF2-C0A883FC8F0A}"/>
          </ac:spMkLst>
        </pc:spChg>
      </pc:sldChg>
      <pc:sldChg chg="addSp delSp modSp add mod delAnim">
        <pc:chgData name="Hetong Jiang" userId="ec55e077-f91c-4c1f-a475-4ddae44076a0" providerId="ADAL" clId="{C955C419-DC78-5E70-8198-53B51179A910}" dt="2026-10-12T13:02:22.554" v="38152" actId="478"/>
        <pc:sldMkLst>
          <pc:docMk/>
          <pc:sldMk cId="608501617" sldId="1427"/>
        </pc:sldMkLst>
        <pc:spChg chg="mod">
          <ac:chgData name="Hetong Jiang" userId="ec55e077-f91c-4c1f-a475-4ddae44076a0" providerId="ADAL" clId="{C955C419-DC78-5E70-8198-53B51179A910}" dt="2026-10-06T03:10:13.481" v="32532" actId="1076"/>
          <ac:spMkLst>
            <pc:docMk/>
            <pc:sldMk cId="608501617" sldId="1427"/>
            <ac:spMk id="2" creationId="{CF8EC430-AD4E-A9E9-0568-A8EC8899CFBA}"/>
          </ac:spMkLst>
        </pc:spChg>
        <pc:spChg chg="add mod">
          <ac:chgData name="Hetong Jiang" userId="ec55e077-f91c-4c1f-a475-4ddae44076a0" providerId="ADAL" clId="{C955C419-DC78-5E70-8198-53B51179A910}" dt="2026-10-06T03:10:54.929" v="32533" actId="122"/>
          <ac:spMkLst>
            <pc:docMk/>
            <pc:sldMk cId="608501617" sldId="1427"/>
            <ac:spMk id="4" creationId="{84AA73F4-3333-2491-8E2A-736EFE376B6F}"/>
          </ac:spMkLst>
        </pc:spChg>
        <pc:spChg chg="mod">
          <ac:chgData name="Hetong Jiang" userId="ec55e077-f91c-4c1f-a475-4ddae44076a0" providerId="ADAL" clId="{C955C419-DC78-5E70-8198-53B51179A910}" dt="2026-10-12T13:02:14.394" v="38146" actId="113"/>
          <ac:spMkLst>
            <pc:docMk/>
            <pc:sldMk cId="608501617" sldId="1427"/>
            <ac:spMk id="38" creationId="{45786F1A-DBCE-C0E9-3585-530125722A0F}"/>
          </ac:spMkLst>
        </pc:spChg>
        <pc:spChg chg="mod">
          <ac:chgData name="Hetong Jiang" userId="ec55e077-f91c-4c1f-a475-4ddae44076a0" providerId="ADAL" clId="{C955C419-DC78-5E70-8198-53B51179A910}" dt="2026-10-12T13:02:15.432" v="38147" actId="113"/>
          <ac:spMkLst>
            <pc:docMk/>
            <pc:sldMk cId="608501617" sldId="1427"/>
            <ac:spMk id="51" creationId="{8F9FA38D-A7A8-EE5E-9B12-98F071CD419C}"/>
          </ac:spMkLst>
        </pc:spChg>
        <pc:spChg chg="mod">
          <ac:chgData name="Hetong Jiang" userId="ec55e077-f91c-4c1f-a475-4ddae44076a0" providerId="ADAL" clId="{C955C419-DC78-5E70-8198-53B51179A910}" dt="2026-10-12T13:02:12.543" v="38145" actId="113"/>
          <ac:spMkLst>
            <pc:docMk/>
            <pc:sldMk cId="608501617" sldId="1427"/>
            <ac:spMk id="78" creationId="{76720527-9834-1659-334C-7E23A59E0BFC}"/>
          </ac:spMkLst>
        </pc:spChg>
        <pc:spChg chg="mod">
          <ac:chgData name="Hetong Jiang" userId="ec55e077-f91c-4c1f-a475-4ddae44076a0" providerId="ADAL" clId="{C955C419-DC78-5E70-8198-53B51179A910}" dt="2026-10-12T13:02:16.547" v="38148" actId="113"/>
          <ac:spMkLst>
            <pc:docMk/>
            <pc:sldMk cId="608501617" sldId="1427"/>
            <ac:spMk id="94" creationId="{D237E80A-65C5-3DAF-618D-82DF655F73F1}"/>
          </ac:spMkLst>
        </pc:spChg>
        <pc:spChg chg="mod">
          <ac:chgData name="Hetong Jiang" userId="ec55e077-f91c-4c1f-a475-4ddae44076a0" providerId="ADAL" clId="{C955C419-DC78-5E70-8198-53B51179A910}" dt="2026-10-12T13:02:11.665" v="38144" actId="113"/>
          <ac:spMkLst>
            <pc:docMk/>
            <pc:sldMk cId="608501617" sldId="1427"/>
            <ac:spMk id="116" creationId="{CE548EB1-E500-F87E-C60B-EE82DB9AE70F}"/>
          </ac:spMkLst>
        </pc:spChg>
        <pc:spChg chg="mod">
          <ac:chgData name="Hetong Jiang" userId="ec55e077-f91c-4c1f-a475-4ddae44076a0" providerId="ADAL" clId="{C955C419-DC78-5E70-8198-53B51179A910}" dt="2026-10-12T13:02:17.377" v="38149" actId="113"/>
          <ac:spMkLst>
            <pc:docMk/>
            <pc:sldMk cId="608501617" sldId="1427"/>
            <ac:spMk id="127" creationId="{2A144345-1F97-862C-B93B-C8075E6702C8}"/>
          </ac:spMkLst>
        </pc:spChg>
        <pc:spChg chg="mod">
          <ac:chgData name="Hetong Jiang" userId="ec55e077-f91c-4c1f-a475-4ddae44076a0" providerId="ADAL" clId="{C955C419-DC78-5E70-8198-53B51179A910}" dt="2026-10-12T13:02:10.610" v="38143" actId="113"/>
          <ac:spMkLst>
            <pc:docMk/>
            <pc:sldMk cId="608501617" sldId="1427"/>
            <ac:spMk id="139" creationId="{83B37B1A-0693-1DEE-14D9-E95415DF9D78}"/>
          </ac:spMkLst>
        </pc:spChg>
        <pc:spChg chg="mod">
          <ac:chgData name="Hetong Jiang" userId="ec55e077-f91c-4c1f-a475-4ddae44076a0" providerId="ADAL" clId="{C955C419-DC78-5E70-8198-53B51179A910}" dt="2026-10-12T13:02:18.879" v="38150" actId="113"/>
          <ac:spMkLst>
            <pc:docMk/>
            <pc:sldMk cId="608501617" sldId="1427"/>
            <ac:spMk id="151" creationId="{F0CBAED3-6FCD-A5C5-859A-D561A7A9B6A4}"/>
          </ac:spMkLst>
        </pc:spChg>
        <pc:spChg chg="mod">
          <ac:chgData name="Hetong Jiang" userId="ec55e077-f91c-4c1f-a475-4ddae44076a0" providerId="ADAL" clId="{C955C419-DC78-5E70-8198-53B51179A910}" dt="2026-10-12T13:02:19.849" v="38151" actId="113"/>
          <ac:spMkLst>
            <pc:docMk/>
            <pc:sldMk cId="608501617" sldId="1427"/>
            <ac:spMk id="165" creationId="{7025F8C5-C9E4-B182-83F4-BDF705E418CB}"/>
          </ac:spMkLst>
        </pc:spChg>
        <pc:spChg chg="mod">
          <ac:chgData name="Hetong Jiang" userId="ec55e077-f91c-4c1f-a475-4ddae44076a0" providerId="ADAL" clId="{C955C419-DC78-5E70-8198-53B51179A910}" dt="2026-10-12T13:02:09.268" v="38142" actId="113"/>
          <ac:spMkLst>
            <pc:docMk/>
            <pc:sldMk cId="608501617" sldId="1427"/>
            <ac:spMk id="178" creationId="{DA64C08A-75C4-F803-E2D8-8929AC0AC483}"/>
          </ac:spMkLst>
        </pc:spChg>
        <pc:grpChg chg="mod">
          <ac:chgData name="Hetong Jiang" userId="ec55e077-f91c-4c1f-a475-4ddae44076a0" providerId="ADAL" clId="{C955C419-DC78-5E70-8198-53B51179A910}" dt="2026-10-06T03:10:03.482" v="32529" actId="1076"/>
          <ac:grpSpMkLst>
            <pc:docMk/>
            <pc:sldMk cId="608501617" sldId="1427"/>
            <ac:grpSpMk id="11" creationId="{FBDA29F3-F5E4-6C7B-12C8-B57C99880A86}"/>
          </ac:grpSpMkLst>
        </pc:grpChg>
        <pc:grpChg chg="mod">
          <ac:chgData name="Hetong Jiang" userId="ec55e077-f91c-4c1f-a475-4ddae44076a0" providerId="ADAL" clId="{C955C419-DC78-5E70-8198-53B51179A910}" dt="2026-10-06T03:10:03.482" v="32529" actId="1076"/>
          <ac:grpSpMkLst>
            <pc:docMk/>
            <pc:sldMk cId="608501617" sldId="1427"/>
            <ac:grpSpMk id="14" creationId="{7F3E5AD8-A2B2-BB9C-EE65-DF32C1AF348E}"/>
          </ac:grpSpMkLst>
        </pc:grpChg>
        <pc:grpChg chg="mod">
          <ac:chgData name="Hetong Jiang" userId="ec55e077-f91c-4c1f-a475-4ddae44076a0" providerId="ADAL" clId="{C955C419-DC78-5E70-8198-53B51179A910}" dt="2026-10-06T03:10:03.482" v="32529" actId="1076"/>
          <ac:grpSpMkLst>
            <pc:docMk/>
            <pc:sldMk cId="608501617" sldId="1427"/>
            <ac:grpSpMk id="15" creationId="{9211304C-343A-4523-6BF3-9E38E013330A}"/>
          </ac:grpSpMkLst>
        </pc:grpChg>
        <pc:grpChg chg="mod">
          <ac:chgData name="Hetong Jiang" userId="ec55e077-f91c-4c1f-a475-4ddae44076a0" providerId="ADAL" clId="{C955C419-DC78-5E70-8198-53B51179A910}" dt="2026-10-06T03:10:03.482" v="32529" actId="1076"/>
          <ac:grpSpMkLst>
            <pc:docMk/>
            <pc:sldMk cId="608501617" sldId="1427"/>
            <ac:grpSpMk id="16" creationId="{485E596B-80C1-A1FD-24D2-1D2FA3C22692}"/>
          </ac:grpSpMkLst>
        </pc:grpChg>
        <pc:grpChg chg="mod">
          <ac:chgData name="Hetong Jiang" userId="ec55e077-f91c-4c1f-a475-4ddae44076a0" providerId="ADAL" clId="{C955C419-DC78-5E70-8198-53B51179A910}" dt="2026-10-06T03:10:03.482" v="32529" actId="1076"/>
          <ac:grpSpMkLst>
            <pc:docMk/>
            <pc:sldMk cId="608501617" sldId="1427"/>
            <ac:grpSpMk id="17" creationId="{7075D40D-B2CB-6947-6F13-782FAEFD07DC}"/>
          </ac:grpSpMkLst>
        </pc:grpChg>
        <pc:grpChg chg="mod">
          <ac:chgData name="Hetong Jiang" userId="ec55e077-f91c-4c1f-a475-4ddae44076a0" providerId="ADAL" clId="{C955C419-DC78-5E70-8198-53B51179A910}" dt="2026-10-06T03:10:03.482" v="32529" actId="1076"/>
          <ac:grpSpMkLst>
            <pc:docMk/>
            <pc:sldMk cId="608501617" sldId="1427"/>
            <ac:grpSpMk id="18" creationId="{1BDA0238-5E37-9394-A789-CF2DD8B0CB04}"/>
          </ac:grpSpMkLst>
        </pc:grpChg>
        <pc:grpChg chg="mod">
          <ac:chgData name="Hetong Jiang" userId="ec55e077-f91c-4c1f-a475-4ddae44076a0" providerId="ADAL" clId="{C955C419-DC78-5E70-8198-53B51179A910}" dt="2026-10-06T03:10:03.482" v="32529" actId="1076"/>
          <ac:grpSpMkLst>
            <pc:docMk/>
            <pc:sldMk cId="608501617" sldId="1427"/>
            <ac:grpSpMk id="19" creationId="{355A611B-6820-5C11-A75F-4B4097A291BD}"/>
          </ac:grpSpMkLst>
        </pc:grpChg>
        <pc:grpChg chg="mod">
          <ac:chgData name="Hetong Jiang" userId="ec55e077-f91c-4c1f-a475-4ddae44076a0" providerId="ADAL" clId="{C955C419-DC78-5E70-8198-53B51179A910}" dt="2026-10-06T03:10:03.482" v="32529" actId="1076"/>
          <ac:grpSpMkLst>
            <pc:docMk/>
            <pc:sldMk cId="608501617" sldId="1427"/>
            <ac:grpSpMk id="20" creationId="{84F06DD3-0E7F-5A72-F4FA-A27F2546F189}"/>
          </ac:grpSpMkLst>
        </pc:grpChg>
        <pc:grpChg chg="mod">
          <ac:chgData name="Hetong Jiang" userId="ec55e077-f91c-4c1f-a475-4ddae44076a0" providerId="ADAL" clId="{C955C419-DC78-5E70-8198-53B51179A910}" dt="2026-10-06T03:10:03.482" v="32529" actId="1076"/>
          <ac:grpSpMkLst>
            <pc:docMk/>
            <pc:sldMk cId="608501617" sldId="1427"/>
            <ac:grpSpMk id="21" creationId="{8043F61F-A77F-594F-B453-A4B97FB5FEEA}"/>
          </ac:grpSpMkLst>
        </pc:grpChg>
        <pc:grpChg chg="mod">
          <ac:chgData name="Hetong Jiang" userId="ec55e077-f91c-4c1f-a475-4ddae44076a0" providerId="ADAL" clId="{C955C419-DC78-5E70-8198-53B51179A910}" dt="2026-10-06T03:10:03.482" v="32529" actId="1076"/>
          <ac:grpSpMkLst>
            <pc:docMk/>
            <pc:sldMk cId="608501617" sldId="1427"/>
            <ac:grpSpMk id="22" creationId="{49A9B6AC-AB3E-AF36-C417-735712B9B8D0}"/>
          </ac:grpSpMkLst>
        </pc:grpChg>
        <pc:cxnChg chg="mod">
          <ac:chgData name="Hetong Jiang" userId="ec55e077-f91c-4c1f-a475-4ddae44076a0" providerId="ADAL" clId="{C955C419-DC78-5E70-8198-53B51179A910}" dt="2026-10-06T03:09:28.775" v="32524" actId="1076"/>
          <ac:cxnSpMkLst>
            <pc:docMk/>
            <pc:sldMk cId="608501617" sldId="1427"/>
            <ac:cxnSpMk id="3" creationId="{2AF3DC67-513F-56ED-DA0B-21503929F9E5}"/>
          </ac:cxnSpMkLst>
        </pc:cxnChg>
      </pc:sldChg>
      <pc:sldChg chg="delSp modSp add mod addAnim delAnim modAnim modNotesTx">
        <pc:chgData name="Hetong Jiang" userId="ec55e077-f91c-4c1f-a475-4ddae44076a0" providerId="ADAL" clId="{C955C419-DC78-5E70-8198-53B51179A910}" dt="2026-10-19T23:18:42.865" v="38215" actId="20577"/>
        <pc:sldMkLst>
          <pc:docMk/>
          <pc:sldMk cId="3196496237" sldId="1428"/>
        </pc:sldMkLst>
        <pc:spChg chg="mod">
          <ac:chgData name="Hetong Jiang" userId="ec55e077-f91c-4c1f-a475-4ddae44076a0" providerId="ADAL" clId="{C955C419-DC78-5E70-8198-53B51179A910}" dt="2026-10-06T03:19:52.373" v="32610" actId="207"/>
          <ac:spMkLst>
            <pc:docMk/>
            <pc:sldMk cId="3196496237" sldId="1428"/>
            <ac:spMk id="16" creationId="{F7AFB77F-2EF3-E6DA-BD47-63C10062E7C1}"/>
          </ac:spMkLst>
        </pc:spChg>
        <pc:spChg chg="mod">
          <ac:chgData name="Hetong Jiang" userId="ec55e077-f91c-4c1f-a475-4ddae44076a0" providerId="ADAL" clId="{C955C419-DC78-5E70-8198-53B51179A910}" dt="2026-10-12T13:03:04.411" v="38157" actId="1076"/>
          <ac:spMkLst>
            <pc:docMk/>
            <pc:sldMk cId="3196496237" sldId="1428"/>
            <ac:spMk id="23" creationId="{4E0C7144-736C-FCF4-3F18-7D4E3557455D}"/>
          </ac:spMkLst>
        </pc:spChg>
        <pc:spChg chg="mod">
          <ac:chgData name="Hetong Jiang" userId="ec55e077-f91c-4c1f-a475-4ddae44076a0" providerId="ADAL" clId="{C955C419-DC78-5E70-8198-53B51179A910}" dt="2026-10-12T13:03:06.760" v="38158" actId="1076"/>
          <ac:spMkLst>
            <pc:docMk/>
            <pc:sldMk cId="3196496237" sldId="1428"/>
            <ac:spMk id="24" creationId="{73E8EB2B-ECAD-154D-007F-59EDA7AD68CF}"/>
          </ac:spMkLst>
        </pc:spChg>
        <pc:spChg chg="mod">
          <ac:chgData name="Hetong Jiang" userId="ec55e077-f91c-4c1f-a475-4ddae44076a0" providerId="ADAL" clId="{C955C419-DC78-5E70-8198-53B51179A910}" dt="2026-10-06T03:20:02.568" v="32617" actId="20577"/>
          <ac:spMkLst>
            <pc:docMk/>
            <pc:sldMk cId="3196496237" sldId="1428"/>
            <ac:spMk id="25" creationId="{0F9DB1E4-6AEA-F347-FD5D-09FFD70335A1}"/>
          </ac:spMkLst>
        </pc:spChg>
        <pc:grpChg chg="mod">
          <ac:chgData name="Hetong Jiang" userId="ec55e077-f91c-4c1f-a475-4ddae44076a0" providerId="ADAL" clId="{C955C419-DC78-5E70-8198-53B51179A910}" dt="2026-10-12T13:02:55.261" v="38156" actId="14100"/>
          <ac:grpSpMkLst>
            <pc:docMk/>
            <pc:sldMk cId="3196496237" sldId="1428"/>
            <ac:grpSpMk id="17" creationId="{EFDD07B9-8DD0-1CA2-78E2-8BC49A52E179}"/>
          </ac:grpSpMkLst>
        </pc:grpChg>
        <pc:graphicFrameChg chg="mod modGraphic">
          <ac:chgData name="Hetong Jiang" userId="ec55e077-f91c-4c1f-a475-4ddae44076a0" providerId="ADAL" clId="{C955C419-DC78-5E70-8198-53B51179A910}" dt="2026-10-19T23:18:42.865" v="38215" actId="20577"/>
          <ac:graphicFrameMkLst>
            <pc:docMk/>
            <pc:sldMk cId="3196496237" sldId="1428"/>
            <ac:graphicFrameMk id="4" creationId="{9928B152-26B8-0EC3-D4C0-6F8D846F28CA}"/>
          </ac:graphicFrameMkLst>
        </pc:graphicFrameChg>
        <pc:picChg chg="mod">
          <ac:chgData name="Hetong Jiang" userId="ec55e077-f91c-4c1f-a475-4ddae44076a0" providerId="ADAL" clId="{C955C419-DC78-5E70-8198-53B51179A910}" dt="2026-10-12T13:02:46.493" v="38155" actId="1076"/>
          <ac:picMkLst>
            <pc:docMk/>
            <pc:sldMk cId="3196496237" sldId="1428"/>
            <ac:picMk id="9" creationId="{00948FDE-06ED-0747-875C-559CD009D5F4}"/>
          </ac:picMkLst>
        </pc:picChg>
      </pc:sldChg>
      <pc:sldChg chg="modSp add mod modNotesTx">
        <pc:chgData name="Hetong Jiang" userId="ec55e077-f91c-4c1f-a475-4ddae44076a0" providerId="ADAL" clId="{C955C419-DC78-5E70-8198-53B51179A910}" dt="2026-10-19T23:22:04.152" v="38222" actId="20577"/>
        <pc:sldMkLst>
          <pc:docMk/>
          <pc:sldMk cId="1557683285" sldId="1429"/>
        </pc:sldMkLst>
        <pc:spChg chg="mod">
          <ac:chgData name="Hetong Jiang" userId="ec55e077-f91c-4c1f-a475-4ddae44076a0" providerId="ADAL" clId="{C955C419-DC78-5E70-8198-53B51179A910}" dt="2026-10-06T03:21:49.256" v="32649" actId="27636"/>
          <ac:spMkLst>
            <pc:docMk/>
            <pc:sldMk cId="1557683285" sldId="1429"/>
            <ac:spMk id="4" creationId="{50B22468-C966-E5E0-182F-5D1C42B93A45}"/>
          </ac:spMkLst>
        </pc:spChg>
        <pc:spChg chg="mod">
          <ac:chgData name="Hetong Jiang" userId="ec55e077-f91c-4c1f-a475-4ddae44076a0" providerId="ADAL" clId="{C955C419-DC78-5E70-8198-53B51179A910}" dt="2026-10-06T04:06:05.607" v="33475" actId="20577"/>
          <ac:spMkLst>
            <pc:docMk/>
            <pc:sldMk cId="1557683285" sldId="1429"/>
            <ac:spMk id="10" creationId="{2C69D104-F7D8-BEA0-7C67-8573C1F6C2EF}"/>
          </ac:spMkLst>
        </pc:spChg>
        <pc:spChg chg="mod">
          <ac:chgData name="Hetong Jiang" userId="ec55e077-f91c-4c1f-a475-4ddae44076a0" providerId="ADAL" clId="{C955C419-DC78-5E70-8198-53B51179A910}" dt="2026-10-19T23:22:04.152" v="38222" actId="20577"/>
          <ac:spMkLst>
            <pc:docMk/>
            <pc:sldMk cId="1557683285" sldId="1429"/>
            <ac:spMk id="11" creationId="{A316B8A3-A5CC-F381-EA7E-3932B71F514C}"/>
          </ac:spMkLst>
        </pc:spChg>
        <pc:spChg chg="mod">
          <ac:chgData name="Hetong Jiang" userId="ec55e077-f91c-4c1f-a475-4ddae44076a0" providerId="ADAL" clId="{C955C419-DC78-5E70-8198-53B51179A910}" dt="2026-10-06T04:06:23.084" v="33479" actId="1076"/>
          <ac:spMkLst>
            <pc:docMk/>
            <pc:sldMk cId="1557683285" sldId="1429"/>
            <ac:spMk id="31" creationId="{E90BACF0-AA68-67D5-64DD-4587107B0336}"/>
          </ac:spMkLst>
        </pc:spChg>
      </pc:sldChg>
      <pc:sldChg chg="modSp add mod modNotesTx">
        <pc:chgData name="Hetong Jiang" userId="ec55e077-f91c-4c1f-a475-4ddae44076a0" providerId="ADAL" clId="{C955C419-DC78-5E70-8198-53B51179A910}" dt="2026-10-11T12:14:35.950" v="36680" actId="20577"/>
        <pc:sldMkLst>
          <pc:docMk/>
          <pc:sldMk cId="3131126801" sldId="1430"/>
        </pc:sldMkLst>
        <pc:spChg chg="mod">
          <ac:chgData name="Hetong Jiang" userId="ec55e077-f91c-4c1f-a475-4ddae44076a0" providerId="ADAL" clId="{C955C419-DC78-5E70-8198-53B51179A910}" dt="2026-10-06T02:26:59.690" v="32164" actId="1076"/>
          <ac:spMkLst>
            <pc:docMk/>
            <pc:sldMk cId="3131126801" sldId="1430"/>
            <ac:spMk id="7" creationId="{FE10494E-248E-7ED1-9459-8ED37CB178A9}"/>
          </ac:spMkLst>
        </pc:spChg>
        <pc:spChg chg="mod">
          <ac:chgData name="Hetong Jiang" userId="ec55e077-f91c-4c1f-a475-4ddae44076a0" providerId="ADAL" clId="{C955C419-DC78-5E70-8198-53B51179A910}" dt="2026-10-06T02:26:56.100" v="32163" actId="1076"/>
          <ac:spMkLst>
            <pc:docMk/>
            <pc:sldMk cId="3131126801" sldId="1430"/>
            <ac:spMk id="16" creationId="{C4957701-AC84-B306-46A0-A2196B34CC75}"/>
          </ac:spMkLst>
        </pc:spChg>
        <pc:spChg chg="mod">
          <ac:chgData name="Hetong Jiang" userId="ec55e077-f91c-4c1f-a475-4ddae44076a0" providerId="ADAL" clId="{C955C419-DC78-5E70-8198-53B51179A910}" dt="2026-10-06T02:26:56.100" v="32163" actId="1076"/>
          <ac:spMkLst>
            <pc:docMk/>
            <pc:sldMk cId="3131126801" sldId="1430"/>
            <ac:spMk id="40" creationId="{88E57585-C90A-8E78-C1FA-503BE703C17F}"/>
          </ac:spMkLst>
        </pc:spChg>
        <pc:spChg chg="mod">
          <ac:chgData name="Hetong Jiang" userId="ec55e077-f91c-4c1f-a475-4ddae44076a0" providerId="ADAL" clId="{C955C419-DC78-5E70-8198-53B51179A910}" dt="2026-10-06T02:26:56.100" v="32163" actId="1076"/>
          <ac:spMkLst>
            <pc:docMk/>
            <pc:sldMk cId="3131126801" sldId="1430"/>
            <ac:spMk id="41" creationId="{9C91FB28-DD24-71C9-DFBC-A67C8D51C1A8}"/>
          </ac:spMkLst>
        </pc:spChg>
        <pc:spChg chg="mod">
          <ac:chgData name="Hetong Jiang" userId="ec55e077-f91c-4c1f-a475-4ddae44076a0" providerId="ADAL" clId="{C955C419-DC78-5E70-8198-53B51179A910}" dt="2026-10-06T02:26:56.100" v="32163" actId="1076"/>
          <ac:spMkLst>
            <pc:docMk/>
            <pc:sldMk cId="3131126801" sldId="1430"/>
            <ac:spMk id="42" creationId="{30A34256-C86A-E973-8135-DCDF55584698}"/>
          </ac:spMkLst>
        </pc:spChg>
        <pc:spChg chg="mod">
          <ac:chgData name="Hetong Jiang" userId="ec55e077-f91c-4c1f-a475-4ddae44076a0" providerId="ADAL" clId="{C955C419-DC78-5E70-8198-53B51179A910}" dt="2026-10-06T02:26:56.100" v="32163" actId="1076"/>
          <ac:spMkLst>
            <pc:docMk/>
            <pc:sldMk cId="3131126801" sldId="1430"/>
            <ac:spMk id="43" creationId="{8D29CAAD-76D3-0638-C92C-509DA97007AE}"/>
          </ac:spMkLst>
        </pc:spChg>
        <pc:spChg chg="mod">
          <ac:chgData name="Hetong Jiang" userId="ec55e077-f91c-4c1f-a475-4ddae44076a0" providerId="ADAL" clId="{C955C419-DC78-5E70-8198-53B51179A910}" dt="2026-10-06T03:23:15.347" v="32651" actId="20577"/>
          <ac:spMkLst>
            <pc:docMk/>
            <pc:sldMk cId="3131126801" sldId="1430"/>
            <ac:spMk id="63" creationId="{0653D473-93D5-2818-E4C5-2F2FE6E8EB48}"/>
          </ac:spMkLst>
        </pc:spChg>
      </pc:sldChg>
      <pc:sldChg chg="addSp delSp modSp add mod delAnim modAnim modNotesTx">
        <pc:chgData name="Hetong Jiang" userId="ec55e077-f91c-4c1f-a475-4ddae44076a0" providerId="ADAL" clId="{C955C419-DC78-5E70-8198-53B51179A910}" dt="2026-10-19T23:22:43.610" v="38245" actId="20577"/>
        <pc:sldMkLst>
          <pc:docMk/>
          <pc:sldMk cId="3194772862" sldId="1431"/>
        </pc:sldMkLst>
        <pc:spChg chg="mod topLvl">
          <ac:chgData name="Hetong Jiang" userId="ec55e077-f91c-4c1f-a475-4ddae44076a0" providerId="ADAL" clId="{C955C419-DC78-5E70-8198-53B51179A910}" dt="2026-10-06T02:43:14.538" v="32177" actId="20577"/>
          <ac:spMkLst>
            <pc:docMk/>
            <pc:sldMk cId="3194772862" sldId="1431"/>
            <ac:spMk id="2" creationId="{908FE881-A8B2-71AF-CDB8-1624643FE9D2}"/>
          </ac:spMkLst>
        </pc:spChg>
        <pc:spChg chg="mod">
          <ac:chgData name="Hetong Jiang" userId="ec55e077-f91c-4c1f-a475-4ddae44076a0" providerId="ADAL" clId="{C955C419-DC78-5E70-8198-53B51179A910}" dt="2026-10-10T08:52:20.098" v="35572" actId="1076"/>
          <ac:spMkLst>
            <pc:docMk/>
            <pc:sldMk cId="3194772862" sldId="1431"/>
            <ac:spMk id="3" creationId="{2AE212C5-3963-32A0-2AE5-15E0F919EBDA}"/>
          </ac:spMkLst>
        </pc:spChg>
        <pc:spChg chg="mod topLvl">
          <ac:chgData name="Hetong Jiang" userId="ec55e077-f91c-4c1f-a475-4ddae44076a0" providerId="ADAL" clId="{C955C419-DC78-5E70-8198-53B51179A910}" dt="2026-10-06T02:52:06.524" v="32193" actId="20577"/>
          <ac:spMkLst>
            <pc:docMk/>
            <pc:sldMk cId="3194772862" sldId="1431"/>
            <ac:spMk id="4" creationId="{89F5ECE1-C250-0C2C-C78D-402C055198FB}"/>
          </ac:spMkLst>
        </pc:spChg>
        <pc:spChg chg="mod">
          <ac:chgData name="Hetong Jiang" userId="ec55e077-f91c-4c1f-a475-4ddae44076a0" providerId="ADAL" clId="{C955C419-DC78-5E70-8198-53B51179A910}" dt="2026-10-10T08:52:14.590" v="35571" actId="1036"/>
          <ac:spMkLst>
            <pc:docMk/>
            <pc:sldMk cId="3194772862" sldId="1431"/>
            <ac:spMk id="14" creationId="{8EF74A75-BCC2-C8AD-70C3-400D2C8BE6CE}"/>
          </ac:spMkLst>
        </pc:spChg>
        <pc:spChg chg="add mod">
          <ac:chgData name="Hetong Jiang" userId="ec55e077-f91c-4c1f-a475-4ddae44076a0" providerId="ADAL" clId="{C955C419-DC78-5E70-8198-53B51179A910}" dt="2026-10-06T02:52:40.499" v="32196" actId="14100"/>
          <ac:spMkLst>
            <pc:docMk/>
            <pc:sldMk cId="3194772862" sldId="1431"/>
            <ac:spMk id="16" creationId="{BBB1B8DF-1D36-A1E6-3726-FF1FC20C864D}"/>
          </ac:spMkLst>
        </pc:spChg>
        <pc:spChg chg="add del mod">
          <ac:chgData name="Hetong Jiang" userId="ec55e077-f91c-4c1f-a475-4ddae44076a0" providerId="ADAL" clId="{C955C419-DC78-5E70-8198-53B51179A910}" dt="2026-10-06T02:53:49.350" v="32280" actId="20577"/>
          <ac:spMkLst>
            <pc:docMk/>
            <pc:sldMk cId="3194772862" sldId="1431"/>
            <ac:spMk id="17" creationId="{6CAA832D-DEE2-F6FF-966F-FE22C12C46A5}"/>
          </ac:spMkLst>
        </pc:spChg>
        <pc:spChg chg="add mod">
          <ac:chgData name="Hetong Jiang" userId="ec55e077-f91c-4c1f-a475-4ddae44076a0" providerId="ADAL" clId="{C955C419-DC78-5E70-8198-53B51179A910}" dt="2026-10-06T02:54:13.047" v="32315" actId="20577"/>
          <ac:spMkLst>
            <pc:docMk/>
            <pc:sldMk cId="3194772862" sldId="1431"/>
            <ac:spMk id="18" creationId="{E4A0B579-52FD-26FB-F568-D053ABFA343A}"/>
          </ac:spMkLst>
        </pc:spChg>
        <pc:spChg chg="mod">
          <ac:chgData name="Hetong Jiang" userId="ec55e077-f91c-4c1f-a475-4ddae44076a0" providerId="ADAL" clId="{C955C419-DC78-5E70-8198-53B51179A910}" dt="2026-10-10T08:52:11.916" v="35566" actId="14100"/>
          <ac:spMkLst>
            <pc:docMk/>
            <pc:sldMk cId="3194772862" sldId="1431"/>
            <ac:spMk id="23" creationId="{A80AE128-70A1-61A1-DB8E-6064AD0D6387}"/>
          </ac:spMkLst>
        </pc:spChg>
        <pc:picChg chg="add mod">
          <ac:chgData name="Hetong Jiang" userId="ec55e077-f91c-4c1f-a475-4ddae44076a0" providerId="ADAL" clId="{C955C419-DC78-5E70-8198-53B51179A910}" dt="2026-10-06T02:43:08.594" v="32172" actId="14100"/>
          <ac:picMkLst>
            <pc:docMk/>
            <pc:sldMk cId="3194772862" sldId="1431"/>
            <ac:picMk id="9" creationId="{C6D4920B-E574-3536-E78F-E8161B36F97F}"/>
          </ac:picMkLst>
        </pc:picChg>
        <pc:picChg chg="add mod">
          <ac:chgData name="Hetong Jiang" userId="ec55e077-f91c-4c1f-a475-4ddae44076a0" providerId="ADAL" clId="{C955C419-DC78-5E70-8198-53B51179A910}" dt="2026-10-06T02:52:38.498" v="32195" actId="1076"/>
          <ac:picMkLst>
            <pc:docMk/>
            <pc:sldMk cId="3194772862" sldId="1431"/>
            <ac:picMk id="11" creationId="{77546068-EA1F-A9CC-0FD7-565AE5449253}"/>
          </ac:picMkLst>
        </pc:picChg>
        <pc:picChg chg="add mod">
          <ac:chgData name="Hetong Jiang" userId="ec55e077-f91c-4c1f-a475-4ddae44076a0" providerId="ADAL" clId="{C955C419-DC78-5E70-8198-53B51179A910}" dt="2026-10-06T02:52:38.498" v="32195" actId="1076"/>
          <ac:picMkLst>
            <pc:docMk/>
            <pc:sldMk cId="3194772862" sldId="1431"/>
            <ac:picMk id="15" creationId="{4B9D8605-B04C-83AE-F1A6-2240E121EB38}"/>
          </ac:picMkLst>
        </pc:picChg>
      </pc:sldChg>
      <pc:sldChg chg="addSp delSp modSp add mod delAnim modAnim modNotesTx">
        <pc:chgData name="Hetong Jiang" userId="ec55e077-f91c-4c1f-a475-4ddae44076a0" providerId="ADAL" clId="{C955C419-DC78-5E70-8198-53B51179A910}" dt="2026-10-19T23:23:18.460" v="38249" actId="1076"/>
        <pc:sldMkLst>
          <pc:docMk/>
          <pc:sldMk cId="2671733167" sldId="1432"/>
        </pc:sldMkLst>
        <pc:spChg chg="mod">
          <ac:chgData name="Hetong Jiang" userId="ec55e077-f91c-4c1f-a475-4ddae44076a0" providerId="ADAL" clId="{C955C419-DC78-5E70-8198-53B51179A910}" dt="2026-10-12T10:57:21.076" v="37345" actId="20577"/>
          <ac:spMkLst>
            <pc:docMk/>
            <pc:sldMk cId="2671733167" sldId="1432"/>
            <ac:spMk id="8" creationId="{F6654E2A-07FB-0047-CF4B-C5EB775A002B}"/>
          </ac:spMkLst>
        </pc:spChg>
        <pc:spChg chg="mod">
          <ac:chgData name="Hetong Jiang" userId="ec55e077-f91c-4c1f-a475-4ddae44076a0" providerId="ADAL" clId="{C955C419-DC78-5E70-8198-53B51179A910}" dt="2026-10-10T10:38:25.646" v="35745" actId="14100"/>
          <ac:spMkLst>
            <pc:docMk/>
            <pc:sldMk cId="2671733167" sldId="1432"/>
            <ac:spMk id="9" creationId="{280D476E-33ED-1B6A-0082-D16B8610172E}"/>
          </ac:spMkLst>
        </pc:spChg>
        <pc:spChg chg="mod">
          <ac:chgData name="Hetong Jiang" userId="ec55e077-f91c-4c1f-a475-4ddae44076a0" providerId="ADAL" clId="{C955C419-DC78-5E70-8198-53B51179A910}" dt="2026-10-10T10:45:56.069" v="35752" actId="207"/>
          <ac:spMkLst>
            <pc:docMk/>
            <pc:sldMk cId="2671733167" sldId="1432"/>
            <ac:spMk id="10" creationId="{E5327CFF-89EE-2C13-0E9B-088DDC6149D1}"/>
          </ac:spMkLst>
        </pc:spChg>
        <pc:spChg chg="mod">
          <ac:chgData name="Hetong Jiang" userId="ec55e077-f91c-4c1f-a475-4ddae44076a0" providerId="ADAL" clId="{C955C419-DC78-5E70-8198-53B51179A910}" dt="2026-10-10T10:38:00.138" v="35736" actId="14100"/>
          <ac:spMkLst>
            <pc:docMk/>
            <pc:sldMk cId="2671733167" sldId="1432"/>
            <ac:spMk id="11" creationId="{65A9B663-7CDC-ABE6-ACB1-483E5CFAB16A}"/>
          </ac:spMkLst>
        </pc:spChg>
        <pc:spChg chg="mod">
          <ac:chgData name="Hetong Jiang" userId="ec55e077-f91c-4c1f-a475-4ddae44076a0" providerId="ADAL" clId="{C955C419-DC78-5E70-8198-53B51179A910}" dt="2026-10-10T10:47:19.273" v="35757" actId="207"/>
          <ac:spMkLst>
            <pc:docMk/>
            <pc:sldMk cId="2671733167" sldId="1432"/>
            <ac:spMk id="12" creationId="{BC5A1F01-548F-2C65-4392-85A2CB2DD38E}"/>
          </ac:spMkLst>
        </pc:spChg>
        <pc:spChg chg="mod">
          <ac:chgData name="Hetong Jiang" userId="ec55e077-f91c-4c1f-a475-4ddae44076a0" providerId="ADAL" clId="{C955C419-DC78-5E70-8198-53B51179A910}" dt="2026-10-06T03:32:54.283" v="32753" actId="12"/>
          <ac:spMkLst>
            <pc:docMk/>
            <pc:sldMk cId="2671733167" sldId="1432"/>
            <ac:spMk id="17" creationId="{4D125B78-3906-ABCD-6AC0-00431C87F5B0}"/>
          </ac:spMkLst>
        </pc:spChg>
        <pc:spChg chg="mod">
          <ac:chgData name="Hetong Jiang" userId="ec55e077-f91c-4c1f-a475-4ddae44076a0" providerId="ADAL" clId="{C955C419-DC78-5E70-8198-53B51179A910}" dt="2026-10-10T10:58:17.317" v="35767" actId="1076"/>
          <ac:spMkLst>
            <pc:docMk/>
            <pc:sldMk cId="2671733167" sldId="1432"/>
            <ac:spMk id="25" creationId="{25D9D159-5147-4A69-2DC2-BFEFEF286FBB}"/>
          </ac:spMkLst>
        </pc:spChg>
        <pc:spChg chg="mod">
          <ac:chgData name="Hetong Jiang" userId="ec55e077-f91c-4c1f-a475-4ddae44076a0" providerId="ADAL" clId="{C955C419-DC78-5E70-8198-53B51179A910}" dt="2026-10-10T10:38:13.830" v="35742" actId="14100"/>
          <ac:spMkLst>
            <pc:docMk/>
            <pc:sldMk cId="2671733167" sldId="1432"/>
            <ac:spMk id="26" creationId="{73693A5A-59F1-EB7A-4B2C-D11533C67635}"/>
          </ac:spMkLst>
        </pc:spChg>
        <pc:spChg chg="add mod">
          <ac:chgData name="Hetong Jiang" userId="ec55e077-f91c-4c1f-a475-4ddae44076a0" providerId="ADAL" clId="{C955C419-DC78-5E70-8198-53B51179A910}" dt="2026-10-10T10:34:55.011" v="35683" actId="1076"/>
          <ac:spMkLst>
            <pc:docMk/>
            <pc:sldMk cId="2671733167" sldId="1432"/>
            <ac:spMk id="29" creationId="{E8C34B3A-0E74-A623-1FCB-4EABD754EB82}"/>
          </ac:spMkLst>
        </pc:spChg>
        <pc:spChg chg="add mod">
          <ac:chgData name="Hetong Jiang" userId="ec55e077-f91c-4c1f-a475-4ddae44076a0" providerId="ADAL" clId="{C955C419-DC78-5E70-8198-53B51179A910}" dt="2026-10-10T10:35:00.395" v="35687" actId="1076"/>
          <ac:spMkLst>
            <pc:docMk/>
            <pc:sldMk cId="2671733167" sldId="1432"/>
            <ac:spMk id="33" creationId="{81209F03-D321-6F77-F76D-E58991662955}"/>
          </ac:spMkLst>
        </pc:spChg>
        <pc:spChg chg="add mod">
          <ac:chgData name="Hetong Jiang" userId="ec55e077-f91c-4c1f-a475-4ddae44076a0" providerId="ADAL" clId="{C955C419-DC78-5E70-8198-53B51179A910}" dt="2026-10-10T10:35:24.646" v="35704" actId="14100"/>
          <ac:spMkLst>
            <pc:docMk/>
            <pc:sldMk cId="2671733167" sldId="1432"/>
            <ac:spMk id="35" creationId="{5DF9214E-8FA9-D9C9-5F56-BF3CF49E47B4}"/>
          </ac:spMkLst>
        </pc:spChg>
        <pc:spChg chg="add mod">
          <ac:chgData name="Hetong Jiang" userId="ec55e077-f91c-4c1f-a475-4ddae44076a0" providerId="ADAL" clId="{C955C419-DC78-5E70-8198-53B51179A910}" dt="2026-10-10T10:35:37.763" v="35710" actId="1076"/>
          <ac:spMkLst>
            <pc:docMk/>
            <pc:sldMk cId="2671733167" sldId="1432"/>
            <ac:spMk id="39" creationId="{BDAAC519-AEDE-7288-3F59-F0F607B3546A}"/>
          </ac:spMkLst>
        </pc:spChg>
        <pc:spChg chg="add mod">
          <ac:chgData name="Hetong Jiang" userId="ec55e077-f91c-4c1f-a475-4ddae44076a0" providerId="ADAL" clId="{C955C419-DC78-5E70-8198-53B51179A910}" dt="2026-10-10T10:35:43.895" v="35714" actId="14100"/>
          <ac:spMkLst>
            <pc:docMk/>
            <pc:sldMk cId="2671733167" sldId="1432"/>
            <ac:spMk id="40" creationId="{48527B28-7102-B084-C8DB-301BF0EFB1E8}"/>
          </ac:spMkLst>
        </pc:spChg>
        <pc:spChg chg="add mod">
          <ac:chgData name="Hetong Jiang" userId="ec55e077-f91c-4c1f-a475-4ddae44076a0" providerId="ADAL" clId="{C955C419-DC78-5E70-8198-53B51179A910}" dt="2026-10-10T10:35:48.346" v="35718" actId="1076"/>
          <ac:spMkLst>
            <pc:docMk/>
            <pc:sldMk cId="2671733167" sldId="1432"/>
            <ac:spMk id="41" creationId="{C4A782BA-EBFC-90BC-FB3F-B60014BF03FD}"/>
          </ac:spMkLst>
        </pc:spChg>
        <pc:spChg chg="add mod">
          <ac:chgData name="Hetong Jiang" userId="ec55e077-f91c-4c1f-a475-4ddae44076a0" providerId="ADAL" clId="{C955C419-DC78-5E70-8198-53B51179A910}" dt="2026-10-10T10:35:53.430" v="35720" actId="1076"/>
          <ac:spMkLst>
            <pc:docMk/>
            <pc:sldMk cId="2671733167" sldId="1432"/>
            <ac:spMk id="42" creationId="{44DE6736-4325-28F2-3402-237DE473CBF7}"/>
          </ac:spMkLst>
        </pc:spChg>
        <pc:spChg chg="add mod">
          <ac:chgData name="Hetong Jiang" userId="ec55e077-f91c-4c1f-a475-4ddae44076a0" providerId="ADAL" clId="{C955C419-DC78-5E70-8198-53B51179A910}" dt="2026-10-10T10:35:59.179" v="35723" actId="14100"/>
          <ac:spMkLst>
            <pc:docMk/>
            <pc:sldMk cId="2671733167" sldId="1432"/>
            <ac:spMk id="43" creationId="{6FFEE0CF-5941-4F3C-82FA-E7601D2EF162}"/>
          </ac:spMkLst>
        </pc:spChg>
        <pc:spChg chg="mod">
          <ac:chgData name="Hetong Jiang" userId="ec55e077-f91c-4c1f-a475-4ddae44076a0" providerId="ADAL" clId="{C955C419-DC78-5E70-8198-53B51179A910}" dt="2026-10-06T03:01:48.773" v="32424" actId="20577"/>
          <ac:spMkLst>
            <pc:docMk/>
            <pc:sldMk cId="2671733167" sldId="1432"/>
            <ac:spMk id="45" creationId="{C5E3D003-EAEE-0242-6555-C42E6FB8D42C}"/>
          </ac:spMkLst>
        </pc:spChg>
        <pc:spChg chg="add mod">
          <ac:chgData name="Hetong Jiang" userId="ec55e077-f91c-4c1f-a475-4ddae44076a0" providerId="ADAL" clId="{C955C419-DC78-5E70-8198-53B51179A910}" dt="2026-10-10T10:36:02.464" v="35725" actId="1076"/>
          <ac:spMkLst>
            <pc:docMk/>
            <pc:sldMk cId="2671733167" sldId="1432"/>
            <ac:spMk id="46" creationId="{387DB6A4-383D-4555-F7FA-1641359FE66E}"/>
          </ac:spMkLst>
        </pc:spChg>
        <pc:spChg chg="add mod">
          <ac:chgData name="Hetong Jiang" userId="ec55e077-f91c-4c1f-a475-4ddae44076a0" providerId="ADAL" clId="{C955C419-DC78-5E70-8198-53B51179A910}" dt="2026-10-10T10:36:05.563" v="35727" actId="1076"/>
          <ac:spMkLst>
            <pc:docMk/>
            <pc:sldMk cId="2671733167" sldId="1432"/>
            <ac:spMk id="47" creationId="{C66B15BB-7039-F793-2B56-817849AE1DAD}"/>
          </ac:spMkLst>
        </pc:spChg>
        <pc:spChg chg="add mod">
          <ac:chgData name="Hetong Jiang" userId="ec55e077-f91c-4c1f-a475-4ddae44076a0" providerId="ADAL" clId="{C955C419-DC78-5E70-8198-53B51179A910}" dt="2026-10-12T10:53:59.803" v="37295" actId="1076"/>
          <ac:spMkLst>
            <pc:docMk/>
            <pc:sldMk cId="2671733167" sldId="1432"/>
            <ac:spMk id="58" creationId="{1924E631-5F50-9AD4-D3F1-A74438DAD268}"/>
          </ac:spMkLst>
        </pc:spChg>
        <pc:grpChg chg="add mod">
          <ac:chgData name="Hetong Jiang" userId="ec55e077-f91c-4c1f-a475-4ddae44076a0" providerId="ADAL" clId="{C955C419-DC78-5E70-8198-53B51179A910}" dt="2026-10-19T23:23:18.460" v="38249" actId="1076"/>
          <ac:grpSpMkLst>
            <pc:docMk/>
            <pc:sldMk cId="2671733167" sldId="1432"/>
            <ac:grpSpMk id="61" creationId="{3A5ADF6D-8D0A-A358-1EEE-430295DCC2AA}"/>
          </ac:grpSpMkLst>
        </pc:grpChg>
        <pc:picChg chg="add mod">
          <ac:chgData name="Hetong Jiang" userId="ec55e077-f91c-4c1f-a475-4ddae44076a0" providerId="ADAL" clId="{C955C419-DC78-5E70-8198-53B51179A910}" dt="2026-10-10T10:58:00.319" v="35761" actId="1076"/>
          <ac:picMkLst>
            <pc:docMk/>
            <pc:sldMk cId="2671733167" sldId="1432"/>
            <ac:picMk id="14" creationId="{EAD899E0-3E10-C85F-C757-70D108542BC4}"/>
          </ac:picMkLst>
        </pc:picChg>
        <pc:picChg chg="add mod">
          <ac:chgData name="Hetong Jiang" userId="ec55e077-f91c-4c1f-a475-4ddae44076a0" providerId="ADAL" clId="{C955C419-DC78-5E70-8198-53B51179A910}" dt="2026-10-10T10:04:13.116" v="35656" actId="1076"/>
          <ac:picMkLst>
            <pc:docMk/>
            <pc:sldMk cId="2671733167" sldId="1432"/>
            <ac:picMk id="16" creationId="{CDB4823D-5F1D-2FAF-9C32-88612A77EC5D}"/>
          </ac:picMkLst>
        </pc:picChg>
        <pc:picChg chg="add mod">
          <ac:chgData name="Hetong Jiang" userId="ec55e077-f91c-4c1f-a475-4ddae44076a0" providerId="ADAL" clId="{C955C419-DC78-5E70-8198-53B51179A910}" dt="2026-10-10T10:35:35.713" v="35709" actId="1076"/>
          <ac:picMkLst>
            <pc:docMk/>
            <pc:sldMk cId="2671733167" sldId="1432"/>
            <ac:picMk id="20" creationId="{B6E11AED-B7A9-AFB8-CE8F-DB377890B5AB}"/>
          </ac:picMkLst>
        </pc:picChg>
        <pc:picChg chg="add mod">
          <ac:chgData name="Hetong Jiang" userId="ec55e077-f91c-4c1f-a475-4ddae44076a0" providerId="ADAL" clId="{C955C419-DC78-5E70-8198-53B51179A910}" dt="2026-10-12T05:19:30.501" v="37259" actId="1076"/>
          <ac:picMkLst>
            <pc:docMk/>
            <pc:sldMk cId="2671733167" sldId="1432"/>
            <ac:picMk id="56" creationId="{C1C9381D-F3E0-DABF-A482-33166D865C46}"/>
          </ac:picMkLst>
        </pc:picChg>
        <pc:picChg chg="add mod">
          <ac:chgData name="Hetong Jiang" userId="ec55e077-f91c-4c1f-a475-4ddae44076a0" providerId="ADAL" clId="{C955C419-DC78-5E70-8198-53B51179A910}" dt="2026-10-11T15:39:24.590" v="37060" actId="1076"/>
          <ac:picMkLst>
            <pc:docMk/>
            <pc:sldMk cId="2671733167" sldId="1432"/>
            <ac:picMk id="60" creationId="{930F6A65-3811-0996-2734-9D940ED26340}"/>
          </ac:picMkLst>
        </pc:picChg>
        <pc:cxnChg chg="mod">
          <ac:chgData name="Hetong Jiang" userId="ec55e077-f91c-4c1f-a475-4ddae44076a0" providerId="ADAL" clId="{C955C419-DC78-5E70-8198-53B51179A910}" dt="2026-10-10T10:38:25.646" v="35745" actId="14100"/>
          <ac:cxnSpMkLst>
            <pc:docMk/>
            <pc:sldMk cId="2671733167" sldId="1432"/>
            <ac:cxnSpMk id="22" creationId="{384C7B17-D7E7-08DD-107E-4FD0E1F684EC}"/>
          </ac:cxnSpMkLst>
        </pc:cxnChg>
        <pc:cxnChg chg="mod">
          <ac:chgData name="Hetong Jiang" userId="ec55e077-f91c-4c1f-a475-4ddae44076a0" providerId="ADAL" clId="{C955C419-DC78-5E70-8198-53B51179A910}" dt="2026-10-10T10:58:17.317" v="35767" actId="1076"/>
          <ac:cxnSpMkLst>
            <pc:docMk/>
            <pc:sldMk cId="2671733167" sldId="1432"/>
            <ac:cxnSpMk id="24" creationId="{DC813F30-A4F4-316A-7A9A-F23CAB973DF5}"/>
          </ac:cxnSpMkLst>
        </pc:cxnChg>
      </pc:sldChg>
      <pc:sldChg chg="modSp add mod ord modAnim modNotesTx">
        <pc:chgData name="Hetong Jiang" userId="ec55e077-f91c-4c1f-a475-4ddae44076a0" providerId="ADAL" clId="{C955C419-DC78-5E70-8198-53B51179A910}" dt="2026-10-12T11:05:34.943" v="37352" actId="14100"/>
        <pc:sldMkLst>
          <pc:docMk/>
          <pc:sldMk cId="2305643791" sldId="1433"/>
        </pc:sldMkLst>
        <pc:spChg chg="mod">
          <ac:chgData name="Hetong Jiang" userId="ec55e077-f91c-4c1f-a475-4ddae44076a0" providerId="ADAL" clId="{C955C419-DC78-5E70-8198-53B51179A910}" dt="2026-10-12T04:30:09.716" v="37138" actId="1037"/>
          <ac:spMkLst>
            <pc:docMk/>
            <pc:sldMk cId="2305643791" sldId="1433"/>
            <ac:spMk id="3" creationId="{0488B4DE-15CE-935E-4E64-45D2FF860674}"/>
          </ac:spMkLst>
        </pc:spChg>
        <pc:spChg chg="mod">
          <ac:chgData name="Hetong Jiang" userId="ec55e077-f91c-4c1f-a475-4ddae44076a0" providerId="ADAL" clId="{C955C419-DC78-5E70-8198-53B51179A910}" dt="2026-10-06T03:34:20.275" v="32766" actId="207"/>
          <ac:spMkLst>
            <pc:docMk/>
            <pc:sldMk cId="2305643791" sldId="1433"/>
            <ac:spMk id="7" creationId="{BBEAD47B-8FD7-A819-36F8-46AC46A89DB9}"/>
          </ac:spMkLst>
        </pc:spChg>
        <pc:spChg chg="mod">
          <ac:chgData name="Hetong Jiang" userId="ec55e077-f91c-4c1f-a475-4ddae44076a0" providerId="ADAL" clId="{C955C419-DC78-5E70-8198-53B51179A910}" dt="2026-10-12T11:05:27.759" v="37351" actId="1036"/>
          <ac:spMkLst>
            <pc:docMk/>
            <pc:sldMk cId="2305643791" sldId="1433"/>
            <ac:spMk id="10" creationId="{047F7833-3F21-09A7-7C00-5AF832F17913}"/>
          </ac:spMkLst>
        </pc:spChg>
        <pc:spChg chg="mod">
          <ac:chgData name="Hetong Jiang" userId="ec55e077-f91c-4c1f-a475-4ddae44076a0" providerId="ADAL" clId="{C955C419-DC78-5E70-8198-53B51179A910}" dt="2026-10-12T11:05:27.759" v="37351" actId="1036"/>
          <ac:spMkLst>
            <pc:docMk/>
            <pc:sldMk cId="2305643791" sldId="1433"/>
            <ac:spMk id="11" creationId="{8FACB92B-56D7-2E35-762A-EFA6F49029F5}"/>
          </ac:spMkLst>
        </pc:spChg>
        <pc:spChg chg="mod">
          <ac:chgData name="Hetong Jiang" userId="ec55e077-f91c-4c1f-a475-4ddae44076a0" providerId="ADAL" clId="{C955C419-DC78-5E70-8198-53B51179A910}" dt="2026-10-12T11:05:27.759" v="37351" actId="1036"/>
          <ac:spMkLst>
            <pc:docMk/>
            <pc:sldMk cId="2305643791" sldId="1433"/>
            <ac:spMk id="12" creationId="{AB7198C9-4570-4DDC-E9EA-443B53ED56E5}"/>
          </ac:spMkLst>
        </pc:spChg>
        <pc:spChg chg="mod">
          <ac:chgData name="Hetong Jiang" userId="ec55e077-f91c-4c1f-a475-4ddae44076a0" providerId="ADAL" clId="{C955C419-DC78-5E70-8198-53B51179A910}" dt="2026-10-12T04:29:58.031" v="37090" actId="1038"/>
          <ac:spMkLst>
            <pc:docMk/>
            <pc:sldMk cId="2305643791" sldId="1433"/>
            <ac:spMk id="15" creationId="{9A45D21F-AB77-E0D2-754C-33CE8DB2FA6A}"/>
          </ac:spMkLst>
        </pc:spChg>
        <pc:spChg chg="mod">
          <ac:chgData name="Hetong Jiang" userId="ec55e077-f91c-4c1f-a475-4ddae44076a0" providerId="ADAL" clId="{C955C419-DC78-5E70-8198-53B51179A910}" dt="2026-10-12T04:29:58.031" v="37090" actId="1038"/>
          <ac:spMkLst>
            <pc:docMk/>
            <pc:sldMk cId="2305643791" sldId="1433"/>
            <ac:spMk id="16" creationId="{2F17D704-DC5F-E66B-F439-AE529AC5F1CF}"/>
          </ac:spMkLst>
        </pc:spChg>
        <pc:spChg chg="mod">
          <ac:chgData name="Hetong Jiang" userId="ec55e077-f91c-4c1f-a475-4ddae44076a0" providerId="ADAL" clId="{C955C419-DC78-5E70-8198-53B51179A910}" dt="2026-10-12T04:29:58.031" v="37090" actId="1038"/>
          <ac:spMkLst>
            <pc:docMk/>
            <pc:sldMk cId="2305643791" sldId="1433"/>
            <ac:spMk id="17" creationId="{9A366650-1AB4-6227-36C3-DD904529D510}"/>
          </ac:spMkLst>
        </pc:spChg>
        <pc:spChg chg="mod">
          <ac:chgData name="Hetong Jiang" userId="ec55e077-f91c-4c1f-a475-4ddae44076a0" providerId="ADAL" clId="{C955C419-DC78-5E70-8198-53B51179A910}" dt="2026-10-05T08:23:35.977" v="29971" actId="20577"/>
          <ac:spMkLst>
            <pc:docMk/>
            <pc:sldMk cId="2305643791" sldId="1433"/>
            <ac:spMk id="18" creationId="{01C62A08-0FAB-8171-2F72-98D079FE5F44}"/>
          </ac:spMkLst>
        </pc:spChg>
        <pc:spChg chg="mod">
          <ac:chgData name="Hetong Jiang" userId="ec55e077-f91c-4c1f-a475-4ddae44076a0" providerId="ADAL" clId="{C955C419-DC78-5E70-8198-53B51179A910}" dt="2026-10-12T04:29:58.031" v="37090" actId="1038"/>
          <ac:spMkLst>
            <pc:docMk/>
            <pc:sldMk cId="2305643791" sldId="1433"/>
            <ac:spMk id="19" creationId="{51A6BEC3-3255-9A2E-6100-45A6207CA98B}"/>
          </ac:spMkLst>
        </pc:spChg>
        <pc:spChg chg="mod">
          <ac:chgData name="Hetong Jiang" userId="ec55e077-f91c-4c1f-a475-4ddae44076a0" providerId="ADAL" clId="{C955C419-DC78-5E70-8198-53B51179A910}" dt="2026-10-12T04:29:58.031" v="37090" actId="1038"/>
          <ac:spMkLst>
            <pc:docMk/>
            <pc:sldMk cId="2305643791" sldId="1433"/>
            <ac:spMk id="20" creationId="{979861B4-D91A-7FE3-904D-284BA6907065}"/>
          </ac:spMkLst>
        </pc:spChg>
        <pc:spChg chg="mod">
          <ac:chgData name="Hetong Jiang" userId="ec55e077-f91c-4c1f-a475-4ddae44076a0" providerId="ADAL" clId="{C955C419-DC78-5E70-8198-53B51179A910}" dt="2026-10-12T04:29:58.031" v="37090" actId="1038"/>
          <ac:spMkLst>
            <pc:docMk/>
            <pc:sldMk cId="2305643791" sldId="1433"/>
            <ac:spMk id="21" creationId="{C1408C30-EE05-C5FD-A535-6948EF93B9B0}"/>
          </ac:spMkLst>
        </pc:spChg>
        <pc:spChg chg="mod">
          <ac:chgData name="Hetong Jiang" userId="ec55e077-f91c-4c1f-a475-4ddae44076a0" providerId="ADAL" clId="{C955C419-DC78-5E70-8198-53B51179A910}" dt="2026-10-12T04:29:58.031" v="37090" actId="1038"/>
          <ac:spMkLst>
            <pc:docMk/>
            <pc:sldMk cId="2305643791" sldId="1433"/>
            <ac:spMk id="22" creationId="{17A76F36-B106-EAB5-9F55-AC375F3F14A7}"/>
          </ac:spMkLst>
        </pc:spChg>
        <pc:spChg chg="mod">
          <ac:chgData name="Hetong Jiang" userId="ec55e077-f91c-4c1f-a475-4ddae44076a0" providerId="ADAL" clId="{C955C419-DC78-5E70-8198-53B51179A910}" dt="2026-10-12T04:29:58.031" v="37090" actId="1038"/>
          <ac:spMkLst>
            <pc:docMk/>
            <pc:sldMk cId="2305643791" sldId="1433"/>
            <ac:spMk id="23" creationId="{32C28686-2B0F-EE27-3DD6-208D5CD4628A}"/>
          </ac:spMkLst>
        </pc:spChg>
        <pc:spChg chg="mod">
          <ac:chgData name="Hetong Jiang" userId="ec55e077-f91c-4c1f-a475-4ddae44076a0" providerId="ADAL" clId="{C955C419-DC78-5E70-8198-53B51179A910}" dt="2026-10-12T04:29:58.031" v="37090" actId="1038"/>
          <ac:spMkLst>
            <pc:docMk/>
            <pc:sldMk cId="2305643791" sldId="1433"/>
            <ac:spMk id="24" creationId="{1F66C1FD-FB92-1652-373C-EC3909838FAA}"/>
          </ac:spMkLst>
        </pc:spChg>
        <pc:spChg chg="mod">
          <ac:chgData name="Hetong Jiang" userId="ec55e077-f91c-4c1f-a475-4ddae44076a0" providerId="ADAL" clId="{C955C419-DC78-5E70-8198-53B51179A910}" dt="2026-10-12T04:29:58.031" v="37090" actId="1038"/>
          <ac:spMkLst>
            <pc:docMk/>
            <pc:sldMk cId="2305643791" sldId="1433"/>
            <ac:spMk id="25" creationId="{B8D70AD2-9B78-E2B5-E9AC-94FCD9FA15B0}"/>
          </ac:spMkLst>
        </pc:spChg>
        <pc:graphicFrameChg chg="mod modGraphic">
          <ac:chgData name="Hetong Jiang" userId="ec55e077-f91c-4c1f-a475-4ddae44076a0" providerId="ADAL" clId="{C955C419-DC78-5E70-8198-53B51179A910}" dt="2026-10-12T11:05:34.943" v="37352" actId="14100"/>
          <ac:graphicFrameMkLst>
            <pc:docMk/>
            <pc:sldMk cId="2305643791" sldId="1433"/>
            <ac:graphicFrameMk id="9" creationId="{12E2DDD4-365F-3CEA-3E4B-9D35322826F8}"/>
          </ac:graphicFrameMkLst>
        </pc:graphicFrameChg>
      </pc:sldChg>
      <pc:sldChg chg="addSp delSp modSp add mod modAnim modNotesTx">
        <pc:chgData name="Hetong Jiang" userId="ec55e077-f91c-4c1f-a475-4ddae44076a0" providerId="ADAL" clId="{C955C419-DC78-5E70-8198-53B51179A910}" dt="2026-10-19T23:26:49.754" v="38271" actId="20577"/>
        <pc:sldMkLst>
          <pc:docMk/>
          <pc:sldMk cId="2026807772" sldId="1434"/>
        </pc:sldMkLst>
        <pc:spChg chg="add mod">
          <ac:chgData name="Hetong Jiang" userId="ec55e077-f91c-4c1f-a475-4ddae44076a0" providerId="ADAL" clId="{C955C419-DC78-5E70-8198-53B51179A910}" dt="2026-10-10T03:06:46.894" v="34751" actId="1076"/>
          <ac:spMkLst>
            <pc:docMk/>
            <pc:sldMk cId="2026807772" sldId="1434"/>
            <ac:spMk id="4" creationId="{6CE8C9C9-EEBE-143D-BF0B-7D13B5547E06}"/>
          </ac:spMkLst>
        </pc:spChg>
        <pc:spChg chg="add mod">
          <ac:chgData name="Hetong Jiang" userId="ec55e077-f91c-4c1f-a475-4ddae44076a0" providerId="ADAL" clId="{C955C419-DC78-5E70-8198-53B51179A910}" dt="2026-10-10T03:07:14.343" v="34758" actId="14100"/>
          <ac:spMkLst>
            <pc:docMk/>
            <pc:sldMk cId="2026807772" sldId="1434"/>
            <ac:spMk id="5" creationId="{3BE36FC2-58C5-2F73-FC4E-41B938E11287}"/>
          </ac:spMkLst>
        </pc:spChg>
        <pc:spChg chg="add mod">
          <ac:chgData name="Hetong Jiang" userId="ec55e077-f91c-4c1f-a475-4ddae44076a0" providerId="ADAL" clId="{C955C419-DC78-5E70-8198-53B51179A910}" dt="2026-10-10T03:07:54.310" v="34786" actId="14100"/>
          <ac:spMkLst>
            <pc:docMk/>
            <pc:sldMk cId="2026807772" sldId="1434"/>
            <ac:spMk id="6" creationId="{67CCC91C-626B-7C9F-D335-BC487EA49C3A}"/>
          </ac:spMkLst>
        </pc:spChg>
        <pc:spChg chg="mod">
          <ac:chgData name="Hetong Jiang" userId="ec55e077-f91c-4c1f-a475-4ddae44076a0" providerId="ADAL" clId="{C955C419-DC78-5E70-8198-53B51179A910}" dt="2026-10-12T04:30:23.256" v="37140" actId="20577"/>
          <ac:spMkLst>
            <pc:docMk/>
            <pc:sldMk cId="2026807772" sldId="1434"/>
            <ac:spMk id="8" creationId="{84C714C0-F7C0-F9D9-1739-99CD338498F9}"/>
          </ac:spMkLst>
        </pc:spChg>
        <pc:spChg chg="add mod">
          <ac:chgData name="Hetong Jiang" userId="ec55e077-f91c-4c1f-a475-4ddae44076a0" providerId="ADAL" clId="{C955C419-DC78-5E70-8198-53B51179A910}" dt="2026-10-10T03:33:25.106" v="34932" actId="20577"/>
          <ac:spMkLst>
            <pc:docMk/>
            <pc:sldMk cId="2026807772" sldId="1434"/>
            <ac:spMk id="10" creationId="{4B92B84A-9700-041D-F87C-227A845C3E86}"/>
          </ac:spMkLst>
        </pc:spChg>
        <pc:spChg chg="add mod">
          <ac:chgData name="Hetong Jiang" userId="ec55e077-f91c-4c1f-a475-4ddae44076a0" providerId="ADAL" clId="{C955C419-DC78-5E70-8198-53B51179A910}" dt="2026-10-10T11:23:19.725" v="36059" actId="20577"/>
          <ac:spMkLst>
            <pc:docMk/>
            <pc:sldMk cId="2026807772" sldId="1434"/>
            <ac:spMk id="11" creationId="{6C086BAF-79F2-C341-E95F-1A997BC3350B}"/>
          </ac:spMkLst>
        </pc:spChg>
        <pc:spChg chg="mod">
          <ac:chgData name="Hetong Jiang" userId="ec55e077-f91c-4c1f-a475-4ddae44076a0" providerId="ADAL" clId="{C955C419-DC78-5E70-8198-53B51179A910}" dt="2026-10-10T03:08:05.727" v="34792" actId="14100"/>
          <ac:spMkLst>
            <pc:docMk/>
            <pc:sldMk cId="2026807772" sldId="1434"/>
            <ac:spMk id="17" creationId="{F6E13AFD-FAE3-2645-BF23-E891F6C3E789}"/>
          </ac:spMkLst>
        </pc:spChg>
        <pc:spChg chg="mod">
          <ac:chgData name="Hetong Jiang" userId="ec55e077-f91c-4c1f-a475-4ddae44076a0" providerId="ADAL" clId="{C955C419-DC78-5E70-8198-53B51179A910}" dt="2026-10-10T03:08:13.094" v="34794" actId="14100"/>
          <ac:spMkLst>
            <pc:docMk/>
            <pc:sldMk cId="2026807772" sldId="1434"/>
            <ac:spMk id="25" creationId="{B3BD6433-7072-4224-5914-5A8B44CEEB01}"/>
          </ac:spMkLst>
        </pc:spChg>
        <pc:spChg chg="mod">
          <ac:chgData name="Hetong Jiang" userId="ec55e077-f91c-4c1f-a475-4ddae44076a0" providerId="ADAL" clId="{C955C419-DC78-5E70-8198-53B51179A910}" dt="2026-10-10T03:08:08.794" v="34793" actId="14100"/>
          <ac:spMkLst>
            <pc:docMk/>
            <pc:sldMk cId="2026807772" sldId="1434"/>
            <ac:spMk id="26" creationId="{D941FD8B-11CD-F61D-09A9-FB6BA1AF1BF3}"/>
          </ac:spMkLst>
        </pc:spChg>
        <pc:spChg chg="mod">
          <ac:chgData name="Hetong Jiang" userId="ec55e077-f91c-4c1f-a475-4ddae44076a0" providerId="ADAL" clId="{C955C419-DC78-5E70-8198-53B51179A910}" dt="2026-10-12T04:35:17.796" v="37219" actId="14100"/>
          <ac:spMkLst>
            <pc:docMk/>
            <pc:sldMk cId="2026807772" sldId="1434"/>
            <ac:spMk id="27" creationId="{8D7F11FC-76AB-1D93-9E5C-E720F54C13AA}"/>
          </ac:spMkLst>
        </pc:spChg>
        <pc:spChg chg="mod">
          <ac:chgData name="Hetong Jiang" userId="ec55e077-f91c-4c1f-a475-4ddae44076a0" providerId="ADAL" clId="{C955C419-DC78-5E70-8198-53B51179A910}" dt="2026-10-12T04:33:59.966" v="37199" actId="1035"/>
          <ac:spMkLst>
            <pc:docMk/>
            <pc:sldMk cId="2026807772" sldId="1434"/>
            <ac:spMk id="28" creationId="{C7757AA2-7305-1EA6-67A9-9FA79E5B7CC2}"/>
          </ac:spMkLst>
        </pc:spChg>
        <pc:spChg chg="mod">
          <ac:chgData name="Hetong Jiang" userId="ec55e077-f91c-4c1f-a475-4ddae44076a0" providerId="ADAL" clId="{C955C419-DC78-5E70-8198-53B51179A910}" dt="2026-10-12T04:33:59.966" v="37199" actId="1035"/>
          <ac:spMkLst>
            <pc:docMk/>
            <pc:sldMk cId="2026807772" sldId="1434"/>
            <ac:spMk id="29" creationId="{9B346C71-4B1A-EBDF-B1B0-14352AEEF576}"/>
          </ac:spMkLst>
        </pc:spChg>
        <pc:grpChg chg="add">
          <ac:chgData name="Hetong Jiang" userId="ec55e077-f91c-4c1f-a475-4ddae44076a0" providerId="ADAL" clId="{C955C419-DC78-5E70-8198-53B51179A910}" dt="2026-10-10T11:06:49.680" v="36017" actId="164"/>
          <ac:grpSpMkLst>
            <pc:docMk/>
            <pc:sldMk cId="2026807772" sldId="1434"/>
            <ac:grpSpMk id="12" creationId="{6C108EF7-53EF-03D5-61FC-7903C8AC9813}"/>
          </ac:grpSpMkLst>
        </pc:grpChg>
        <pc:grpChg chg="add">
          <ac:chgData name="Hetong Jiang" userId="ec55e077-f91c-4c1f-a475-4ddae44076a0" providerId="ADAL" clId="{C955C419-DC78-5E70-8198-53B51179A910}" dt="2026-10-10T11:07:07.618" v="36020" actId="164"/>
          <ac:grpSpMkLst>
            <pc:docMk/>
            <pc:sldMk cId="2026807772" sldId="1434"/>
            <ac:grpSpMk id="14" creationId="{2BE89C25-0EB8-60C8-22FF-C06BBED48896}"/>
          </ac:grpSpMkLst>
        </pc:grpChg>
        <pc:grpChg chg="add">
          <ac:chgData name="Hetong Jiang" userId="ec55e077-f91c-4c1f-a475-4ddae44076a0" providerId="ADAL" clId="{C955C419-DC78-5E70-8198-53B51179A910}" dt="2026-10-10T11:07:10.600" v="36021" actId="164"/>
          <ac:grpSpMkLst>
            <pc:docMk/>
            <pc:sldMk cId="2026807772" sldId="1434"/>
            <ac:grpSpMk id="15" creationId="{843D50B5-9E58-6492-A28E-2760E520DB7C}"/>
          </ac:grpSpMkLst>
        </pc:grpChg>
        <pc:grpChg chg="add">
          <ac:chgData name="Hetong Jiang" userId="ec55e077-f91c-4c1f-a475-4ddae44076a0" providerId="ADAL" clId="{C955C419-DC78-5E70-8198-53B51179A910}" dt="2026-10-10T11:07:15.103" v="36022" actId="164"/>
          <ac:grpSpMkLst>
            <pc:docMk/>
            <pc:sldMk cId="2026807772" sldId="1434"/>
            <ac:grpSpMk id="16" creationId="{7CF58E6B-E797-120F-6F8E-0C925A0B4588}"/>
          </ac:grpSpMkLst>
        </pc:grpChg>
        <pc:graphicFrameChg chg="mod">
          <ac:chgData name="Hetong Jiang" userId="ec55e077-f91c-4c1f-a475-4ddae44076a0" providerId="ADAL" clId="{C955C419-DC78-5E70-8198-53B51179A910}" dt="2026-10-12T04:33:59.966" v="37199" actId="1035"/>
          <ac:graphicFrameMkLst>
            <pc:docMk/>
            <pc:sldMk cId="2026807772" sldId="1434"/>
            <ac:graphicFrameMk id="30" creationId="{1C6F2B06-F4E6-47CB-CF2E-D9077B99C0B3}"/>
          </ac:graphicFrameMkLst>
        </pc:graphicFrameChg>
        <pc:picChg chg="mod">
          <ac:chgData name="Hetong Jiang" userId="ec55e077-f91c-4c1f-a475-4ddae44076a0" providerId="ADAL" clId="{C955C419-DC78-5E70-8198-53B51179A910}" dt="2026-10-10T03:06:46.894" v="34751" actId="1076"/>
          <ac:picMkLst>
            <pc:docMk/>
            <pc:sldMk cId="2026807772" sldId="1434"/>
            <ac:picMk id="9" creationId="{1A36666B-8101-9116-6AF8-A4A797E8FF5C}"/>
          </ac:picMkLst>
        </pc:picChg>
        <pc:picChg chg="mod">
          <ac:chgData name="Hetong Jiang" userId="ec55e077-f91c-4c1f-a475-4ddae44076a0" providerId="ADAL" clId="{C955C419-DC78-5E70-8198-53B51179A910}" dt="2026-10-10T03:16:37.914" v="34796" actId="1076"/>
          <ac:picMkLst>
            <pc:docMk/>
            <pc:sldMk cId="2026807772" sldId="1434"/>
            <ac:picMk id="22" creationId="{FD11AA6A-9DFD-0452-765F-367EFCEB32F8}"/>
          </ac:picMkLst>
        </pc:picChg>
        <pc:picChg chg="mod">
          <ac:chgData name="Hetong Jiang" userId="ec55e077-f91c-4c1f-a475-4ddae44076a0" providerId="ADAL" clId="{C955C419-DC78-5E70-8198-53B51179A910}" dt="2026-10-10T03:08:02.680" v="34790" actId="1076"/>
          <ac:picMkLst>
            <pc:docMk/>
            <pc:sldMk cId="2026807772" sldId="1434"/>
            <ac:picMk id="24" creationId="{CEBD79FC-F5FC-0582-B38D-2C9AB2A206D5}"/>
          </ac:picMkLst>
        </pc:picChg>
      </pc:sldChg>
      <pc:sldChg chg="addSp delSp modSp add del mod ord delAnim modAnim modShow modNotesTx">
        <pc:chgData name="Hetong Jiang" userId="ec55e077-f91c-4c1f-a475-4ddae44076a0" providerId="ADAL" clId="{C955C419-DC78-5E70-8198-53B51179A910}" dt="2026-10-19T23:31:21.482" v="38293" actId="2696"/>
        <pc:sldMkLst>
          <pc:docMk/>
          <pc:sldMk cId="369045648" sldId="1435"/>
        </pc:sldMkLst>
      </pc:sldChg>
      <pc:sldChg chg="addSp delSp modSp add mod delAnim modAnim modNotesTx">
        <pc:chgData name="Hetong Jiang" userId="ec55e077-f91c-4c1f-a475-4ddae44076a0" providerId="ADAL" clId="{C955C419-DC78-5E70-8198-53B51179A910}" dt="2026-10-12T11:06:13.245" v="37353" actId="1035"/>
        <pc:sldMkLst>
          <pc:docMk/>
          <pc:sldMk cId="83961266" sldId="1436"/>
        </pc:sldMkLst>
        <pc:spChg chg="add mod">
          <ac:chgData name="Hetong Jiang" userId="ec55e077-f91c-4c1f-a475-4ddae44076a0" providerId="ADAL" clId="{C955C419-DC78-5E70-8198-53B51179A910}" dt="2026-10-10T11:26:00.043" v="36112" actId="1076"/>
          <ac:spMkLst>
            <pc:docMk/>
            <pc:sldMk cId="83961266" sldId="1436"/>
            <ac:spMk id="4" creationId="{554DF810-07E4-7571-7D41-86A2C484B8E1}"/>
          </ac:spMkLst>
        </pc:spChg>
        <pc:spChg chg="add mod">
          <ac:chgData name="Hetong Jiang" userId="ec55e077-f91c-4c1f-a475-4ddae44076a0" providerId="ADAL" clId="{C955C419-DC78-5E70-8198-53B51179A910}" dt="2026-10-10T11:25:41.560" v="36106" actId="14100"/>
          <ac:spMkLst>
            <pc:docMk/>
            <pc:sldMk cId="83961266" sldId="1436"/>
            <ac:spMk id="5" creationId="{05DE6F58-A357-C81F-4704-194FFB92C1BF}"/>
          </ac:spMkLst>
        </pc:spChg>
        <pc:spChg chg="mod">
          <ac:chgData name="Hetong Jiang" userId="ec55e077-f91c-4c1f-a475-4ddae44076a0" providerId="ADAL" clId="{C955C419-DC78-5E70-8198-53B51179A910}" dt="2026-10-12T04:30:32.463" v="37144" actId="20577"/>
          <ac:spMkLst>
            <pc:docMk/>
            <pc:sldMk cId="83961266" sldId="1436"/>
            <ac:spMk id="8" creationId="{42C8FC3F-EBFE-4948-5B9B-8C50BC92656B}"/>
          </ac:spMkLst>
        </pc:spChg>
        <pc:spChg chg="add mod">
          <ac:chgData name="Hetong Jiang" userId="ec55e077-f91c-4c1f-a475-4ddae44076a0" providerId="ADAL" clId="{C955C419-DC78-5E70-8198-53B51179A910}" dt="2026-10-12T04:35:10.174" v="37218" actId="14100"/>
          <ac:spMkLst>
            <pc:docMk/>
            <pc:sldMk cId="83961266" sldId="1436"/>
            <ac:spMk id="12" creationId="{2265BB22-5449-5B4C-5C46-5DFFEE55EC5E}"/>
          </ac:spMkLst>
        </pc:spChg>
        <pc:spChg chg="add mod">
          <ac:chgData name="Hetong Jiang" userId="ec55e077-f91c-4c1f-a475-4ddae44076a0" providerId="ADAL" clId="{C955C419-DC78-5E70-8198-53B51179A910}" dt="2026-10-12T04:37:30.184" v="37223" actId="14100"/>
          <ac:spMkLst>
            <pc:docMk/>
            <pc:sldMk cId="83961266" sldId="1436"/>
            <ac:spMk id="17" creationId="{CC6FCBC1-765A-B7A2-D24D-B1D16F8841AD}"/>
          </ac:spMkLst>
        </pc:spChg>
        <pc:spChg chg="add mod">
          <ac:chgData name="Hetong Jiang" userId="ec55e077-f91c-4c1f-a475-4ddae44076a0" providerId="ADAL" clId="{C955C419-DC78-5E70-8198-53B51179A910}" dt="2026-10-12T11:06:13.245" v="37353" actId="1035"/>
          <ac:spMkLst>
            <pc:docMk/>
            <pc:sldMk cId="83961266" sldId="1436"/>
            <ac:spMk id="18" creationId="{79F5E223-1549-8DF0-F856-357E87514236}"/>
          </ac:spMkLst>
        </pc:spChg>
        <pc:spChg chg="add mod">
          <ac:chgData name="Hetong Jiang" userId="ec55e077-f91c-4c1f-a475-4ddae44076a0" providerId="ADAL" clId="{C955C419-DC78-5E70-8198-53B51179A910}" dt="2026-10-12T04:33:50.709" v="37183" actId="1036"/>
          <ac:spMkLst>
            <pc:docMk/>
            <pc:sldMk cId="83961266" sldId="1436"/>
            <ac:spMk id="19" creationId="{5D31AF55-61CA-D138-B3DC-CF4FE3EC71D6}"/>
          </ac:spMkLst>
        </pc:spChg>
        <pc:spChg chg="add mod">
          <ac:chgData name="Hetong Jiang" userId="ec55e077-f91c-4c1f-a475-4ddae44076a0" providerId="ADAL" clId="{C955C419-DC78-5E70-8198-53B51179A910}" dt="2026-10-10T11:29:37.781" v="36153" actId="1036"/>
          <ac:spMkLst>
            <pc:docMk/>
            <pc:sldMk cId="83961266" sldId="1436"/>
            <ac:spMk id="24" creationId="{2343CBCA-3CD5-26ED-B946-6F16EF752E8B}"/>
          </ac:spMkLst>
        </pc:spChg>
        <pc:grpChg chg="add">
          <ac:chgData name="Hetong Jiang" userId="ec55e077-f91c-4c1f-a475-4ddae44076a0" providerId="ADAL" clId="{C955C419-DC78-5E70-8198-53B51179A910}" dt="2026-10-10T11:25:44.802" v="36107" actId="164"/>
          <ac:grpSpMkLst>
            <pc:docMk/>
            <pc:sldMk cId="83961266" sldId="1436"/>
            <ac:grpSpMk id="21" creationId="{125BB7D6-C9C8-5C15-CAD0-4B8E0C01C083}"/>
          </ac:grpSpMkLst>
        </pc:grpChg>
        <pc:grpChg chg="add mod">
          <ac:chgData name="Hetong Jiang" userId="ec55e077-f91c-4c1f-a475-4ddae44076a0" providerId="ADAL" clId="{C955C419-DC78-5E70-8198-53B51179A910}" dt="2026-10-10T11:29:33.099" v="36146" actId="1036"/>
          <ac:grpSpMkLst>
            <pc:docMk/>
            <pc:sldMk cId="83961266" sldId="1436"/>
            <ac:grpSpMk id="22" creationId="{C943A05D-80F7-95AF-6DC7-4E4518B280C4}"/>
          </ac:grpSpMkLst>
        </pc:grpChg>
        <pc:grpChg chg="add mod">
          <ac:chgData name="Hetong Jiang" userId="ec55e077-f91c-4c1f-a475-4ddae44076a0" providerId="ADAL" clId="{C955C419-DC78-5E70-8198-53B51179A910}" dt="2026-10-10T11:29:39.785" v="36155" actId="1076"/>
          <ac:grpSpMkLst>
            <pc:docMk/>
            <pc:sldMk cId="83961266" sldId="1436"/>
            <ac:grpSpMk id="23" creationId="{E613344F-F8E9-5CB2-4C82-4B8E48CA0749}"/>
          </ac:grpSpMkLst>
        </pc:grpChg>
        <pc:graphicFrameChg chg="add mod">
          <ac:chgData name="Hetong Jiang" userId="ec55e077-f91c-4c1f-a475-4ddae44076a0" providerId="ADAL" clId="{C955C419-DC78-5E70-8198-53B51179A910}" dt="2026-10-12T04:33:50.709" v="37183" actId="1036"/>
          <ac:graphicFrameMkLst>
            <pc:docMk/>
            <pc:sldMk cId="83961266" sldId="1436"/>
            <ac:graphicFrameMk id="10" creationId="{C6B759F4-A998-E14D-1CEA-68A606C365A9}"/>
          </ac:graphicFrameMkLst>
        </pc:graphicFrameChg>
        <pc:picChg chg="mod">
          <ac:chgData name="Hetong Jiang" userId="ec55e077-f91c-4c1f-a475-4ddae44076a0" providerId="ADAL" clId="{C955C419-DC78-5E70-8198-53B51179A910}" dt="2026-10-10T11:25:38.760" v="36105" actId="1076"/>
          <ac:picMkLst>
            <pc:docMk/>
            <pc:sldMk cId="83961266" sldId="1436"/>
            <ac:picMk id="6" creationId="{C932CDCF-F5E7-503B-0DFD-DA070985B1EA}"/>
          </ac:picMkLst>
        </pc:picChg>
        <pc:picChg chg="mod">
          <ac:chgData name="Hetong Jiang" userId="ec55e077-f91c-4c1f-a475-4ddae44076a0" providerId="ADAL" clId="{C955C419-DC78-5E70-8198-53B51179A910}" dt="2026-10-10T11:25:33.359" v="36102" actId="1076"/>
          <ac:picMkLst>
            <pc:docMk/>
            <pc:sldMk cId="83961266" sldId="1436"/>
            <ac:picMk id="9" creationId="{5A4D1A43-C0A4-1C0A-F551-422EEA152194}"/>
          </ac:picMkLst>
        </pc:picChg>
        <pc:picChg chg="mod">
          <ac:chgData name="Hetong Jiang" userId="ec55e077-f91c-4c1f-a475-4ddae44076a0" providerId="ADAL" clId="{C955C419-DC78-5E70-8198-53B51179A910}" dt="2026-10-10T11:25:36.193" v="36104" actId="1076"/>
          <ac:picMkLst>
            <pc:docMk/>
            <pc:sldMk cId="83961266" sldId="1436"/>
            <ac:picMk id="11" creationId="{A0FA394A-8716-D290-4F4F-68ABC89B9A07}"/>
          </ac:picMkLst>
        </pc:picChg>
        <pc:picChg chg="mod">
          <ac:chgData name="Hetong Jiang" userId="ec55e077-f91c-4c1f-a475-4ddae44076a0" providerId="ADAL" clId="{C955C419-DC78-5E70-8198-53B51179A910}" dt="2026-10-10T11:25:35.010" v="36103" actId="1076"/>
          <ac:picMkLst>
            <pc:docMk/>
            <pc:sldMk cId="83961266" sldId="1436"/>
            <ac:picMk id="14" creationId="{CD622CA8-9D1A-9B82-E7F8-424CB374C702}"/>
          </ac:picMkLst>
        </pc:picChg>
      </pc:sldChg>
      <pc:sldChg chg="addSp delSp modSp add mod delAnim modAnim modNotesTx">
        <pc:chgData name="Hetong Jiang" userId="ec55e077-f91c-4c1f-a475-4ddae44076a0" providerId="ADAL" clId="{C955C419-DC78-5E70-8198-53B51179A910}" dt="2026-10-19T23:27:50.833" v="38276" actId="20577"/>
        <pc:sldMkLst>
          <pc:docMk/>
          <pc:sldMk cId="2922943375" sldId="1437"/>
        </pc:sldMkLst>
        <pc:spChg chg="add mod">
          <ac:chgData name="Hetong Jiang" userId="ec55e077-f91c-4c1f-a475-4ddae44076a0" providerId="ADAL" clId="{C955C419-DC78-5E70-8198-53B51179A910}" dt="2026-10-10T11:59:38.974" v="36329" actId="20577"/>
          <ac:spMkLst>
            <pc:docMk/>
            <pc:sldMk cId="2922943375" sldId="1437"/>
            <ac:spMk id="5" creationId="{50812238-9ADC-B881-FC04-B3402D8A8F5B}"/>
          </ac:spMkLst>
        </pc:spChg>
        <pc:spChg chg="add mod">
          <ac:chgData name="Hetong Jiang" userId="ec55e077-f91c-4c1f-a475-4ddae44076a0" providerId="ADAL" clId="{C955C419-DC78-5E70-8198-53B51179A910}" dt="2026-10-10T11:30:42.746" v="36164" actId="14100"/>
          <ac:spMkLst>
            <pc:docMk/>
            <pc:sldMk cId="2922943375" sldId="1437"/>
            <ac:spMk id="7" creationId="{6DB324A5-DE1B-36E2-0655-1A33931939DE}"/>
          </ac:spMkLst>
        </pc:spChg>
        <pc:spChg chg="mod">
          <ac:chgData name="Hetong Jiang" userId="ec55e077-f91c-4c1f-a475-4ddae44076a0" providerId="ADAL" clId="{C955C419-DC78-5E70-8198-53B51179A910}" dt="2026-10-12T04:30:36.923" v="37146" actId="20577"/>
          <ac:spMkLst>
            <pc:docMk/>
            <pc:sldMk cId="2922943375" sldId="1437"/>
            <ac:spMk id="8" creationId="{4BED6ED6-A4BC-744E-A991-CA3F2F631595}"/>
          </ac:spMkLst>
        </pc:spChg>
        <pc:spChg chg="add mod">
          <ac:chgData name="Hetong Jiang" userId="ec55e077-f91c-4c1f-a475-4ddae44076a0" providerId="ADAL" clId="{C955C419-DC78-5E70-8198-53B51179A910}" dt="2026-10-12T04:34:56.112" v="37215" actId="1035"/>
          <ac:spMkLst>
            <pc:docMk/>
            <pc:sldMk cId="2922943375" sldId="1437"/>
            <ac:spMk id="12" creationId="{4747D20C-E2A1-C5C5-C8B9-BA1F2CE0BD42}"/>
          </ac:spMkLst>
        </pc:spChg>
        <pc:spChg chg="add mod">
          <ac:chgData name="Hetong Jiang" userId="ec55e077-f91c-4c1f-a475-4ddae44076a0" providerId="ADAL" clId="{C955C419-DC78-5E70-8198-53B51179A910}" dt="2026-10-12T04:31:44.435" v="37180" actId="1038"/>
          <ac:spMkLst>
            <pc:docMk/>
            <pc:sldMk cId="2922943375" sldId="1437"/>
            <ac:spMk id="15" creationId="{B099DB7A-A5A5-CDF1-BA65-48EF05881886}"/>
          </ac:spMkLst>
        </pc:spChg>
        <pc:spChg chg="add mod">
          <ac:chgData name="Hetong Jiang" userId="ec55e077-f91c-4c1f-a475-4ddae44076a0" providerId="ADAL" clId="{C955C419-DC78-5E70-8198-53B51179A910}" dt="2026-10-12T04:34:49.231" v="37211" actId="1035"/>
          <ac:spMkLst>
            <pc:docMk/>
            <pc:sldMk cId="2922943375" sldId="1437"/>
            <ac:spMk id="16" creationId="{27C19B4F-A8D3-A3CC-033F-5BDE084E3791}"/>
          </ac:spMkLst>
        </pc:spChg>
        <pc:spChg chg="add mod">
          <ac:chgData name="Hetong Jiang" userId="ec55e077-f91c-4c1f-a475-4ddae44076a0" providerId="ADAL" clId="{C955C419-DC78-5E70-8198-53B51179A910}" dt="2026-10-12T04:34:39.719" v="37208" actId="1076"/>
          <ac:spMkLst>
            <pc:docMk/>
            <pc:sldMk cId="2922943375" sldId="1437"/>
            <ac:spMk id="21" creationId="{DA99C067-CFA9-C398-845E-B638FD51394E}"/>
          </ac:spMkLst>
        </pc:spChg>
        <pc:spChg chg="add mod">
          <ac:chgData name="Hetong Jiang" userId="ec55e077-f91c-4c1f-a475-4ddae44076a0" providerId="ADAL" clId="{C955C419-DC78-5E70-8198-53B51179A910}" dt="2026-10-12T04:45:25.509" v="37225" actId="1036"/>
          <ac:spMkLst>
            <pc:docMk/>
            <pc:sldMk cId="2922943375" sldId="1437"/>
            <ac:spMk id="23" creationId="{139A1FCC-BBFF-6D22-F8CD-CCF6FC18F8F7}"/>
          </ac:spMkLst>
        </pc:spChg>
        <pc:grpChg chg="add mod">
          <ac:chgData name="Hetong Jiang" userId="ec55e077-f91c-4c1f-a475-4ddae44076a0" providerId="ADAL" clId="{C955C419-DC78-5E70-8198-53B51179A910}" dt="2026-10-12T04:34:39.719" v="37208" actId="1076"/>
          <ac:grpSpMkLst>
            <pc:docMk/>
            <pc:sldMk cId="2922943375" sldId="1437"/>
            <ac:grpSpMk id="19" creationId="{31524721-CECB-F1E0-C3A5-E6342B79A7A0}"/>
          </ac:grpSpMkLst>
        </pc:grpChg>
        <pc:grpChg chg="add mod">
          <ac:chgData name="Hetong Jiang" userId="ec55e077-f91c-4c1f-a475-4ddae44076a0" providerId="ADAL" clId="{C955C419-DC78-5E70-8198-53B51179A910}" dt="2026-10-12T04:34:39.719" v="37208" actId="1076"/>
          <ac:grpSpMkLst>
            <pc:docMk/>
            <pc:sldMk cId="2922943375" sldId="1437"/>
            <ac:grpSpMk id="20" creationId="{A9C52827-B028-CBC6-6608-7091F84F73A1}"/>
          </ac:grpSpMkLst>
        </pc:grpChg>
        <pc:graphicFrameChg chg="add mod">
          <ac:chgData name="Hetong Jiang" userId="ec55e077-f91c-4c1f-a475-4ddae44076a0" providerId="ADAL" clId="{C955C419-DC78-5E70-8198-53B51179A910}" dt="2026-10-12T04:31:44.435" v="37180" actId="1038"/>
          <ac:graphicFrameMkLst>
            <pc:docMk/>
            <pc:sldMk cId="2922943375" sldId="1437"/>
            <ac:graphicFrameMk id="4" creationId="{3034AAFC-3A0D-54DD-971B-1CE48121E3B4}"/>
          </ac:graphicFrameMkLst>
        </pc:graphicFrameChg>
        <pc:picChg chg="mod">
          <ac:chgData name="Hetong Jiang" userId="ec55e077-f91c-4c1f-a475-4ddae44076a0" providerId="ADAL" clId="{C955C419-DC78-5E70-8198-53B51179A910}" dt="2026-10-10T11:30:38.179" v="36163" actId="1076"/>
          <ac:picMkLst>
            <pc:docMk/>
            <pc:sldMk cId="2922943375" sldId="1437"/>
            <ac:picMk id="6" creationId="{783B11A0-324B-60E7-63B3-EE97A180B3C9}"/>
          </ac:picMkLst>
        </pc:picChg>
        <pc:picChg chg="mod">
          <ac:chgData name="Hetong Jiang" userId="ec55e077-f91c-4c1f-a475-4ddae44076a0" providerId="ADAL" clId="{C955C419-DC78-5E70-8198-53B51179A910}" dt="2026-10-10T11:30:31.129" v="36161" actId="1076"/>
          <ac:picMkLst>
            <pc:docMk/>
            <pc:sldMk cId="2922943375" sldId="1437"/>
            <ac:picMk id="9" creationId="{A8BBB806-7740-631A-CA11-E1140A964B60}"/>
          </ac:picMkLst>
        </pc:picChg>
        <pc:picChg chg="mod">
          <ac:chgData name="Hetong Jiang" userId="ec55e077-f91c-4c1f-a475-4ddae44076a0" providerId="ADAL" clId="{C955C419-DC78-5E70-8198-53B51179A910}" dt="2026-10-10T11:30:34.612" v="36162" actId="1076"/>
          <ac:picMkLst>
            <pc:docMk/>
            <pc:sldMk cId="2922943375" sldId="1437"/>
            <ac:picMk id="11" creationId="{911143C7-7364-5E39-5566-8BB999C55445}"/>
          </ac:picMkLst>
        </pc:picChg>
        <pc:picChg chg="mod">
          <ac:chgData name="Hetong Jiang" userId="ec55e077-f91c-4c1f-a475-4ddae44076a0" providerId="ADAL" clId="{C955C419-DC78-5E70-8198-53B51179A910}" dt="2026-10-10T11:30:28.030" v="36160" actId="1076"/>
          <ac:picMkLst>
            <pc:docMk/>
            <pc:sldMk cId="2922943375" sldId="1437"/>
            <ac:picMk id="14" creationId="{379317AB-48B9-C9A8-2ECE-918D40B3971E}"/>
          </ac:picMkLst>
        </pc:picChg>
      </pc:sldChg>
      <pc:sldChg chg="addSp delSp modSp add mod delAnim modAnim modNotesTx">
        <pc:chgData name="Hetong Jiang" userId="ec55e077-f91c-4c1f-a475-4ddae44076a0" providerId="ADAL" clId="{C955C419-DC78-5E70-8198-53B51179A910}" dt="2026-10-19T23:27:09.234" v="38274" actId="20577"/>
        <pc:sldMkLst>
          <pc:docMk/>
          <pc:sldMk cId="893386020" sldId="1438"/>
        </pc:sldMkLst>
        <pc:spChg chg="add mod">
          <ac:chgData name="Hetong Jiang" userId="ec55e077-f91c-4c1f-a475-4ddae44076a0" providerId="ADAL" clId="{C955C419-DC78-5E70-8198-53B51179A910}" dt="2026-10-12T04:45:32.279" v="37226" actId="1076"/>
          <ac:spMkLst>
            <pc:docMk/>
            <pc:sldMk cId="893386020" sldId="1438"/>
            <ac:spMk id="3" creationId="{1452BACD-89C8-051F-BAF4-E5B707A2809B}"/>
          </ac:spMkLst>
        </pc:spChg>
        <pc:spChg chg="add mod">
          <ac:chgData name="Hetong Jiang" userId="ec55e077-f91c-4c1f-a475-4ddae44076a0" providerId="ADAL" clId="{C955C419-DC78-5E70-8198-53B51179A910}" dt="2026-10-10T12:17:42.035" v="36595" actId="14100"/>
          <ac:spMkLst>
            <pc:docMk/>
            <pc:sldMk cId="893386020" sldId="1438"/>
            <ac:spMk id="5" creationId="{F629CA76-7C35-36D8-D64B-5169DC062287}"/>
          </ac:spMkLst>
        </pc:spChg>
        <pc:spChg chg="add mod">
          <ac:chgData name="Hetong Jiang" userId="ec55e077-f91c-4c1f-a475-4ddae44076a0" providerId="ADAL" clId="{C955C419-DC78-5E70-8198-53B51179A910}" dt="2026-10-12T04:46:56.077" v="37231" actId="1035"/>
          <ac:spMkLst>
            <pc:docMk/>
            <pc:sldMk cId="893386020" sldId="1438"/>
            <ac:spMk id="7" creationId="{EE0C15F9-B82B-40B7-E868-48B538127F63}"/>
          </ac:spMkLst>
        </pc:spChg>
        <pc:spChg chg="mod">
          <ac:chgData name="Hetong Jiang" userId="ec55e077-f91c-4c1f-a475-4ddae44076a0" providerId="ADAL" clId="{C955C419-DC78-5E70-8198-53B51179A910}" dt="2026-10-12T04:30:40.097" v="37148" actId="20577"/>
          <ac:spMkLst>
            <pc:docMk/>
            <pc:sldMk cId="893386020" sldId="1438"/>
            <ac:spMk id="8" creationId="{C9BFA787-2D81-F192-1FB6-4E1100DC0969}"/>
          </ac:spMkLst>
        </pc:spChg>
        <pc:spChg chg="add mod">
          <ac:chgData name="Hetong Jiang" userId="ec55e077-f91c-4c1f-a475-4ddae44076a0" providerId="ADAL" clId="{C955C419-DC78-5E70-8198-53B51179A910}" dt="2026-10-12T04:31:32.155" v="37161" actId="1076"/>
          <ac:spMkLst>
            <pc:docMk/>
            <pc:sldMk cId="893386020" sldId="1438"/>
            <ac:spMk id="9" creationId="{940CADAF-CC3A-C7C5-5FE7-11511C578A64}"/>
          </ac:spMkLst>
        </pc:spChg>
        <pc:spChg chg="add mod">
          <ac:chgData name="Hetong Jiang" userId="ec55e077-f91c-4c1f-a475-4ddae44076a0" providerId="ADAL" clId="{C955C419-DC78-5E70-8198-53B51179A910}" dt="2026-10-12T04:46:58.425" v="37232" actId="1035"/>
          <ac:spMkLst>
            <pc:docMk/>
            <pc:sldMk cId="893386020" sldId="1438"/>
            <ac:spMk id="10" creationId="{9D1CB0EF-38FB-C711-BE04-361F4A2F5C4B}"/>
          </ac:spMkLst>
        </pc:spChg>
        <pc:spChg chg="add mod">
          <ac:chgData name="Hetong Jiang" userId="ec55e077-f91c-4c1f-a475-4ddae44076a0" providerId="ADAL" clId="{C955C419-DC78-5E70-8198-53B51179A910}" dt="2026-10-12T04:45:32.279" v="37226" actId="1076"/>
          <ac:spMkLst>
            <pc:docMk/>
            <pc:sldMk cId="893386020" sldId="1438"/>
            <ac:spMk id="11" creationId="{A5A7DE16-22EA-8FA3-3EBA-2F6BE97A53B0}"/>
          </ac:spMkLst>
        </pc:spChg>
        <pc:spChg chg="add mod">
          <ac:chgData name="Hetong Jiang" userId="ec55e077-f91c-4c1f-a475-4ddae44076a0" providerId="ADAL" clId="{C955C419-DC78-5E70-8198-53B51179A910}" dt="2026-10-12T04:45:45.531" v="37228" actId="14100"/>
          <ac:spMkLst>
            <pc:docMk/>
            <pc:sldMk cId="893386020" sldId="1438"/>
            <ac:spMk id="14" creationId="{4833EB8C-971B-3EAF-EEEF-547274CC9D01}"/>
          </ac:spMkLst>
        </pc:spChg>
        <pc:grpChg chg="add mod">
          <ac:chgData name="Hetong Jiang" userId="ec55e077-f91c-4c1f-a475-4ddae44076a0" providerId="ADAL" clId="{C955C419-DC78-5E70-8198-53B51179A910}" dt="2026-10-12T04:45:32.279" v="37226" actId="1076"/>
          <ac:grpSpMkLst>
            <pc:docMk/>
            <pc:sldMk cId="893386020" sldId="1438"/>
            <ac:grpSpMk id="15" creationId="{89637DB3-E41E-FF62-7096-9FD02CCABA1F}"/>
          </ac:grpSpMkLst>
        </pc:grpChg>
        <pc:graphicFrameChg chg="add mod">
          <ac:chgData name="Hetong Jiang" userId="ec55e077-f91c-4c1f-a475-4ddae44076a0" providerId="ADAL" clId="{C955C419-DC78-5E70-8198-53B51179A910}" dt="2026-10-12T04:31:32.155" v="37161" actId="1076"/>
          <ac:graphicFrameMkLst>
            <pc:docMk/>
            <pc:sldMk cId="893386020" sldId="1438"/>
            <ac:graphicFrameMk id="4" creationId="{C886439A-DAED-950F-5F5F-D5570703403A}"/>
          </ac:graphicFrameMkLst>
        </pc:graphicFrameChg>
        <pc:picChg chg="mod">
          <ac:chgData name="Hetong Jiang" userId="ec55e077-f91c-4c1f-a475-4ddae44076a0" providerId="ADAL" clId="{C955C419-DC78-5E70-8198-53B51179A910}" dt="2026-10-12T04:45:49.172" v="37229" actId="1076"/>
          <ac:picMkLst>
            <pc:docMk/>
            <pc:sldMk cId="893386020" sldId="1438"/>
            <ac:picMk id="6" creationId="{10040E51-4F03-9826-9F65-DF4DF647F9D2}"/>
          </ac:picMkLst>
        </pc:picChg>
      </pc:sldChg>
      <pc:sldChg chg="addSp delSp modSp add mod delAnim modAnim modNotesTx">
        <pc:chgData name="Hetong Jiang" userId="ec55e077-f91c-4c1f-a475-4ddae44076a0" providerId="ADAL" clId="{C955C419-DC78-5E70-8198-53B51179A910}" dt="2026-10-19T23:29:37.062" v="38281" actId="20577"/>
        <pc:sldMkLst>
          <pc:docMk/>
          <pc:sldMk cId="3500280183" sldId="1439"/>
        </pc:sldMkLst>
        <pc:spChg chg="add mod">
          <ac:chgData name="Hetong Jiang" userId="ec55e077-f91c-4c1f-a475-4ddae44076a0" providerId="ADAL" clId="{C955C419-DC78-5E70-8198-53B51179A910}" dt="2026-10-12T04:35:06.803" v="37217" actId="14100"/>
          <ac:spMkLst>
            <pc:docMk/>
            <pc:sldMk cId="3500280183" sldId="1439"/>
            <ac:spMk id="4" creationId="{2C3A233C-FE38-2C46-8630-AEF7DF2D97BE}"/>
          </ac:spMkLst>
        </pc:spChg>
        <pc:spChg chg="add mod">
          <ac:chgData name="Hetong Jiang" userId="ec55e077-f91c-4c1f-a475-4ddae44076a0" providerId="ADAL" clId="{C955C419-DC78-5E70-8198-53B51179A910}" dt="2026-10-12T04:48:54.018" v="37236" actId="14100"/>
          <ac:spMkLst>
            <pc:docMk/>
            <pc:sldMk cId="3500280183" sldId="1439"/>
            <ac:spMk id="5" creationId="{5A1E35BE-F884-5875-0D1B-8FBD3B5123F3}"/>
          </ac:spMkLst>
        </pc:spChg>
        <pc:spChg chg="add mod">
          <ac:chgData name="Hetong Jiang" userId="ec55e077-f91c-4c1f-a475-4ddae44076a0" providerId="ADAL" clId="{C955C419-DC78-5E70-8198-53B51179A910}" dt="2026-10-12T04:31:14.793" v="37160" actId="1038"/>
          <ac:spMkLst>
            <pc:docMk/>
            <pc:sldMk cId="3500280183" sldId="1439"/>
            <ac:spMk id="7" creationId="{04B6C1EA-CA16-C812-DA31-335A43A4B62B}"/>
          </ac:spMkLst>
        </pc:spChg>
        <pc:spChg chg="mod">
          <ac:chgData name="Hetong Jiang" userId="ec55e077-f91c-4c1f-a475-4ddae44076a0" providerId="ADAL" clId="{C955C419-DC78-5E70-8198-53B51179A910}" dt="2026-10-12T04:30:53.202" v="37152" actId="1076"/>
          <ac:spMkLst>
            <pc:docMk/>
            <pc:sldMk cId="3500280183" sldId="1439"/>
            <ac:spMk id="8" creationId="{7F07B133-345C-D437-D551-57E350188B09}"/>
          </ac:spMkLst>
        </pc:spChg>
        <pc:spChg chg="add mod">
          <ac:chgData name="Hetong Jiang" userId="ec55e077-f91c-4c1f-a475-4ddae44076a0" providerId="ADAL" clId="{C955C419-DC78-5E70-8198-53B51179A910}" dt="2026-10-12T04:31:14.793" v="37160" actId="1038"/>
          <ac:spMkLst>
            <pc:docMk/>
            <pc:sldMk cId="3500280183" sldId="1439"/>
            <ac:spMk id="9" creationId="{85931E66-D941-88F6-7A72-8DBE5B087AF5}"/>
          </ac:spMkLst>
        </pc:spChg>
        <pc:spChg chg="add mod">
          <ac:chgData name="Hetong Jiang" userId="ec55e077-f91c-4c1f-a475-4ddae44076a0" providerId="ADAL" clId="{C955C419-DC78-5E70-8198-53B51179A910}" dt="2026-10-12T04:48:45.975" v="37233" actId="1076"/>
          <ac:spMkLst>
            <pc:docMk/>
            <pc:sldMk cId="3500280183" sldId="1439"/>
            <ac:spMk id="10" creationId="{618B5C73-B26B-C4F5-D3E6-96D859551A9D}"/>
          </ac:spMkLst>
        </pc:spChg>
        <pc:spChg chg="mod topLvl">
          <ac:chgData name="Hetong Jiang" userId="ec55e077-f91c-4c1f-a475-4ddae44076a0" providerId="ADAL" clId="{C955C419-DC78-5E70-8198-53B51179A910}" dt="2026-10-10T12:19:17.777" v="36626" actId="1076"/>
          <ac:spMkLst>
            <pc:docMk/>
            <pc:sldMk cId="3500280183" sldId="1439"/>
            <ac:spMk id="12" creationId="{0D8BE129-52BB-9D51-D130-516CEAB8BE25}"/>
          </ac:spMkLst>
        </pc:spChg>
        <pc:grpChg chg="add mod">
          <ac:chgData name="Hetong Jiang" userId="ec55e077-f91c-4c1f-a475-4ddae44076a0" providerId="ADAL" clId="{C955C419-DC78-5E70-8198-53B51179A910}" dt="2026-10-12T04:48:49.126" v="37234" actId="1076"/>
          <ac:grpSpMkLst>
            <pc:docMk/>
            <pc:sldMk cId="3500280183" sldId="1439"/>
            <ac:grpSpMk id="15" creationId="{D36965E6-FA11-DE9B-8456-7C40F1EC94CF}"/>
          </ac:grpSpMkLst>
        </pc:grpChg>
        <pc:graphicFrameChg chg="add mod">
          <ac:chgData name="Hetong Jiang" userId="ec55e077-f91c-4c1f-a475-4ddae44076a0" providerId="ADAL" clId="{C955C419-DC78-5E70-8198-53B51179A910}" dt="2026-10-12T04:31:14.793" v="37160" actId="1038"/>
          <ac:graphicFrameMkLst>
            <pc:docMk/>
            <pc:sldMk cId="3500280183" sldId="1439"/>
            <ac:graphicFrameMk id="3" creationId="{5128A70A-6E0C-2311-847A-9594652CA0A1}"/>
          </ac:graphicFrameMkLst>
        </pc:graphicFrameChg>
        <pc:picChg chg="mod">
          <ac:chgData name="Hetong Jiang" userId="ec55e077-f91c-4c1f-a475-4ddae44076a0" providerId="ADAL" clId="{C955C419-DC78-5E70-8198-53B51179A910}" dt="2026-10-10T12:19:17.777" v="36626" actId="1076"/>
          <ac:picMkLst>
            <pc:docMk/>
            <pc:sldMk cId="3500280183" sldId="1439"/>
            <ac:picMk id="6" creationId="{2484DE60-C18B-DBAE-2A9E-C41C386471D9}"/>
          </ac:picMkLst>
        </pc:picChg>
      </pc:sldChg>
      <pc:sldChg chg="delSp modSp add mod modAnim">
        <pc:chgData name="Hetong Jiang" userId="ec55e077-f91c-4c1f-a475-4ddae44076a0" providerId="ADAL" clId="{C955C419-DC78-5E70-8198-53B51179A910}" dt="2026-10-10T05:10:02.346" v="35261"/>
        <pc:sldMkLst>
          <pc:docMk/>
          <pc:sldMk cId="3430664746" sldId="1440"/>
        </pc:sldMkLst>
        <pc:spChg chg="mod">
          <ac:chgData name="Hetong Jiang" userId="ec55e077-f91c-4c1f-a475-4ddae44076a0" providerId="ADAL" clId="{C955C419-DC78-5E70-8198-53B51179A910}" dt="2026-10-08T05:36:38.935" v="34342" actId="14100"/>
          <ac:spMkLst>
            <pc:docMk/>
            <pc:sldMk cId="3430664746" sldId="1440"/>
            <ac:spMk id="3" creationId="{DBD1C864-BC7D-7249-ADCF-FAEA744D35AC}"/>
          </ac:spMkLst>
        </pc:spChg>
        <pc:spChg chg="mod">
          <ac:chgData name="Hetong Jiang" userId="ec55e077-f91c-4c1f-a475-4ddae44076a0" providerId="ADAL" clId="{C955C419-DC78-5E70-8198-53B51179A910}" dt="2026-10-08T05:34:55.057" v="34314" actId="14100"/>
          <ac:spMkLst>
            <pc:docMk/>
            <pc:sldMk cId="3430664746" sldId="1440"/>
            <ac:spMk id="7" creationId="{9310A22A-85FD-3AA2-0355-964E8D8FE21B}"/>
          </ac:spMkLst>
        </pc:spChg>
        <pc:spChg chg="mod">
          <ac:chgData name="Hetong Jiang" userId="ec55e077-f91c-4c1f-a475-4ddae44076a0" providerId="ADAL" clId="{C955C419-DC78-5E70-8198-53B51179A910}" dt="2026-10-08T05:36:34.844" v="34341" actId="1076"/>
          <ac:spMkLst>
            <pc:docMk/>
            <pc:sldMk cId="3430664746" sldId="1440"/>
            <ac:spMk id="10" creationId="{F396CDB4-3228-9DA1-E900-5C51EFBBA973}"/>
          </ac:spMkLst>
        </pc:spChg>
        <pc:spChg chg="mod">
          <ac:chgData name="Hetong Jiang" userId="ec55e077-f91c-4c1f-a475-4ddae44076a0" providerId="ADAL" clId="{C955C419-DC78-5E70-8198-53B51179A910}" dt="2026-10-08T05:40:37.620" v="34359" actId="1038"/>
          <ac:spMkLst>
            <pc:docMk/>
            <pc:sldMk cId="3430664746" sldId="1440"/>
            <ac:spMk id="12" creationId="{3A184228-57BF-CB94-4D0B-93D3450ADC59}"/>
          </ac:spMkLst>
        </pc:spChg>
        <pc:spChg chg="mod">
          <ac:chgData name="Hetong Jiang" userId="ec55e077-f91c-4c1f-a475-4ddae44076a0" providerId="ADAL" clId="{C955C419-DC78-5E70-8198-53B51179A910}" dt="2026-10-08T05:21:30.736" v="34302" actId="1076"/>
          <ac:spMkLst>
            <pc:docMk/>
            <pc:sldMk cId="3430664746" sldId="1440"/>
            <ac:spMk id="16" creationId="{6B8145D3-24A3-C88D-9E1D-42D98E106ED3}"/>
          </ac:spMkLst>
        </pc:spChg>
        <pc:spChg chg="mod">
          <ac:chgData name="Hetong Jiang" userId="ec55e077-f91c-4c1f-a475-4ddae44076a0" providerId="ADAL" clId="{C955C419-DC78-5E70-8198-53B51179A910}" dt="2026-10-08T05:35:20.735" v="34321" actId="14100"/>
          <ac:spMkLst>
            <pc:docMk/>
            <pc:sldMk cId="3430664746" sldId="1440"/>
            <ac:spMk id="17" creationId="{792CD8B7-3A88-ED12-4EBB-755C89680822}"/>
          </ac:spMkLst>
        </pc:spChg>
        <pc:spChg chg="mod">
          <ac:chgData name="Hetong Jiang" userId="ec55e077-f91c-4c1f-a475-4ddae44076a0" providerId="ADAL" clId="{C955C419-DC78-5E70-8198-53B51179A910}" dt="2026-10-08T05:40:37.620" v="34359" actId="1038"/>
          <ac:spMkLst>
            <pc:docMk/>
            <pc:sldMk cId="3430664746" sldId="1440"/>
            <ac:spMk id="18" creationId="{5E2AF3E6-7EAB-01A2-BA67-4F60781CE179}"/>
          </ac:spMkLst>
        </pc:spChg>
        <pc:spChg chg="mod">
          <ac:chgData name="Hetong Jiang" userId="ec55e077-f91c-4c1f-a475-4ddae44076a0" providerId="ADAL" clId="{C955C419-DC78-5E70-8198-53B51179A910}" dt="2026-10-08T05:40:37.620" v="34359" actId="1038"/>
          <ac:spMkLst>
            <pc:docMk/>
            <pc:sldMk cId="3430664746" sldId="1440"/>
            <ac:spMk id="41" creationId="{1D213C2A-2CA0-DB18-9870-A8D8C6879BE8}"/>
          </ac:spMkLst>
        </pc:spChg>
        <pc:spChg chg="mod">
          <ac:chgData name="Hetong Jiang" userId="ec55e077-f91c-4c1f-a475-4ddae44076a0" providerId="ADAL" clId="{C955C419-DC78-5E70-8198-53B51179A910}" dt="2026-10-08T05:34:52.729" v="34313" actId="14100"/>
          <ac:spMkLst>
            <pc:docMk/>
            <pc:sldMk cId="3430664746" sldId="1440"/>
            <ac:spMk id="43" creationId="{3BF02D2F-CFCF-10E2-7E8F-6D62E19AD1CA}"/>
          </ac:spMkLst>
        </pc:spChg>
        <pc:spChg chg="mod">
          <ac:chgData name="Hetong Jiang" userId="ec55e077-f91c-4c1f-a475-4ddae44076a0" providerId="ADAL" clId="{C955C419-DC78-5E70-8198-53B51179A910}" dt="2026-10-08T05:35:20.735" v="34321" actId="14100"/>
          <ac:spMkLst>
            <pc:docMk/>
            <pc:sldMk cId="3430664746" sldId="1440"/>
            <ac:spMk id="63" creationId="{C80EB021-A5C6-8AE9-9A2F-98774D7D02CD}"/>
          </ac:spMkLst>
        </pc:spChg>
        <pc:spChg chg="mod">
          <ac:chgData name="Hetong Jiang" userId="ec55e077-f91c-4c1f-a475-4ddae44076a0" providerId="ADAL" clId="{C955C419-DC78-5E70-8198-53B51179A910}" dt="2026-10-08T05:34:48.857" v="34312" actId="14100"/>
          <ac:spMkLst>
            <pc:docMk/>
            <pc:sldMk cId="3430664746" sldId="1440"/>
            <ac:spMk id="65" creationId="{502E3469-6680-75EB-4B6E-20F92F48AC34}"/>
          </ac:spMkLst>
        </pc:spChg>
        <pc:spChg chg="mod">
          <ac:chgData name="Hetong Jiang" userId="ec55e077-f91c-4c1f-a475-4ddae44076a0" providerId="ADAL" clId="{C955C419-DC78-5E70-8198-53B51179A910}" dt="2026-10-08T05:40:37.620" v="34359" actId="1038"/>
          <ac:spMkLst>
            <pc:docMk/>
            <pc:sldMk cId="3430664746" sldId="1440"/>
            <ac:spMk id="74" creationId="{412C7228-CA7E-009C-5B4E-2F4A0C383D64}"/>
          </ac:spMkLst>
        </pc:spChg>
        <pc:spChg chg="mod">
          <ac:chgData name="Hetong Jiang" userId="ec55e077-f91c-4c1f-a475-4ddae44076a0" providerId="ADAL" clId="{C955C419-DC78-5E70-8198-53B51179A910}" dt="2026-10-08T05:21:30.736" v="34302" actId="1076"/>
          <ac:spMkLst>
            <pc:docMk/>
            <pc:sldMk cId="3430664746" sldId="1440"/>
            <ac:spMk id="76" creationId="{C7ACEA57-04FB-06C4-C36D-7A853B2EE758}"/>
          </ac:spMkLst>
        </pc:spChg>
        <pc:grpChg chg="mod">
          <ac:chgData name="Hetong Jiang" userId="ec55e077-f91c-4c1f-a475-4ddae44076a0" providerId="ADAL" clId="{C955C419-DC78-5E70-8198-53B51179A910}" dt="2026-10-08T05:21:30.736" v="34302" actId="1076"/>
          <ac:grpSpMkLst>
            <pc:docMk/>
            <pc:sldMk cId="3430664746" sldId="1440"/>
            <ac:grpSpMk id="14" creationId="{858746DD-401F-C4C7-C573-6D2372B874F9}"/>
          </ac:grpSpMkLst>
        </pc:grpChg>
        <pc:grpChg chg="mod">
          <ac:chgData name="Hetong Jiang" userId="ec55e077-f91c-4c1f-a475-4ddae44076a0" providerId="ADAL" clId="{C955C419-DC78-5E70-8198-53B51179A910}" dt="2026-10-08T05:21:30.736" v="34302" actId="1076"/>
          <ac:grpSpMkLst>
            <pc:docMk/>
            <pc:sldMk cId="3430664746" sldId="1440"/>
            <ac:grpSpMk id="15" creationId="{C4A7F788-A3C6-E56D-D962-8B9A864546E0}"/>
          </ac:grpSpMkLst>
        </pc:grpChg>
        <pc:cxnChg chg="mod">
          <ac:chgData name="Hetong Jiang" userId="ec55e077-f91c-4c1f-a475-4ddae44076a0" providerId="ADAL" clId="{C955C419-DC78-5E70-8198-53B51179A910}" dt="2026-10-08T05:36:38.935" v="34342" actId="14100"/>
          <ac:cxnSpMkLst>
            <pc:docMk/>
            <pc:sldMk cId="3430664746" sldId="1440"/>
            <ac:cxnSpMk id="4" creationId="{5CA0E709-C2D3-01D8-C428-F8D57C3345AD}"/>
          </ac:cxnSpMkLst>
        </pc:cxnChg>
        <pc:cxnChg chg="mod">
          <ac:chgData name="Hetong Jiang" userId="ec55e077-f91c-4c1f-a475-4ddae44076a0" providerId="ADAL" clId="{C955C419-DC78-5E70-8198-53B51179A910}" dt="2026-10-08T05:40:37.620" v="34359" actId="1038"/>
          <ac:cxnSpMkLst>
            <pc:docMk/>
            <pc:sldMk cId="3430664746" sldId="1440"/>
            <ac:cxnSpMk id="47" creationId="{D0BAF591-A3B2-278F-427E-E3F7A679D346}"/>
          </ac:cxnSpMkLst>
        </pc:cxnChg>
        <pc:cxnChg chg="mod">
          <ac:chgData name="Hetong Jiang" userId="ec55e077-f91c-4c1f-a475-4ddae44076a0" providerId="ADAL" clId="{C955C419-DC78-5E70-8198-53B51179A910}" dt="2026-10-08T05:35:20.735" v="34321" actId="14100"/>
          <ac:cxnSpMkLst>
            <pc:docMk/>
            <pc:sldMk cId="3430664746" sldId="1440"/>
            <ac:cxnSpMk id="68" creationId="{C2AE0A3E-014C-8E92-F39F-4BE17AF7DF9D}"/>
          </ac:cxnSpMkLst>
        </pc:cxnChg>
        <pc:cxnChg chg="mod">
          <ac:chgData name="Hetong Jiang" userId="ec55e077-f91c-4c1f-a475-4ddae44076a0" providerId="ADAL" clId="{C955C419-DC78-5E70-8198-53B51179A910}" dt="2026-10-08T05:40:37.620" v="34359" actId="1038"/>
          <ac:cxnSpMkLst>
            <pc:docMk/>
            <pc:sldMk cId="3430664746" sldId="1440"/>
            <ac:cxnSpMk id="79" creationId="{75C36BDF-2B70-7D77-A276-A2E6C42663E8}"/>
          </ac:cxnSpMkLst>
        </pc:cxnChg>
      </pc:sldChg>
      <pc:sldChg chg="addSp modSp add del mod setBg modAnim modNotesTx">
        <pc:chgData name="Hetong Jiang" userId="ec55e077-f91c-4c1f-a475-4ddae44076a0" providerId="ADAL" clId="{C955C419-DC78-5E70-8198-53B51179A910}" dt="2026-10-19T23:22:21.986" v="38242" actId="2696"/>
        <pc:sldMkLst>
          <pc:docMk/>
          <pc:sldMk cId="1664184232" sldId="1442"/>
        </pc:sldMkLst>
      </pc:sldChg>
      <pc:sldChg chg="addSp modSp add del mod setBg">
        <pc:chgData name="Hetong Jiang" userId="ec55e077-f91c-4c1f-a475-4ddae44076a0" providerId="ADAL" clId="{C955C419-DC78-5E70-8198-53B51179A910}" dt="2026-10-19T23:15:17.558" v="38196" actId="2696"/>
        <pc:sldMkLst>
          <pc:docMk/>
          <pc:sldMk cId="1067863210" sldId="1443"/>
        </pc:sldMkLst>
      </pc:sldChg>
      <pc:sldChg chg="modSp add mod">
        <pc:chgData name="Hetong Jiang" userId="ec55e077-f91c-4c1f-a475-4ddae44076a0" providerId="ADAL" clId="{C955C419-DC78-5E70-8198-53B51179A910}" dt="2026-10-19T23:30:27.127" v="38287" actId="948"/>
        <pc:sldMkLst>
          <pc:docMk/>
          <pc:sldMk cId="4061189904" sldId="1444"/>
        </pc:sldMkLst>
        <pc:spChg chg="mod">
          <ac:chgData name="Hetong Jiang" userId="ec55e077-f91c-4c1f-a475-4ddae44076a0" providerId="ADAL" clId="{C955C419-DC78-5E70-8198-53B51179A910}" dt="2026-10-19T23:30:27.127" v="38287" actId="948"/>
          <ac:spMkLst>
            <pc:docMk/>
            <pc:sldMk cId="4061189904" sldId="1444"/>
            <ac:spMk id="9" creationId="{BDBBF159-6001-C08A-5CE4-FC3AA3A5A8B1}"/>
          </ac:spMkLst>
        </pc:spChg>
      </pc:sldChg>
      <pc:sldChg chg="addSp delSp modSp add mod">
        <pc:chgData name="Hetong Jiang" userId="ec55e077-f91c-4c1f-a475-4ddae44076a0" providerId="ADAL" clId="{C955C419-DC78-5E70-8198-53B51179A910}" dt="2026-10-19T23:30:04.376" v="38285" actId="948"/>
        <pc:sldMkLst>
          <pc:docMk/>
          <pc:sldMk cId="3828281112" sldId="1445"/>
        </pc:sldMkLst>
        <pc:spChg chg="add del">
          <ac:chgData name="Hetong Jiang" userId="ec55e077-f91c-4c1f-a475-4ddae44076a0" providerId="ADAL" clId="{C955C419-DC78-5E70-8198-53B51179A910}" dt="2026-10-19T23:26:07.225" v="38265" actId="22"/>
          <ac:spMkLst>
            <pc:docMk/>
            <pc:sldMk cId="3828281112" sldId="1445"/>
            <ac:spMk id="3" creationId="{B961C05F-4F5A-E619-0330-419A6029F36D}"/>
          </ac:spMkLst>
        </pc:spChg>
        <pc:spChg chg="mod">
          <ac:chgData name="Hetong Jiang" userId="ec55e077-f91c-4c1f-a475-4ddae44076a0" providerId="ADAL" clId="{C955C419-DC78-5E70-8198-53B51179A910}" dt="2026-10-19T23:30:04.376" v="38285" actId="948"/>
          <ac:spMkLst>
            <pc:docMk/>
            <pc:sldMk cId="3828281112" sldId="1445"/>
            <ac:spMk id="9" creationId="{7A1AF79E-142B-D912-A253-584BF79DCD64}"/>
          </ac:spMkLst>
        </pc:spChg>
      </pc:sldChg>
      <pc:sldChg chg="addSp delSp modSp add mod modAnim">
        <pc:chgData name="Hetong Jiang" userId="ec55e077-f91c-4c1f-a475-4ddae44076a0" providerId="ADAL" clId="{C955C419-DC78-5E70-8198-53B51179A910}" dt="2026-10-12T04:37:22.956" v="37222" actId="1036"/>
        <pc:sldMkLst>
          <pc:docMk/>
          <pc:sldMk cId="2288561437" sldId="1446"/>
        </pc:sldMkLst>
        <pc:spChg chg="mod">
          <ac:chgData name="Hetong Jiang" userId="ec55e077-f91c-4c1f-a475-4ddae44076a0" providerId="ADAL" clId="{C955C419-DC78-5E70-8198-53B51179A910}" dt="2026-10-12T04:34:18.017" v="37206" actId="1036"/>
          <ac:spMkLst>
            <pc:docMk/>
            <pc:sldMk cId="2288561437" sldId="1446"/>
            <ac:spMk id="5" creationId="{439E7978-6FB5-2370-1B83-FF2365F4D5A7}"/>
          </ac:spMkLst>
        </pc:spChg>
        <pc:spChg chg="mod">
          <ac:chgData name="Hetong Jiang" userId="ec55e077-f91c-4c1f-a475-4ddae44076a0" providerId="ADAL" clId="{C955C419-DC78-5E70-8198-53B51179A910}" dt="2026-10-12T04:34:18.017" v="37206" actId="1036"/>
          <ac:spMkLst>
            <pc:docMk/>
            <pc:sldMk cId="2288561437" sldId="1446"/>
            <ac:spMk id="7" creationId="{27021F9B-FBB3-0389-C94D-8DB4EEB9984D}"/>
          </ac:spMkLst>
        </pc:spChg>
        <pc:spChg chg="mod">
          <ac:chgData name="Hetong Jiang" userId="ec55e077-f91c-4c1f-a475-4ddae44076a0" providerId="ADAL" clId="{C955C419-DC78-5E70-8198-53B51179A910}" dt="2026-10-12T04:30:29.640" v="37142" actId="20577"/>
          <ac:spMkLst>
            <pc:docMk/>
            <pc:sldMk cId="2288561437" sldId="1446"/>
            <ac:spMk id="8" creationId="{F56A5002-214F-EEB2-429C-F208E4E5B18B}"/>
          </ac:spMkLst>
        </pc:spChg>
        <pc:spChg chg="mod">
          <ac:chgData name="Hetong Jiang" userId="ec55e077-f91c-4c1f-a475-4ddae44076a0" providerId="ADAL" clId="{C955C419-DC78-5E70-8198-53B51179A910}" dt="2026-10-12T04:34:18.017" v="37206" actId="1036"/>
          <ac:spMkLst>
            <pc:docMk/>
            <pc:sldMk cId="2288561437" sldId="1446"/>
            <ac:spMk id="10" creationId="{409824F5-3C14-E0C5-8AF8-DE46451D0D95}"/>
          </ac:spMkLst>
        </pc:spChg>
        <pc:spChg chg="mod">
          <ac:chgData name="Hetong Jiang" userId="ec55e077-f91c-4c1f-a475-4ddae44076a0" providerId="ADAL" clId="{C955C419-DC78-5E70-8198-53B51179A910}" dt="2026-10-10T05:06:22.279" v="35247" actId="1036"/>
          <ac:spMkLst>
            <pc:docMk/>
            <pc:sldMk cId="2288561437" sldId="1446"/>
            <ac:spMk id="18" creationId="{41BDE02A-902D-359A-72F8-FDB3618DCDD2}"/>
          </ac:spMkLst>
        </pc:spChg>
        <pc:spChg chg="mod">
          <ac:chgData name="Hetong Jiang" userId="ec55e077-f91c-4c1f-a475-4ddae44076a0" providerId="ADAL" clId="{C955C419-DC78-5E70-8198-53B51179A910}" dt="2026-10-10T05:06:22.279" v="35247" actId="1036"/>
          <ac:spMkLst>
            <pc:docMk/>
            <pc:sldMk cId="2288561437" sldId="1446"/>
            <ac:spMk id="19" creationId="{4E5D2120-A904-DB4E-28E5-7626DB8B5D90}"/>
          </ac:spMkLst>
        </pc:spChg>
        <pc:spChg chg="mod">
          <ac:chgData name="Hetong Jiang" userId="ec55e077-f91c-4c1f-a475-4ddae44076a0" providerId="ADAL" clId="{C955C419-DC78-5E70-8198-53B51179A910}" dt="2026-10-10T05:06:22.279" v="35247" actId="1036"/>
          <ac:spMkLst>
            <pc:docMk/>
            <pc:sldMk cId="2288561437" sldId="1446"/>
            <ac:spMk id="21" creationId="{24DF7E1F-EA34-D287-1B1C-D1A70E2D85FA}"/>
          </ac:spMkLst>
        </pc:spChg>
        <pc:spChg chg="mod">
          <ac:chgData name="Hetong Jiang" userId="ec55e077-f91c-4c1f-a475-4ddae44076a0" providerId="ADAL" clId="{C955C419-DC78-5E70-8198-53B51179A910}" dt="2026-10-12T04:37:22.956" v="37222" actId="1036"/>
          <ac:spMkLst>
            <pc:docMk/>
            <pc:sldMk cId="2288561437" sldId="1446"/>
            <ac:spMk id="22" creationId="{31E2F7F4-EED1-2768-7280-968F61E922C9}"/>
          </ac:spMkLst>
        </pc:spChg>
        <pc:spChg chg="mod">
          <ac:chgData name="Hetong Jiang" userId="ec55e077-f91c-4c1f-a475-4ddae44076a0" providerId="ADAL" clId="{C955C419-DC78-5E70-8198-53B51179A910}" dt="2026-10-12T04:37:22.956" v="37222" actId="1036"/>
          <ac:spMkLst>
            <pc:docMk/>
            <pc:sldMk cId="2288561437" sldId="1446"/>
            <ac:spMk id="23" creationId="{54C39197-F074-BB5F-CA33-33A99E554967}"/>
          </ac:spMkLst>
        </pc:spChg>
        <pc:spChg chg="add mod">
          <ac:chgData name="Hetong Jiang" userId="ec55e077-f91c-4c1f-a475-4ddae44076a0" providerId="ADAL" clId="{C955C419-DC78-5E70-8198-53B51179A910}" dt="2026-10-10T05:06:22.279" v="35247" actId="1036"/>
          <ac:spMkLst>
            <pc:docMk/>
            <pc:sldMk cId="2288561437" sldId="1446"/>
            <ac:spMk id="32" creationId="{CE6E98EC-2EA6-B020-6766-B23CD0735739}"/>
          </ac:spMkLst>
        </pc:spChg>
        <pc:spChg chg="add mod">
          <ac:chgData name="Hetong Jiang" userId="ec55e077-f91c-4c1f-a475-4ddae44076a0" providerId="ADAL" clId="{C955C419-DC78-5E70-8198-53B51179A910}" dt="2026-10-10T05:06:22.279" v="35247" actId="1036"/>
          <ac:spMkLst>
            <pc:docMk/>
            <pc:sldMk cId="2288561437" sldId="1446"/>
            <ac:spMk id="33" creationId="{16C17BBC-6176-2D4B-CC50-1D40A3E09F81}"/>
          </ac:spMkLst>
        </pc:spChg>
        <pc:spChg chg="add mod">
          <ac:chgData name="Hetong Jiang" userId="ec55e077-f91c-4c1f-a475-4ddae44076a0" providerId="ADAL" clId="{C955C419-DC78-5E70-8198-53B51179A910}" dt="2026-10-10T11:23:26.259" v="36064" actId="20577"/>
          <ac:spMkLst>
            <pc:docMk/>
            <pc:sldMk cId="2288561437" sldId="1446"/>
            <ac:spMk id="35" creationId="{652CEE98-4926-898A-FA7A-C636804CDABD}"/>
          </ac:spMkLst>
        </pc:spChg>
        <pc:grpChg chg="add mod">
          <ac:chgData name="Hetong Jiang" userId="ec55e077-f91c-4c1f-a475-4ddae44076a0" providerId="ADAL" clId="{C955C419-DC78-5E70-8198-53B51179A910}" dt="2026-10-12T04:37:22.956" v="37222" actId="1036"/>
          <ac:grpSpMkLst>
            <pc:docMk/>
            <pc:sldMk cId="2288561437" sldId="1446"/>
            <ac:grpSpMk id="36" creationId="{EE67B59F-39DC-6CAD-F65D-80D270D50466}"/>
          </ac:grpSpMkLst>
        </pc:grpChg>
        <pc:grpChg chg="add mod">
          <ac:chgData name="Hetong Jiang" userId="ec55e077-f91c-4c1f-a475-4ddae44076a0" providerId="ADAL" clId="{C955C419-DC78-5E70-8198-53B51179A910}" dt="2026-10-12T04:37:22.956" v="37222" actId="1036"/>
          <ac:grpSpMkLst>
            <pc:docMk/>
            <pc:sldMk cId="2288561437" sldId="1446"/>
            <ac:grpSpMk id="37" creationId="{2A73809F-73DF-F3D0-F200-B196E22D8F10}"/>
          </ac:grpSpMkLst>
        </pc:grpChg>
        <pc:grpChg chg="add mod">
          <ac:chgData name="Hetong Jiang" userId="ec55e077-f91c-4c1f-a475-4ddae44076a0" providerId="ADAL" clId="{C955C419-DC78-5E70-8198-53B51179A910}" dt="2026-10-12T04:37:22.956" v="37222" actId="1036"/>
          <ac:grpSpMkLst>
            <pc:docMk/>
            <pc:sldMk cId="2288561437" sldId="1446"/>
            <ac:grpSpMk id="38" creationId="{AAFE2B1E-952C-D04F-2292-9296963FD319}"/>
          </ac:grpSpMkLst>
        </pc:grpChg>
        <pc:grpChg chg="add mod">
          <ac:chgData name="Hetong Jiang" userId="ec55e077-f91c-4c1f-a475-4ddae44076a0" providerId="ADAL" clId="{C955C419-DC78-5E70-8198-53B51179A910}" dt="2026-10-12T04:37:22.956" v="37222" actId="1036"/>
          <ac:grpSpMkLst>
            <pc:docMk/>
            <pc:sldMk cId="2288561437" sldId="1446"/>
            <ac:grpSpMk id="39" creationId="{1831C7BE-B67B-0782-BC54-AEFAC9A10140}"/>
          </ac:grpSpMkLst>
        </pc:grpChg>
        <pc:graphicFrameChg chg="mod">
          <ac:chgData name="Hetong Jiang" userId="ec55e077-f91c-4c1f-a475-4ddae44076a0" providerId="ADAL" clId="{C955C419-DC78-5E70-8198-53B51179A910}" dt="2026-10-12T04:34:18.017" v="37206" actId="1036"/>
          <ac:graphicFrameMkLst>
            <pc:docMk/>
            <pc:sldMk cId="2288561437" sldId="1446"/>
            <ac:graphicFrameMk id="4" creationId="{1F828BC6-5EC9-D418-E815-3FB80A0AA2AC}"/>
          </ac:graphicFrameMkLst>
        </pc:graphicFrameChg>
        <pc:picChg chg="add mod">
          <ac:chgData name="Hetong Jiang" userId="ec55e077-f91c-4c1f-a475-4ddae44076a0" providerId="ADAL" clId="{C955C419-DC78-5E70-8198-53B51179A910}" dt="2026-10-10T05:06:22.279" v="35247" actId="1036"/>
          <ac:picMkLst>
            <pc:docMk/>
            <pc:sldMk cId="2288561437" sldId="1446"/>
            <ac:picMk id="12" creationId="{887C9C2A-CB6B-B9BB-7B32-45C6218E7678}"/>
          </ac:picMkLst>
        </pc:picChg>
        <pc:picChg chg="add mod">
          <ac:chgData name="Hetong Jiang" userId="ec55e077-f91c-4c1f-a475-4ddae44076a0" providerId="ADAL" clId="{C955C419-DC78-5E70-8198-53B51179A910}" dt="2026-10-10T05:06:22.279" v="35247" actId="1036"/>
          <ac:picMkLst>
            <pc:docMk/>
            <pc:sldMk cId="2288561437" sldId="1446"/>
            <ac:picMk id="20" creationId="{76517B56-C235-1511-0653-1A91558C7AE9}"/>
          </ac:picMkLst>
        </pc:picChg>
        <pc:picChg chg="add mod">
          <ac:chgData name="Hetong Jiang" userId="ec55e077-f91c-4c1f-a475-4ddae44076a0" providerId="ADAL" clId="{C955C419-DC78-5E70-8198-53B51179A910}" dt="2026-10-10T05:06:22.279" v="35247" actId="1036"/>
          <ac:picMkLst>
            <pc:docMk/>
            <pc:sldMk cId="2288561437" sldId="1446"/>
            <ac:picMk id="27" creationId="{6B312C89-0286-6F21-59C1-77D24EEE5F60}"/>
          </ac:picMkLst>
        </pc:picChg>
        <pc:picChg chg="add mod">
          <ac:chgData name="Hetong Jiang" userId="ec55e077-f91c-4c1f-a475-4ddae44076a0" providerId="ADAL" clId="{C955C419-DC78-5E70-8198-53B51179A910}" dt="2026-10-06T07:55:55.854" v="34142" actId="1076"/>
          <ac:picMkLst>
            <pc:docMk/>
            <pc:sldMk cId="2288561437" sldId="1446"/>
            <ac:picMk id="29" creationId="{345016AC-630F-05AC-D856-95C11CD036DE}"/>
          </ac:picMkLst>
        </pc:picChg>
        <pc:picChg chg="add mod">
          <ac:chgData name="Hetong Jiang" userId="ec55e077-f91c-4c1f-a475-4ddae44076a0" providerId="ADAL" clId="{C955C419-DC78-5E70-8198-53B51179A910}" dt="2026-10-06T07:55:57.704" v="34143" actId="1076"/>
          <ac:picMkLst>
            <pc:docMk/>
            <pc:sldMk cId="2288561437" sldId="1446"/>
            <ac:picMk id="31" creationId="{A1C99713-02C8-38EB-B180-37D082E66234}"/>
          </ac:picMkLst>
        </pc:picChg>
      </pc:sldChg>
      <pc:sldChg chg="addSp delSp modSp add mod modAnim">
        <pc:chgData name="Hetong Jiang" userId="ec55e077-f91c-4c1f-a475-4ddae44076a0" providerId="ADAL" clId="{C955C419-DC78-5E70-8198-53B51179A910}" dt="2026-10-10T02:58:48.793" v="34518"/>
        <pc:sldMkLst>
          <pc:docMk/>
          <pc:sldMk cId="3008537986" sldId="1447"/>
        </pc:sldMkLst>
        <pc:spChg chg="add mod">
          <ac:chgData name="Hetong Jiang" userId="ec55e077-f91c-4c1f-a475-4ddae44076a0" providerId="ADAL" clId="{C955C419-DC78-5E70-8198-53B51179A910}" dt="2026-10-08T05:52:04.126" v="34498" actId="693"/>
          <ac:spMkLst>
            <pc:docMk/>
            <pc:sldMk cId="3008537986" sldId="1447"/>
            <ac:spMk id="2" creationId="{AC0EBCEC-4215-742C-4760-FBF6901497F9}"/>
          </ac:spMkLst>
        </pc:spChg>
        <pc:spChg chg="add mod">
          <ac:chgData name="Hetong Jiang" userId="ec55e077-f91c-4c1f-a475-4ddae44076a0" providerId="ADAL" clId="{C955C419-DC78-5E70-8198-53B51179A910}" dt="2026-10-10T02:58:07.295" v="34516"/>
          <ac:spMkLst>
            <pc:docMk/>
            <pc:sldMk cId="3008537986" sldId="1447"/>
            <ac:spMk id="19" creationId="{2C1F045E-60BC-60F4-ADDE-83A7FA11D323}"/>
          </ac:spMkLst>
        </pc:spChg>
      </pc:sldChg>
      <pc:sldChg chg="modSp add mod modAnim">
        <pc:chgData name="Hetong Jiang" userId="ec55e077-f91c-4c1f-a475-4ddae44076a0" providerId="ADAL" clId="{C955C419-DC78-5E70-8198-53B51179A910}" dt="2026-10-10T03:01:31.126" v="34550" actId="14100"/>
        <pc:sldMkLst>
          <pc:docMk/>
          <pc:sldMk cId="998606348" sldId="1448"/>
        </pc:sldMkLst>
        <pc:spChg chg="mod">
          <ac:chgData name="Hetong Jiang" userId="ec55e077-f91c-4c1f-a475-4ddae44076a0" providerId="ADAL" clId="{C955C419-DC78-5E70-8198-53B51179A910}" dt="2026-10-10T03:01:31.126" v="34550" actId="14100"/>
          <ac:spMkLst>
            <pc:docMk/>
            <pc:sldMk cId="998606348" sldId="1448"/>
            <ac:spMk id="2" creationId="{DE5B13A7-D0EC-9191-146D-988E2ADB71A7}"/>
          </ac:spMkLst>
        </pc:spChg>
      </pc:sldChg>
      <pc:sldChg chg="modSp add mod">
        <pc:chgData name="Hetong Jiang" userId="ec55e077-f91c-4c1f-a475-4ddae44076a0" providerId="ADAL" clId="{C955C419-DC78-5E70-8198-53B51179A910}" dt="2026-10-10T03:00:32.210" v="34537" actId="14100"/>
        <pc:sldMkLst>
          <pc:docMk/>
          <pc:sldMk cId="820356191" sldId="1449"/>
        </pc:sldMkLst>
        <pc:spChg chg="mod">
          <ac:chgData name="Hetong Jiang" userId="ec55e077-f91c-4c1f-a475-4ddae44076a0" providerId="ADAL" clId="{C955C419-DC78-5E70-8198-53B51179A910}" dt="2026-10-10T03:00:32.210" v="34537" actId="14100"/>
          <ac:spMkLst>
            <pc:docMk/>
            <pc:sldMk cId="820356191" sldId="1449"/>
            <ac:spMk id="2" creationId="{52CFEC11-E591-BD1F-6031-05E9CBF1EB86}"/>
          </ac:spMkLst>
        </pc:spChg>
      </pc:sldChg>
      <pc:sldChg chg="modSp add mod">
        <pc:chgData name="Hetong Jiang" userId="ec55e077-f91c-4c1f-a475-4ddae44076a0" providerId="ADAL" clId="{C955C419-DC78-5E70-8198-53B51179A910}" dt="2026-10-10T03:01:06.768" v="34543" actId="14100"/>
        <pc:sldMkLst>
          <pc:docMk/>
          <pc:sldMk cId="1907286432" sldId="1450"/>
        </pc:sldMkLst>
        <pc:spChg chg="mod">
          <ac:chgData name="Hetong Jiang" userId="ec55e077-f91c-4c1f-a475-4ddae44076a0" providerId="ADAL" clId="{C955C419-DC78-5E70-8198-53B51179A910}" dt="2026-10-10T03:01:06.768" v="34543" actId="14100"/>
          <ac:spMkLst>
            <pc:docMk/>
            <pc:sldMk cId="1907286432" sldId="1450"/>
            <ac:spMk id="2" creationId="{F92E528E-775B-1949-0DF3-44B5C2FD7FD0}"/>
          </ac:spMkLst>
        </pc:spChg>
      </pc:sldChg>
      <pc:sldChg chg="modSp add mod">
        <pc:chgData name="Hetong Jiang" userId="ec55e077-f91c-4c1f-a475-4ddae44076a0" providerId="ADAL" clId="{C955C419-DC78-5E70-8198-53B51179A910}" dt="2026-10-11T02:29:15.768" v="36677" actId="1076"/>
        <pc:sldMkLst>
          <pc:docMk/>
          <pc:sldMk cId="3334333592" sldId="1451"/>
        </pc:sldMkLst>
        <pc:spChg chg="mod">
          <ac:chgData name="Hetong Jiang" userId="ec55e077-f91c-4c1f-a475-4ddae44076a0" providerId="ADAL" clId="{C955C419-DC78-5E70-8198-53B51179A910}" dt="2026-10-11T02:29:15.768" v="36677" actId="1076"/>
          <ac:spMkLst>
            <pc:docMk/>
            <pc:sldMk cId="3334333592" sldId="1451"/>
            <ac:spMk id="5" creationId="{DD310313-3EC8-EE17-41F8-9CA3F640EF9C}"/>
          </ac:spMkLst>
        </pc:spChg>
      </pc:sldChg>
      <pc:sldChg chg="modSp add mod modAnim">
        <pc:chgData name="Hetong Jiang" userId="ec55e077-f91c-4c1f-a475-4ddae44076a0" providerId="ADAL" clId="{C955C419-DC78-5E70-8198-53B51179A910}" dt="2026-10-12T12:44:56.758" v="37704"/>
        <pc:sldMkLst>
          <pc:docMk/>
          <pc:sldMk cId="3205836554" sldId="1452"/>
        </pc:sldMkLst>
        <pc:spChg chg="mod">
          <ac:chgData name="Hetong Jiang" userId="ec55e077-f91c-4c1f-a475-4ddae44076a0" providerId="ADAL" clId="{C955C419-DC78-5E70-8198-53B51179A910}" dt="2026-10-12T12:43:57.406" v="37697" actId="13926"/>
          <ac:spMkLst>
            <pc:docMk/>
            <pc:sldMk cId="3205836554" sldId="1452"/>
            <ac:spMk id="8" creationId="{CB77B7D3-3B49-7680-08B9-4DC74DE753D1}"/>
          </ac:spMkLst>
        </pc:spChg>
      </pc:sldChg>
      <pc:sldChg chg="addSp delSp modSp add mod">
        <pc:chgData name="Hetong Jiang" userId="ec55e077-f91c-4c1f-a475-4ddae44076a0" providerId="ADAL" clId="{C955C419-DC78-5E70-8198-53B51179A910}" dt="2026-10-12T11:12:19.662" v="37446" actId="20577"/>
        <pc:sldMkLst>
          <pc:docMk/>
          <pc:sldMk cId="3970430185" sldId="1453"/>
        </pc:sldMkLst>
        <pc:spChg chg="mod">
          <ac:chgData name="Hetong Jiang" userId="ec55e077-f91c-4c1f-a475-4ddae44076a0" providerId="ADAL" clId="{C955C419-DC78-5E70-8198-53B51179A910}" dt="2026-10-12T11:12:09.779" v="37432" actId="20577"/>
          <ac:spMkLst>
            <pc:docMk/>
            <pc:sldMk cId="3970430185" sldId="1453"/>
            <ac:spMk id="3" creationId="{A38BBC13-66F7-081E-9269-5DF6136FB913}"/>
          </ac:spMkLst>
        </pc:spChg>
        <pc:spChg chg="add mod">
          <ac:chgData name="Hetong Jiang" userId="ec55e077-f91c-4c1f-a475-4ddae44076a0" providerId="ADAL" clId="{C955C419-DC78-5E70-8198-53B51179A910}" dt="2026-10-12T11:11:42.343" v="37420" actId="20577"/>
          <ac:spMkLst>
            <pc:docMk/>
            <pc:sldMk cId="3970430185" sldId="1453"/>
            <ac:spMk id="7" creationId="{EC4630B2-BB8B-63D4-5E0B-1FBC39B20637}"/>
          </ac:spMkLst>
        </pc:spChg>
        <pc:spChg chg="mod">
          <ac:chgData name="Hetong Jiang" userId="ec55e077-f91c-4c1f-a475-4ddae44076a0" providerId="ADAL" clId="{C955C419-DC78-5E70-8198-53B51179A910}" dt="2026-10-12T11:12:13.535" v="37436" actId="20577"/>
          <ac:spMkLst>
            <pc:docMk/>
            <pc:sldMk cId="3970430185" sldId="1453"/>
            <ac:spMk id="8" creationId="{57090E59-E893-28F6-FC87-984C67E2D5DB}"/>
          </ac:spMkLst>
        </pc:spChg>
        <pc:spChg chg="mod">
          <ac:chgData name="Hetong Jiang" userId="ec55e077-f91c-4c1f-a475-4ddae44076a0" providerId="ADAL" clId="{C955C419-DC78-5E70-8198-53B51179A910}" dt="2026-10-12T11:12:16.529" v="37441" actId="20577"/>
          <ac:spMkLst>
            <pc:docMk/>
            <pc:sldMk cId="3970430185" sldId="1453"/>
            <ac:spMk id="9" creationId="{4A939F4E-927B-5977-6D2F-FB66B60EBB6A}"/>
          </ac:spMkLst>
        </pc:spChg>
        <pc:spChg chg="mod">
          <ac:chgData name="Hetong Jiang" userId="ec55e077-f91c-4c1f-a475-4ddae44076a0" providerId="ADAL" clId="{C955C419-DC78-5E70-8198-53B51179A910}" dt="2026-10-12T11:12:19.662" v="37446" actId="20577"/>
          <ac:spMkLst>
            <pc:docMk/>
            <pc:sldMk cId="3970430185" sldId="1453"/>
            <ac:spMk id="10" creationId="{A3E0C4D0-7C86-D3E7-9163-FE859F68D3EE}"/>
          </ac:spMkLst>
        </pc:spChg>
      </pc:sldChg>
    </pc:docChg>
  </pc:docChgLst>
  <pc:docChgLst>
    <pc:chgData name="Ryan Ko" userId="S::uqrko@uq.edu.au::9ac87de0-6342-45ff-89f2-ae7210480927" providerId="AD" clId="Web-{4CE76433-C35B-4E63-3A3A-8F82211D7CE3}"/>
    <pc:docChg chg="modSld">
      <pc:chgData name="Ryan Ko" userId="S::uqrko@uq.edu.au::9ac87de0-6342-45ff-89f2-ae7210480927" providerId="AD" clId="Web-{4CE76433-C35B-4E63-3A3A-8F82211D7CE3}" dt="2026-10-06T04:33:36.023" v="68" actId="20577"/>
      <pc:docMkLst>
        <pc:docMk/>
      </pc:docMkLst>
      <pc:sldChg chg="modSp">
        <pc:chgData name="Ryan Ko" userId="S::uqrko@uq.edu.au::9ac87de0-6342-45ff-89f2-ae7210480927" providerId="AD" clId="Web-{4CE76433-C35B-4E63-3A3A-8F82211D7CE3}" dt="2026-10-06T04:29:36.826" v="1" actId="20577"/>
        <pc:sldMkLst>
          <pc:docMk/>
          <pc:sldMk cId="1563013411" sldId="377"/>
        </pc:sldMkLst>
        <pc:spChg chg="mod">
          <ac:chgData name="Ryan Ko" userId="S::uqrko@uq.edu.au::9ac87de0-6342-45ff-89f2-ae7210480927" providerId="AD" clId="Web-{4CE76433-C35B-4E63-3A3A-8F82211D7CE3}" dt="2026-10-06T04:29:36.826" v="1" actId="20577"/>
          <ac:spMkLst>
            <pc:docMk/>
            <pc:sldMk cId="1563013411" sldId="377"/>
            <ac:spMk id="13" creationId="{48B51B8D-B88A-0042-AB39-5EF119574943}"/>
          </ac:spMkLst>
        </pc:spChg>
      </pc:sldChg>
      <pc:sldChg chg="modSp">
        <pc:chgData name="Ryan Ko" userId="S::uqrko@uq.edu.au::9ac87de0-6342-45ff-89f2-ae7210480927" providerId="AD" clId="Web-{4CE76433-C35B-4E63-3A3A-8F82211D7CE3}" dt="2026-10-06T04:33:36.023" v="68" actId="20577"/>
        <pc:sldMkLst>
          <pc:docMk/>
          <pc:sldMk cId="2208501124" sldId="462"/>
        </pc:sldMkLst>
        <pc:spChg chg="mod">
          <ac:chgData name="Ryan Ko" userId="S::uqrko@uq.edu.au::9ac87de0-6342-45ff-89f2-ae7210480927" providerId="AD" clId="Web-{4CE76433-C35B-4E63-3A3A-8F82211D7CE3}" dt="2026-10-06T04:33:36.023" v="68" actId="20577"/>
          <ac:spMkLst>
            <pc:docMk/>
            <pc:sldMk cId="2208501124" sldId="462"/>
            <ac:spMk id="5" creationId="{7D6461E8-0936-8E97-2DDC-CBF4E46AD75E}"/>
          </ac:spMkLst>
        </pc:spChg>
        <pc:spChg chg="mod">
          <ac:chgData name="Ryan Ko" userId="S::uqrko@uq.edu.au::9ac87de0-6342-45ff-89f2-ae7210480927" providerId="AD" clId="Web-{4CE76433-C35B-4E63-3A3A-8F82211D7CE3}" dt="2026-10-06T04:33:22.038" v="66" actId="14100"/>
          <ac:spMkLst>
            <pc:docMk/>
            <pc:sldMk cId="2208501124" sldId="462"/>
            <ac:spMk id="20" creationId="{78E65949-5082-7418-B9E5-6E5863638F63}"/>
          </ac:spMkLst>
        </pc:spChg>
      </pc:sldChg>
      <pc:sldChg chg="modSp">
        <pc:chgData name="Ryan Ko" userId="S::uqrko@uq.edu.au::9ac87de0-6342-45ff-89f2-ae7210480927" providerId="AD" clId="Web-{4CE76433-C35B-4E63-3A3A-8F82211D7CE3}" dt="2026-10-06T04:31:04.704" v="61" actId="20577"/>
        <pc:sldMkLst>
          <pc:docMk/>
          <pc:sldMk cId="350125421" sldId="1425"/>
        </pc:sldMkLst>
        <pc:spChg chg="mod">
          <ac:chgData name="Ryan Ko" userId="S::uqrko@uq.edu.au::9ac87de0-6342-45ff-89f2-ae7210480927" providerId="AD" clId="Web-{4CE76433-C35B-4E63-3A3A-8F82211D7CE3}" dt="2026-10-06T04:31:04.704" v="61" actId="20577"/>
          <ac:spMkLst>
            <pc:docMk/>
            <pc:sldMk cId="350125421" sldId="1425"/>
            <ac:spMk id="4" creationId="{4FBD49E8-58AA-160E-9DFF-259D67494DD8}"/>
          </ac:spMkLst>
        </pc:spChg>
        <pc:spChg chg="mod">
          <ac:chgData name="Ryan Ko" userId="S::uqrko@uq.edu.au::9ac87de0-6342-45ff-89f2-ae7210480927" providerId="AD" clId="Web-{4CE76433-C35B-4E63-3A3A-8F82211D7CE3}" dt="2026-10-06T04:30:30.125" v="32" actId="20577"/>
          <ac:spMkLst>
            <pc:docMk/>
            <pc:sldMk cId="350125421" sldId="1425"/>
            <ac:spMk id="8" creationId="{F087F265-9A4D-8291-6578-196811E8896D}"/>
          </ac:spMkLst>
        </pc:spChg>
      </pc:sldChg>
    </pc:docChg>
  </pc:docChgLst>
  <pc:docChgLst>
    <pc:chgData name="Ryan Ko" userId="S::uqrko@uq.edu.au::9ac87de0-6342-45ff-89f2-ae7210480927" providerId="AD" clId="Web-{7EBA5A1F-916D-6C9C-4D51-C57D7B2E3B5E}"/>
    <pc:docChg chg="mod addSld modSld sldOrd modSection">
      <pc:chgData name="Ryan Ko" userId="S::uqrko@uq.edu.au::9ac87de0-6342-45ff-89f2-ae7210480927" providerId="AD" clId="Web-{7EBA5A1F-916D-6C9C-4D51-C57D7B2E3B5E}" dt="2026-10-05T06:49:36.616" v="9"/>
      <pc:docMkLst>
        <pc:docMk/>
      </pc:docMkLst>
      <pc:sldChg chg="modSp">
        <pc:chgData name="Ryan Ko" userId="S::uqrko@uq.edu.au::9ac87de0-6342-45ff-89f2-ae7210480927" providerId="AD" clId="Web-{7EBA5A1F-916D-6C9C-4D51-C57D7B2E3B5E}" dt="2026-10-05T06:40:10.909" v="1" actId="20577"/>
        <pc:sldMkLst>
          <pc:docMk/>
          <pc:sldMk cId="904114261" sldId="256"/>
        </pc:sldMkLst>
        <pc:spChg chg="mod">
          <ac:chgData name="Ryan Ko" userId="S::uqrko@uq.edu.au::9ac87de0-6342-45ff-89f2-ae7210480927" providerId="AD" clId="Web-{7EBA5A1F-916D-6C9C-4D51-C57D7B2E3B5E}" dt="2026-10-05T06:40:10.909" v="1" actId="20577"/>
          <ac:spMkLst>
            <pc:docMk/>
            <pc:sldMk cId="904114261" sldId="256"/>
            <ac:spMk id="2" creationId="{A939DF32-A7CE-C719-9179-5F847FE9F60E}"/>
          </ac:spMkLst>
        </pc:spChg>
      </pc:sldChg>
      <pc:sldChg chg="modSp new ord">
        <pc:chgData name="Ryan Ko" userId="S::uqrko@uq.edu.au::9ac87de0-6342-45ff-89f2-ae7210480927" providerId="AD" clId="Web-{7EBA5A1F-916D-6C9C-4D51-C57D7B2E3B5E}" dt="2026-10-05T06:47:32.459" v="8"/>
        <pc:sldMkLst>
          <pc:docMk/>
          <pc:sldMk cId="350125421" sldId="1425"/>
        </pc:sldMkLst>
        <pc:spChg chg="mod">
          <ac:chgData name="Ryan Ko" userId="S::uqrko@uq.edu.au::9ac87de0-6342-45ff-89f2-ae7210480927" providerId="AD" clId="Web-{7EBA5A1F-916D-6C9C-4D51-C57D7B2E3B5E}" dt="2026-10-05T06:46:55.318" v="7" actId="20577"/>
          <ac:spMkLst>
            <pc:docMk/>
            <pc:sldMk cId="350125421" sldId="1425"/>
            <ac:spMk id="4" creationId="{4FBD49E8-58AA-160E-9DFF-259D67494DD8}"/>
          </ac:spMkLst>
        </pc:spChg>
      </pc:sldChg>
    </pc:docChg>
  </pc:docChgLst>
  <pc:docChgLst>
    <pc:chgData name="Hetong Jiang" userId="S::uqhjian3@uq.edu.au::ec55e077-f91c-4c1f-a475-4ddae44076a0" providerId="AD" clId="Web-{D3101135-C1C8-53CC-3B20-29DDFD10F45B}"/>
    <pc:docChg chg="sldOrd">
      <pc:chgData name="Hetong Jiang" userId="S::uqhjian3@uq.edu.au::ec55e077-f91c-4c1f-a475-4ddae44076a0" providerId="AD" clId="Web-{D3101135-C1C8-53CC-3B20-29DDFD10F45B}" dt="2026-10-03T10:41:49.020" v="0"/>
      <pc:docMkLst>
        <pc:docMk/>
      </pc:docMkLst>
    </pc:docChg>
  </pc:docChgLst>
  <pc:docChgLst>
    <pc:chgData name="Hetong Jiang" userId="ec55e077-f91c-4c1f-a475-4ddae44076a0" providerId="ADAL" clId="{DF8C092D-9666-4342-A858-D00187437B02}"/>
    <pc:docChg chg="undo custSel addSld delSld modSld modSection">
      <pc:chgData name="Hetong Jiang" userId="ec55e077-f91c-4c1f-a475-4ddae44076a0" providerId="ADAL" clId="{DF8C092D-9666-4342-A858-D00187437B02}" dt="2026-10-14T23:25:54.922" v="365" actId="20577"/>
      <pc:docMkLst>
        <pc:docMk/>
      </pc:docMkLst>
      <pc:sldChg chg="modSp mod">
        <pc:chgData name="Hetong Jiang" userId="ec55e077-f91c-4c1f-a475-4ddae44076a0" providerId="ADAL" clId="{DF8C092D-9666-4342-A858-D00187437B02}" dt="2026-10-14T18:46:29.897" v="252" actId="1076"/>
        <pc:sldMkLst>
          <pc:docMk/>
          <pc:sldMk cId="1735374723" sldId="443"/>
        </pc:sldMkLst>
        <pc:spChg chg="mod">
          <ac:chgData name="Hetong Jiang" userId="ec55e077-f91c-4c1f-a475-4ddae44076a0" providerId="ADAL" clId="{DF8C092D-9666-4342-A858-D00187437B02}" dt="2026-10-14T18:46:29.897" v="252" actId="1076"/>
          <ac:spMkLst>
            <pc:docMk/>
            <pc:sldMk cId="1735374723" sldId="443"/>
            <ac:spMk id="67" creationId="{0448D696-79D2-B337-606E-F731E9E6AD50}"/>
          </ac:spMkLst>
        </pc:spChg>
        <pc:grpChg chg="mod">
          <ac:chgData name="Hetong Jiang" userId="ec55e077-f91c-4c1f-a475-4ddae44076a0" providerId="ADAL" clId="{DF8C092D-9666-4342-A858-D00187437B02}" dt="2026-10-14T18:46:12.297" v="251" actId="1076"/>
          <ac:grpSpMkLst>
            <pc:docMk/>
            <pc:sldMk cId="1735374723" sldId="443"/>
            <ac:grpSpMk id="14" creationId="{A5053DA6-5EDF-10C9-6F9C-BF07E5F46590}"/>
          </ac:grpSpMkLst>
        </pc:grpChg>
        <pc:grpChg chg="mod">
          <ac:chgData name="Hetong Jiang" userId="ec55e077-f91c-4c1f-a475-4ddae44076a0" providerId="ADAL" clId="{DF8C092D-9666-4342-A858-D00187437B02}" dt="2026-10-14T18:46:05.111" v="249" actId="1076"/>
          <ac:grpSpMkLst>
            <pc:docMk/>
            <pc:sldMk cId="1735374723" sldId="443"/>
            <ac:grpSpMk id="43" creationId="{FDEB3B1A-A7F8-9ED4-FA21-4C7A404B77CD}"/>
          </ac:grpSpMkLst>
        </pc:grpChg>
        <pc:cxnChg chg="mod">
          <ac:chgData name="Hetong Jiang" userId="ec55e077-f91c-4c1f-a475-4ddae44076a0" providerId="ADAL" clId="{DF8C092D-9666-4342-A858-D00187437B02}" dt="2026-10-14T18:46:12.297" v="251" actId="1076"/>
          <ac:cxnSpMkLst>
            <pc:docMk/>
            <pc:sldMk cId="1735374723" sldId="443"/>
            <ac:cxnSpMk id="36" creationId="{883C1456-4B92-D36C-99D9-424D51FF1E89}"/>
          </ac:cxnSpMkLst>
        </pc:cxnChg>
        <pc:cxnChg chg="mod">
          <ac:chgData name="Hetong Jiang" userId="ec55e077-f91c-4c1f-a475-4ddae44076a0" providerId="ADAL" clId="{DF8C092D-9666-4342-A858-D00187437B02}" dt="2026-10-14T18:46:12.297" v="251" actId="1076"/>
          <ac:cxnSpMkLst>
            <pc:docMk/>
            <pc:sldMk cId="1735374723" sldId="443"/>
            <ac:cxnSpMk id="38" creationId="{5FAB6D2E-2FE5-C430-266E-51BB679B1DBB}"/>
          </ac:cxnSpMkLst>
        </pc:cxnChg>
        <pc:cxnChg chg="mod">
          <ac:chgData name="Hetong Jiang" userId="ec55e077-f91c-4c1f-a475-4ddae44076a0" providerId="ADAL" clId="{DF8C092D-9666-4342-A858-D00187437B02}" dt="2026-10-14T18:46:05.111" v="249" actId="1076"/>
          <ac:cxnSpMkLst>
            <pc:docMk/>
            <pc:sldMk cId="1735374723" sldId="443"/>
            <ac:cxnSpMk id="47" creationId="{90403950-2604-0924-A540-54A34AD5D3A7}"/>
          </ac:cxnSpMkLst>
        </pc:cxnChg>
        <pc:cxnChg chg="mod">
          <ac:chgData name="Hetong Jiang" userId="ec55e077-f91c-4c1f-a475-4ddae44076a0" providerId="ADAL" clId="{DF8C092D-9666-4342-A858-D00187437B02}" dt="2026-10-14T18:46:05.111" v="249" actId="1076"/>
          <ac:cxnSpMkLst>
            <pc:docMk/>
            <pc:sldMk cId="1735374723" sldId="443"/>
            <ac:cxnSpMk id="51" creationId="{EF4D2FEF-9AB9-0157-B745-2FFD1E9E7D1C}"/>
          </ac:cxnSpMkLst>
        </pc:cxnChg>
      </pc:sldChg>
      <pc:sldChg chg="modSp mod">
        <pc:chgData name="Hetong Jiang" userId="ec55e077-f91c-4c1f-a475-4ddae44076a0" providerId="ADAL" clId="{DF8C092D-9666-4342-A858-D00187437B02}" dt="2026-10-14T18:54:39.146" v="276" actId="1076"/>
        <pc:sldMkLst>
          <pc:docMk/>
          <pc:sldMk cId="3863966532" sldId="449"/>
        </pc:sldMkLst>
        <pc:spChg chg="mod">
          <ac:chgData name="Hetong Jiang" userId="ec55e077-f91c-4c1f-a475-4ddae44076a0" providerId="ADAL" clId="{DF8C092D-9666-4342-A858-D00187437B02}" dt="2026-10-14T18:54:35.757" v="275" actId="1037"/>
          <ac:spMkLst>
            <pc:docMk/>
            <pc:sldMk cId="3863966532" sldId="449"/>
            <ac:spMk id="48" creationId="{20EEF100-09BC-6749-71A5-7A16CACE7F11}"/>
          </ac:spMkLst>
        </pc:spChg>
        <pc:spChg chg="mod">
          <ac:chgData name="Hetong Jiang" userId="ec55e077-f91c-4c1f-a475-4ddae44076a0" providerId="ADAL" clId="{DF8C092D-9666-4342-A858-D00187437B02}" dt="2026-10-14T18:54:39.146" v="276" actId="1076"/>
          <ac:spMkLst>
            <pc:docMk/>
            <pc:sldMk cId="3863966532" sldId="449"/>
            <ac:spMk id="50" creationId="{556949DD-25BF-14F9-90FA-1289CA2A3E9A}"/>
          </ac:spMkLst>
        </pc:spChg>
      </pc:sldChg>
      <pc:sldChg chg="modSp mod">
        <pc:chgData name="Hetong Jiang" userId="ec55e077-f91c-4c1f-a475-4ddae44076a0" providerId="ADAL" clId="{DF8C092D-9666-4342-A858-D00187437B02}" dt="2026-10-14T22:48:27.520" v="282" actId="14100"/>
        <pc:sldMkLst>
          <pc:docMk/>
          <pc:sldMk cId="0" sldId="457"/>
        </pc:sldMkLst>
        <pc:picChg chg="mod">
          <ac:chgData name="Hetong Jiang" userId="ec55e077-f91c-4c1f-a475-4ddae44076a0" providerId="ADAL" clId="{DF8C092D-9666-4342-A858-D00187437B02}" dt="2026-10-14T22:48:27.520" v="282" actId="14100"/>
          <ac:picMkLst>
            <pc:docMk/>
            <pc:sldMk cId="0" sldId="457"/>
            <ac:picMk id="8" creationId="{00000000-0000-0000-0000-000000000000}"/>
          </ac:picMkLst>
        </pc:picChg>
      </pc:sldChg>
      <pc:sldChg chg="addSp modSp mod">
        <pc:chgData name="Hetong Jiang" userId="ec55e077-f91c-4c1f-a475-4ddae44076a0" providerId="ADAL" clId="{DF8C092D-9666-4342-A858-D00187437B02}" dt="2026-10-12T02:22:41.491" v="66" actId="1076"/>
        <pc:sldMkLst>
          <pc:docMk/>
          <pc:sldMk cId="3197612252" sldId="460"/>
        </pc:sldMkLst>
        <pc:grpChg chg="mod">
          <ac:chgData name="Hetong Jiang" userId="ec55e077-f91c-4c1f-a475-4ddae44076a0" providerId="ADAL" clId="{DF8C092D-9666-4342-A858-D00187437B02}" dt="2026-10-12T02:22:41.491" v="66" actId="1076"/>
          <ac:grpSpMkLst>
            <pc:docMk/>
            <pc:sldMk cId="3197612252" sldId="460"/>
            <ac:grpSpMk id="11" creationId="{BC6F5131-F86B-C21A-021F-D8A290539644}"/>
          </ac:grpSpMkLst>
        </pc:grpChg>
      </pc:sldChg>
      <pc:sldChg chg="modSp mod">
        <pc:chgData name="Hetong Jiang" userId="ec55e077-f91c-4c1f-a475-4ddae44076a0" providerId="ADAL" clId="{DF8C092D-9666-4342-A858-D00187437B02}" dt="2026-10-12T02:23:39.323" v="71" actId="20577"/>
        <pc:sldMkLst>
          <pc:docMk/>
          <pc:sldMk cId="2208501124" sldId="462"/>
        </pc:sldMkLst>
        <pc:spChg chg="mod">
          <ac:chgData name="Hetong Jiang" userId="ec55e077-f91c-4c1f-a475-4ddae44076a0" providerId="ADAL" clId="{DF8C092D-9666-4342-A858-D00187437B02}" dt="2026-10-12T02:22:56.315" v="67" actId="20577"/>
          <ac:spMkLst>
            <pc:docMk/>
            <pc:sldMk cId="2208501124" sldId="462"/>
            <ac:spMk id="5" creationId="{7D6461E8-0936-8E97-2DDC-CBF4E46AD75E}"/>
          </ac:spMkLst>
        </pc:spChg>
        <pc:spChg chg="mod">
          <ac:chgData name="Hetong Jiang" userId="ec55e077-f91c-4c1f-a475-4ddae44076a0" providerId="ADAL" clId="{DF8C092D-9666-4342-A858-D00187437B02}" dt="2026-10-12T02:23:39.323" v="71" actId="20577"/>
          <ac:spMkLst>
            <pc:docMk/>
            <pc:sldMk cId="2208501124" sldId="462"/>
            <ac:spMk id="8" creationId="{1AE39697-88E5-62DD-1C87-44124B6AAA4A}"/>
          </ac:spMkLst>
        </pc:spChg>
      </pc:sldChg>
      <pc:sldChg chg="modSp mod">
        <pc:chgData name="Hetong Jiang" userId="ec55e077-f91c-4c1f-a475-4ddae44076a0" providerId="ADAL" clId="{DF8C092D-9666-4342-A858-D00187437B02}" dt="2026-10-12T02:26:18.822" v="103" actId="14100"/>
        <pc:sldMkLst>
          <pc:docMk/>
          <pc:sldMk cId="3290549105" sldId="465"/>
        </pc:sldMkLst>
        <pc:spChg chg="mod">
          <ac:chgData name="Hetong Jiang" userId="ec55e077-f91c-4c1f-a475-4ddae44076a0" providerId="ADAL" clId="{DF8C092D-9666-4342-A858-D00187437B02}" dt="2026-10-12T02:26:18.822" v="103" actId="14100"/>
          <ac:spMkLst>
            <pc:docMk/>
            <pc:sldMk cId="3290549105" sldId="465"/>
            <ac:spMk id="3" creationId="{572DFEBA-BB1D-8838-4076-25CF86EC94AE}"/>
          </ac:spMkLst>
        </pc:spChg>
        <pc:spChg chg="mod">
          <ac:chgData name="Hetong Jiang" userId="ec55e077-f91c-4c1f-a475-4ddae44076a0" providerId="ADAL" clId="{DF8C092D-9666-4342-A858-D00187437B02}" dt="2026-10-12T02:26:15.311" v="102" actId="14100"/>
          <ac:spMkLst>
            <pc:docMk/>
            <pc:sldMk cId="3290549105" sldId="465"/>
            <ac:spMk id="9" creationId="{0EB1A65E-B91C-71B8-7608-FA3593CE781F}"/>
          </ac:spMkLst>
        </pc:spChg>
      </pc:sldChg>
      <pc:sldChg chg="modSp mod modAnim">
        <pc:chgData name="Hetong Jiang" userId="ec55e077-f91c-4c1f-a475-4ddae44076a0" providerId="ADAL" clId="{DF8C092D-9666-4342-A858-D00187437B02}" dt="2026-10-14T18:03:43.844" v="189"/>
        <pc:sldMkLst>
          <pc:docMk/>
          <pc:sldMk cId="4065442963" sldId="466"/>
        </pc:sldMkLst>
        <pc:spChg chg="mod">
          <ac:chgData name="Hetong Jiang" userId="ec55e077-f91c-4c1f-a475-4ddae44076a0" providerId="ADAL" clId="{DF8C092D-9666-4342-A858-D00187437B02}" dt="2026-10-14T18:02:31.795" v="184" actId="14100"/>
          <ac:spMkLst>
            <pc:docMk/>
            <pc:sldMk cId="4065442963" sldId="466"/>
            <ac:spMk id="7" creationId="{7C8C4096-A850-2FAF-463F-0171905840EA}"/>
          </ac:spMkLst>
        </pc:spChg>
      </pc:sldChg>
      <pc:sldChg chg="modSp mod modAnim">
        <pc:chgData name="Hetong Jiang" userId="ec55e077-f91c-4c1f-a475-4ddae44076a0" providerId="ADAL" clId="{DF8C092D-9666-4342-A858-D00187437B02}" dt="2026-10-14T18:04:13.064" v="191"/>
        <pc:sldMkLst>
          <pc:docMk/>
          <pc:sldMk cId="1073731899" sldId="467"/>
        </pc:sldMkLst>
        <pc:spChg chg="mod">
          <ac:chgData name="Hetong Jiang" userId="ec55e077-f91c-4c1f-a475-4ddae44076a0" providerId="ADAL" clId="{DF8C092D-9666-4342-A858-D00187437B02}" dt="2026-10-12T02:27:02.124" v="107" actId="20577"/>
          <ac:spMkLst>
            <pc:docMk/>
            <pc:sldMk cId="1073731899" sldId="467"/>
            <ac:spMk id="10" creationId="{D0D41A8D-8C3A-56FC-C198-7737A6CBB1E8}"/>
          </ac:spMkLst>
        </pc:spChg>
      </pc:sldChg>
      <pc:sldChg chg="addAnim delAnim modAnim">
        <pc:chgData name="Hetong Jiang" userId="ec55e077-f91c-4c1f-a475-4ddae44076a0" providerId="ADAL" clId="{DF8C092D-9666-4342-A858-D00187437B02}" dt="2026-10-14T18:22:08.474" v="232"/>
        <pc:sldMkLst>
          <pc:docMk/>
          <pc:sldMk cId="2537795671" sldId="480"/>
        </pc:sldMkLst>
      </pc:sldChg>
      <pc:sldChg chg="modSp">
        <pc:chgData name="Hetong Jiang" userId="ec55e077-f91c-4c1f-a475-4ddae44076a0" providerId="ADAL" clId="{DF8C092D-9666-4342-A858-D00187437B02}" dt="2026-10-14T23:25:54.922" v="365" actId="20577"/>
        <pc:sldMkLst>
          <pc:docMk/>
          <pc:sldMk cId="3873571969" sldId="481"/>
        </pc:sldMkLst>
        <pc:spChg chg="mod">
          <ac:chgData name="Hetong Jiang" userId="ec55e077-f91c-4c1f-a475-4ddae44076a0" providerId="ADAL" clId="{DF8C092D-9666-4342-A858-D00187437B02}" dt="2026-10-14T23:25:54.922" v="365" actId="20577"/>
          <ac:spMkLst>
            <pc:docMk/>
            <pc:sldMk cId="3873571969" sldId="481"/>
            <ac:spMk id="2" creationId="{8117829B-1096-1B3B-5B67-837FEC70AB69}"/>
          </ac:spMkLst>
        </pc:spChg>
      </pc:sldChg>
      <pc:sldChg chg="modSp mod">
        <pc:chgData name="Hetong Jiang" userId="ec55e077-f91c-4c1f-a475-4ddae44076a0" providerId="ADAL" clId="{DF8C092D-9666-4342-A858-D00187437B02}" dt="2026-10-12T02:34:47.881" v="115" actId="20577"/>
        <pc:sldMkLst>
          <pc:docMk/>
          <pc:sldMk cId="2885398499" sldId="490"/>
        </pc:sldMkLst>
        <pc:spChg chg="mod">
          <ac:chgData name="Hetong Jiang" userId="ec55e077-f91c-4c1f-a475-4ddae44076a0" providerId="ADAL" clId="{DF8C092D-9666-4342-A858-D00187437B02}" dt="2026-10-12T02:34:47.881" v="115" actId="20577"/>
          <ac:spMkLst>
            <pc:docMk/>
            <pc:sldMk cId="2885398499" sldId="490"/>
            <ac:spMk id="8" creationId="{984419A6-A879-3395-FFFC-A6D17F0A223D}"/>
          </ac:spMkLst>
        </pc:spChg>
      </pc:sldChg>
      <pc:sldChg chg="addAnim delAnim modAnim">
        <pc:chgData name="Hetong Jiang" userId="ec55e077-f91c-4c1f-a475-4ddae44076a0" providerId="ADAL" clId="{DF8C092D-9666-4342-A858-D00187437B02}" dt="2026-10-14T18:38:30.684" v="246"/>
        <pc:sldMkLst>
          <pc:docMk/>
          <pc:sldMk cId="3187570618" sldId="495"/>
        </pc:sldMkLst>
      </pc:sldChg>
      <pc:sldChg chg="modSp mod">
        <pc:chgData name="Hetong Jiang" userId="ec55e077-f91c-4c1f-a475-4ddae44076a0" providerId="ADAL" clId="{DF8C092D-9666-4342-A858-D00187437B02}" dt="2026-10-14T18:55:03.874" v="279" actId="2711"/>
        <pc:sldMkLst>
          <pc:docMk/>
          <pc:sldMk cId="3145452564" sldId="497"/>
        </pc:sldMkLst>
        <pc:spChg chg="mod">
          <ac:chgData name="Hetong Jiang" userId="ec55e077-f91c-4c1f-a475-4ddae44076a0" providerId="ADAL" clId="{DF8C092D-9666-4342-A858-D00187437B02}" dt="2026-10-14T18:54:46.571" v="277" actId="20577"/>
          <ac:spMkLst>
            <pc:docMk/>
            <pc:sldMk cId="3145452564" sldId="497"/>
            <ac:spMk id="2" creationId="{0A14834D-E90A-B76D-A40D-DB76B5EACEF5}"/>
          </ac:spMkLst>
        </pc:spChg>
        <pc:spChg chg="mod">
          <ac:chgData name="Hetong Jiang" userId="ec55e077-f91c-4c1f-a475-4ddae44076a0" providerId="ADAL" clId="{DF8C092D-9666-4342-A858-D00187437B02}" dt="2026-10-14T18:55:03.874" v="279" actId="2711"/>
          <ac:spMkLst>
            <pc:docMk/>
            <pc:sldMk cId="3145452564" sldId="497"/>
            <ac:spMk id="3" creationId="{D153F774-71C2-813D-BAFC-B1EA950210AD}"/>
          </ac:spMkLst>
        </pc:spChg>
      </pc:sldChg>
      <pc:sldChg chg="addSp modSp mod">
        <pc:chgData name="Hetong Jiang" userId="ec55e077-f91c-4c1f-a475-4ddae44076a0" providerId="ADAL" clId="{DF8C092D-9666-4342-A858-D00187437B02}" dt="2026-10-12T02:25:56.851" v="101" actId="13926"/>
        <pc:sldMkLst>
          <pc:docMk/>
          <pc:sldMk cId="608501617" sldId="1427"/>
        </pc:sldMkLst>
        <pc:spChg chg="mod">
          <ac:chgData name="Hetong Jiang" userId="ec55e077-f91c-4c1f-a475-4ddae44076a0" providerId="ADAL" clId="{DF8C092D-9666-4342-A858-D00187437B02}" dt="2026-10-12T02:25:44.352" v="75" actId="20577"/>
          <ac:spMkLst>
            <pc:docMk/>
            <pc:sldMk cId="608501617" sldId="1427"/>
            <ac:spMk id="8" creationId="{D709A24A-ED35-6656-7EF5-645AFD7BF7BA}"/>
          </ac:spMkLst>
        </pc:spChg>
      </pc:sldChg>
      <pc:sldChg chg="delSp modSp mod modAnim">
        <pc:chgData name="Hetong Jiang" userId="ec55e077-f91c-4c1f-a475-4ddae44076a0" providerId="ADAL" clId="{DF8C092D-9666-4342-A858-D00187437B02}" dt="2026-10-14T23:23:48.736" v="359" actId="1076"/>
        <pc:sldMkLst>
          <pc:docMk/>
          <pc:sldMk cId="3196496237" sldId="1428"/>
        </pc:sldMkLst>
        <pc:graphicFrameChg chg="mod">
          <ac:chgData name="Hetong Jiang" userId="ec55e077-f91c-4c1f-a475-4ddae44076a0" providerId="ADAL" clId="{DF8C092D-9666-4342-A858-D00187437B02}" dt="2026-10-14T23:23:45.900" v="358" actId="1076"/>
          <ac:graphicFrameMkLst>
            <pc:docMk/>
            <pc:sldMk cId="3196496237" sldId="1428"/>
            <ac:graphicFrameMk id="4" creationId="{9928B152-26B8-0EC3-D4C0-6F8D846F28CA}"/>
          </ac:graphicFrameMkLst>
        </pc:graphicFrameChg>
        <pc:picChg chg="mod">
          <ac:chgData name="Hetong Jiang" userId="ec55e077-f91c-4c1f-a475-4ddae44076a0" providerId="ADAL" clId="{DF8C092D-9666-4342-A858-D00187437B02}" dt="2026-10-14T23:23:48.736" v="359" actId="1076"/>
          <ac:picMkLst>
            <pc:docMk/>
            <pc:sldMk cId="3196496237" sldId="1428"/>
            <ac:picMk id="9" creationId="{00948FDE-06ED-0747-875C-559CD009D5F4}"/>
          </ac:picMkLst>
        </pc:picChg>
      </pc:sldChg>
      <pc:sldChg chg="addSp delSp modSp mod delAnim modAnim">
        <pc:chgData name="Hetong Jiang" userId="ec55e077-f91c-4c1f-a475-4ddae44076a0" providerId="ADAL" clId="{DF8C092D-9666-4342-A858-D00187437B02}" dt="2026-10-14T18:17:03.389" v="203"/>
        <pc:sldMkLst>
          <pc:docMk/>
          <pc:sldMk cId="1557683285" sldId="1429"/>
        </pc:sldMkLst>
        <pc:picChg chg="add mod">
          <ac:chgData name="Hetong Jiang" userId="ec55e077-f91c-4c1f-a475-4ddae44076a0" providerId="ADAL" clId="{DF8C092D-9666-4342-A858-D00187437B02}" dt="2026-10-14T18:09:20.920" v="199" actId="1076"/>
          <ac:picMkLst>
            <pc:docMk/>
            <pc:sldMk cId="1557683285" sldId="1429"/>
            <ac:picMk id="2" creationId="{775286F6-520B-38AC-F5A2-F4EDD518BF8A}"/>
          </ac:picMkLst>
        </pc:picChg>
      </pc:sldChg>
      <pc:sldChg chg="addSp delSp modSp mod addAnim delAnim modAnim">
        <pc:chgData name="Hetong Jiang" userId="ec55e077-f91c-4c1f-a475-4ddae44076a0" providerId="ADAL" clId="{DF8C092D-9666-4342-A858-D00187437B02}" dt="2026-10-14T18:20:54.775" v="229"/>
        <pc:sldMkLst>
          <pc:docMk/>
          <pc:sldMk cId="3194772862" sldId="1431"/>
        </pc:sldMkLst>
        <pc:spChg chg="mod">
          <ac:chgData name="Hetong Jiang" userId="ec55e077-f91c-4c1f-a475-4ddae44076a0" providerId="ADAL" clId="{DF8C092D-9666-4342-A858-D00187437B02}" dt="2026-10-14T18:18:50.060" v="206" actId="164"/>
          <ac:spMkLst>
            <pc:docMk/>
            <pc:sldMk cId="3194772862" sldId="1431"/>
            <ac:spMk id="2" creationId="{908FE881-A8B2-71AF-CDB8-1624643FE9D2}"/>
          </ac:spMkLst>
        </pc:spChg>
        <pc:spChg chg="mod">
          <ac:chgData name="Hetong Jiang" userId="ec55e077-f91c-4c1f-a475-4ddae44076a0" providerId="ADAL" clId="{DF8C092D-9666-4342-A858-D00187437B02}" dt="2026-10-14T18:19:04.810" v="207" actId="164"/>
          <ac:spMkLst>
            <pc:docMk/>
            <pc:sldMk cId="3194772862" sldId="1431"/>
            <ac:spMk id="4" creationId="{89F5ECE1-C250-0C2C-C78D-402C055198FB}"/>
          </ac:spMkLst>
        </pc:spChg>
        <pc:spChg chg="mod">
          <ac:chgData name="Hetong Jiang" userId="ec55e077-f91c-4c1f-a475-4ddae44076a0" providerId="ADAL" clId="{DF8C092D-9666-4342-A858-D00187437B02}" dt="2026-10-14T18:19:04.810" v="207" actId="164"/>
          <ac:spMkLst>
            <pc:docMk/>
            <pc:sldMk cId="3194772862" sldId="1431"/>
            <ac:spMk id="16" creationId="{BBB1B8DF-1D36-A1E6-3726-FF1FC20C864D}"/>
          </ac:spMkLst>
        </pc:spChg>
        <pc:spChg chg="mod">
          <ac:chgData name="Hetong Jiang" userId="ec55e077-f91c-4c1f-a475-4ddae44076a0" providerId="ADAL" clId="{DF8C092D-9666-4342-A858-D00187437B02}" dt="2026-10-14T18:19:04.810" v="207" actId="164"/>
          <ac:spMkLst>
            <pc:docMk/>
            <pc:sldMk cId="3194772862" sldId="1431"/>
            <ac:spMk id="17" creationId="{6CAA832D-DEE2-F6FF-966F-FE22C12C46A5}"/>
          </ac:spMkLst>
        </pc:spChg>
        <pc:spChg chg="mod">
          <ac:chgData name="Hetong Jiang" userId="ec55e077-f91c-4c1f-a475-4ddae44076a0" providerId="ADAL" clId="{DF8C092D-9666-4342-A858-D00187437B02}" dt="2026-10-14T18:18:50.060" v="206" actId="164"/>
          <ac:spMkLst>
            <pc:docMk/>
            <pc:sldMk cId="3194772862" sldId="1431"/>
            <ac:spMk id="18" creationId="{E4A0B579-52FD-26FB-F568-D053ABFA343A}"/>
          </ac:spMkLst>
        </pc:spChg>
        <pc:grpChg chg="add del mod">
          <ac:chgData name="Hetong Jiang" userId="ec55e077-f91c-4c1f-a475-4ddae44076a0" providerId="ADAL" clId="{DF8C092D-9666-4342-A858-D00187437B02}" dt="2026-10-14T18:19:19.262" v="215" actId="1035"/>
          <ac:grpSpMkLst>
            <pc:docMk/>
            <pc:sldMk cId="3194772862" sldId="1431"/>
            <ac:grpSpMk id="5" creationId="{3D0062E7-BF66-5057-FC0B-66B7BE2EBA2B}"/>
          </ac:grpSpMkLst>
        </pc:grpChg>
        <pc:grpChg chg="add mod">
          <ac:chgData name="Hetong Jiang" userId="ec55e077-f91c-4c1f-a475-4ddae44076a0" providerId="ADAL" clId="{DF8C092D-9666-4342-A858-D00187437B02}" dt="2026-10-14T18:19:21.203" v="218" actId="1035"/>
          <ac:grpSpMkLst>
            <pc:docMk/>
            <pc:sldMk cId="3194772862" sldId="1431"/>
            <ac:grpSpMk id="6" creationId="{09CFF4A3-A5E4-5F0A-6ECD-F848034B1AA7}"/>
          </ac:grpSpMkLst>
        </pc:grpChg>
        <pc:picChg chg="mod">
          <ac:chgData name="Hetong Jiang" userId="ec55e077-f91c-4c1f-a475-4ddae44076a0" providerId="ADAL" clId="{DF8C092D-9666-4342-A858-D00187437B02}" dt="2026-10-14T18:18:50.060" v="206" actId="164"/>
          <ac:picMkLst>
            <pc:docMk/>
            <pc:sldMk cId="3194772862" sldId="1431"/>
            <ac:picMk id="9" creationId="{C6D4920B-E574-3536-E78F-E8161B36F97F}"/>
          </ac:picMkLst>
        </pc:picChg>
        <pc:picChg chg="mod">
          <ac:chgData name="Hetong Jiang" userId="ec55e077-f91c-4c1f-a475-4ddae44076a0" providerId="ADAL" clId="{DF8C092D-9666-4342-A858-D00187437B02}" dt="2026-10-14T18:19:04.810" v="207" actId="164"/>
          <ac:picMkLst>
            <pc:docMk/>
            <pc:sldMk cId="3194772862" sldId="1431"/>
            <ac:picMk id="11" creationId="{77546068-EA1F-A9CC-0FD7-565AE5449253}"/>
          </ac:picMkLst>
        </pc:picChg>
        <pc:picChg chg="mod">
          <ac:chgData name="Hetong Jiang" userId="ec55e077-f91c-4c1f-a475-4ddae44076a0" providerId="ADAL" clId="{DF8C092D-9666-4342-A858-D00187437B02}" dt="2026-10-14T18:19:04.810" v="207" actId="164"/>
          <ac:picMkLst>
            <pc:docMk/>
            <pc:sldMk cId="3194772862" sldId="1431"/>
            <ac:picMk id="15" creationId="{4B9D8605-B04C-83AE-F1A6-2240E121EB38}"/>
          </ac:picMkLst>
        </pc:picChg>
      </pc:sldChg>
      <pc:sldChg chg="modSp mod">
        <pc:chgData name="Hetong Jiang" userId="ec55e077-f91c-4c1f-a475-4ddae44076a0" providerId="ADAL" clId="{DF8C092D-9666-4342-A858-D00187437B02}" dt="2026-10-05T23:47:52.422" v="36" actId="20577"/>
        <pc:sldMkLst>
          <pc:docMk/>
          <pc:sldMk cId="2671733167" sldId="1432"/>
        </pc:sldMkLst>
        <pc:spChg chg="mod">
          <ac:chgData name="Hetong Jiang" userId="ec55e077-f91c-4c1f-a475-4ddae44076a0" providerId="ADAL" clId="{DF8C092D-9666-4342-A858-D00187437B02}" dt="2026-10-05T23:47:52.422" v="36" actId="20577"/>
          <ac:spMkLst>
            <pc:docMk/>
            <pc:sldMk cId="2671733167" sldId="1432"/>
            <ac:spMk id="45" creationId="{C5E3D003-EAEE-0242-6555-C42E6FB8D42C}"/>
          </ac:spMkLst>
        </pc:spChg>
      </pc:sldChg>
      <pc:sldChg chg="modAnim">
        <pc:chgData name="Hetong Jiang" userId="ec55e077-f91c-4c1f-a475-4ddae44076a0" providerId="ADAL" clId="{DF8C092D-9666-4342-A858-D00187437B02}" dt="2026-10-14T18:26:47.263" v="236"/>
        <pc:sldMkLst>
          <pc:docMk/>
          <pc:sldMk cId="2026807772" sldId="1434"/>
        </pc:sldMkLst>
      </pc:sldChg>
      <pc:sldChg chg="addAnim delAnim modAnim">
        <pc:chgData name="Hetong Jiang" userId="ec55e077-f91c-4c1f-a475-4ddae44076a0" providerId="ADAL" clId="{DF8C092D-9666-4342-A858-D00187437B02}" dt="2026-10-14T18:27:37.509" v="243"/>
        <pc:sldMkLst>
          <pc:docMk/>
          <pc:sldMk cId="83961266" sldId="1436"/>
        </pc:sldMkLst>
      </pc:sldChg>
      <pc:sldChg chg="modSp mod">
        <pc:chgData name="Hetong Jiang" userId="ec55e077-f91c-4c1f-a475-4ddae44076a0" providerId="ADAL" clId="{DF8C092D-9666-4342-A858-D00187437B02}" dt="2026-10-14T18:40:38.035" v="248" actId="1076"/>
        <pc:sldMkLst>
          <pc:docMk/>
          <pc:sldMk cId="3970430185" sldId="1453"/>
        </pc:sldMkLst>
        <pc:spChg chg="mod">
          <ac:chgData name="Hetong Jiang" userId="ec55e077-f91c-4c1f-a475-4ddae44076a0" providerId="ADAL" clId="{DF8C092D-9666-4342-A858-D00187437B02}" dt="2026-10-14T18:40:38.035" v="248" actId="1076"/>
          <ac:spMkLst>
            <pc:docMk/>
            <pc:sldMk cId="3970430185" sldId="1453"/>
            <ac:spMk id="3" creationId="{A38BBC13-66F7-081E-9269-5DF6136FB913}"/>
          </ac:spMkLst>
        </pc:spChg>
      </pc:sldChg>
    </pc:docChg>
  </pc:docChgLst>
  <pc:docChgLst>
    <pc:chgData name="Ryan Ko" userId="S::uqrko@uq.edu.au::9ac87de0-6342-45ff-89f2-ae7210480927" providerId="AD" clId="Web-{86EAB886-3B55-4B19-2338-0BD2BEACE537}"/>
    <pc:docChg chg="modSld">
      <pc:chgData name="Ryan Ko" userId="S::uqrko@uq.edu.au::9ac87de0-6342-45ff-89f2-ae7210480927" providerId="AD" clId="Web-{86EAB886-3B55-4B19-2338-0BD2BEACE537}" dt="2026-10-13T01:49:48.668" v="87"/>
      <pc:docMkLst>
        <pc:docMk/>
      </pc:docMkLst>
      <pc:sldChg chg="modSp">
        <pc:chgData name="Ryan Ko" userId="S::uqrko@uq.edu.au::9ac87de0-6342-45ff-89f2-ae7210480927" providerId="AD" clId="Web-{86EAB886-3B55-4B19-2338-0BD2BEACE537}" dt="2026-10-13T01:41:52.929" v="78" actId="14100"/>
        <pc:sldMkLst>
          <pc:docMk/>
          <pc:sldMk cId="350125421" sldId="1425"/>
        </pc:sldMkLst>
        <pc:spChg chg="mod">
          <ac:chgData name="Ryan Ko" userId="S::uqrko@uq.edu.au::9ac87de0-6342-45ff-89f2-ae7210480927" providerId="AD" clId="Web-{86EAB886-3B55-4B19-2338-0BD2BEACE537}" dt="2026-10-13T01:41:52.929" v="78" actId="14100"/>
          <ac:spMkLst>
            <pc:docMk/>
            <pc:sldMk cId="350125421" sldId="1425"/>
            <ac:spMk id="8" creationId="{F087F265-9A4D-8291-6578-196811E8896D}"/>
          </ac:spMkLst>
        </pc:spChg>
      </pc:sldChg>
      <pc:sldChg chg="delAnim">
        <pc:chgData name="Ryan Ko" userId="S::uqrko@uq.edu.au::9ac87de0-6342-45ff-89f2-ae7210480927" providerId="AD" clId="Web-{86EAB886-3B55-4B19-2338-0BD2BEACE537}" dt="2026-10-13T01:49:48.668" v="87"/>
        <pc:sldMkLst>
          <pc:docMk/>
          <pc:sldMk cId="94444477" sldId="1426"/>
        </pc:sldMkLst>
      </pc:sldChg>
    </pc:docChg>
  </pc:docChgLst>
  <pc:docChgLst>
    <pc:chgData name="Ryan Ko" userId="9ac87de0-6342-45ff-89f2-ae7210480927" providerId="ADAL" clId="{2531C226-F500-518F-B01D-3F73F15947C5}"/>
    <pc:docChg chg="undo custSel delSld modSld sldOrd modSection">
      <pc:chgData name="Ryan Ko" userId="9ac87de0-6342-45ff-89f2-ae7210480927" providerId="ADAL" clId="{2531C226-F500-518F-B01D-3F73F15947C5}" dt="2026-10-13T05:12:27.293" v="1019" actId="20577"/>
      <pc:docMkLst>
        <pc:docMk/>
      </pc:docMkLst>
      <pc:sldChg chg="modSp">
        <pc:chgData name="Ryan Ko" userId="9ac87de0-6342-45ff-89f2-ae7210480927" providerId="ADAL" clId="{2531C226-F500-518F-B01D-3F73F15947C5}" dt="2026-10-06T07:34:33.733" v="988" actId="20577"/>
        <pc:sldMkLst>
          <pc:docMk/>
          <pc:sldMk cId="517184560" sldId="425"/>
        </pc:sldMkLst>
        <pc:spChg chg="mod">
          <ac:chgData name="Ryan Ko" userId="9ac87de0-6342-45ff-89f2-ae7210480927" providerId="ADAL" clId="{2531C226-F500-518F-B01D-3F73F15947C5}" dt="2026-10-06T05:10:35.622" v="522" actId="20577"/>
          <ac:spMkLst>
            <pc:docMk/>
            <pc:sldMk cId="517184560" sldId="425"/>
            <ac:spMk id="3" creationId="{2AD72A0B-9E9F-ED90-D705-0F7FFDBCB3F0}"/>
          </ac:spMkLst>
        </pc:spChg>
        <pc:spChg chg="mod">
          <ac:chgData name="Ryan Ko" userId="9ac87de0-6342-45ff-89f2-ae7210480927" providerId="ADAL" clId="{2531C226-F500-518F-B01D-3F73F15947C5}" dt="2026-10-06T07:34:33.733" v="988" actId="20577"/>
          <ac:spMkLst>
            <pc:docMk/>
            <pc:sldMk cId="517184560" sldId="425"/>
            <ac:spMk id="5" creationId="{45B8FF7E-E791-8B45-B4EE-BDE9985F1427}"/>
          </ac:spMkLst>
        </pc:spChg>
      </pc:sldChg>
      <pc:sldChg chg="modSp">
        <pc:chgData name="Ryan Ko" userId="9ac87de0-6342-45ff-89f2-ae7210480927" providerId="ADAL" clId="{2531C226-F500-518F-B01D-3F73F15947C5}" dt="2026-10-06T06:07:42.457" v="566" actId="20577"/>
        <pc:sldMkLst>
          <pc:docMk/>
          <pc:sldMk cId="3290549105" sldId="465"/>
        </pc:sldMkLst>
        <pc:spChg chg="mod">
          <ac:chgData name="Ryan Ko" userId="9ac87de0-6342-45ff-89f2-ae7210480927" providerId="ADAL" clId="{2531C226-F500-518F-B01D-3F73F15947C5}" dt="2026-10-06T06:07:01.600" v="537" actId="20577"/>
          <ac:spMkLst>
            <pc:docMk/>
            <pc:sldMk cId="3290549105" sldId="465"/>
            <ac:spMk id="10" creationId="{91C323B7-67C9-72EB-280F-772D5C3C1BB4}"/>
          </ac:spMkLst>
        </pc:spChg>
        <pc:spChg chg="mod">
          <ac:chgData name="Ryan Ko" userId="9ac87de0-6342-45ff-89f2-ae7210480927" providerId="ADAL" clId="{2531C226-F500-518F-B01D-3F73F15947C5}" dt="2026-10-06T06:07:42.457" v="566" actId="20577"/>
          <ac:spMkLst>
            <pc:docMk/>
            <pc:sldMk cId="3290549105" sldId="465"/>
            <ac:spMk id="18" creationId="{97CCA13B-F221-F220-7916-CEC02C27A718}"/>
          </ac:spMkLst>
        </pc:spChg>
      </pc:sldChg>
      <pc:sldChg chg="modSp mod">
        <pc:chgData name="Ryan Ko" userId="9ac87de0-6342-45ff-89f2-ae7210480927" providerId="ADAL" clId="{2531C226-F500-518F-B01D-3F73F15947C5}" dt="2026-10-06T06:15:51.996" v="596" actId="20577"/>
        <pc:sldMkLst>
          <pc:docMk/>
          <pc:sldMk cId="2622569001" sldId="469"/>
        </pc:sldMkLst>
        <pc:spChg chg="mod">
          <ac:chgData name="Ryan Ko" userId="9ac87de0-6342-45ff-89f2-ae7210480927" providerId="ADAL" clId="{2531C226-F500-518F-B01D-3F73F15947C5}" dt="2026-10-06T06:14:49.656" v="568" actId="20577"/>
          <ac:spMkLst>
            <pc:docMk/>
            <pc:sldMk cId="2622569001" sldId="469"/>
            <ac:spMk id="7" creationId="{5DD734F1-B04A-9BF3-8D52-DEF4F2425E49}"/>
          </ac:spMkLst>
        </pc:spChg>
        <pc:spChg chg="mod">
          <ac:chgData name="Ryan Ko" userId="9ac87de0-6342-45ff-89f2-ae7210480927" providerId="ADAL" clId="{2531C226-F500-518F-B01D-3F73F15947C5}" dt="2026-10-06T06:15:51.996" v="596" actId="20577"/>
          <ac:spMkLst>
            <pc:docMk/>
            <pc:sldMk cId="2622569001" sldId="469"/>
            <ac:spMk id="12" creationId="{F720DE42-6C11-486F-F54D-96E85C6A5A3A}"/>
          </ac:spMkLst>
        </pc:spChg>
      </pc:sldChg>
      <pc:sldChg chg="modSp mod">
        <pc:chgData name="Ryan Ko" userId="9ac87de0-6342-45ff-89f2-ae7210480927" providerId="ADAL" clId="{2531C226-F500-518F-B01D-3F73F15947C5}" dt="2026-10-06T06:59:05.023" v="690" actId="114"/>
        <pc:sldMkLst>
          <pc:docMk/>
          <pc:sldMk cId="2537795671" sldId="480"/>
        </pc:sldMkLst>
        <pc:spChg chg="mod">
          <ac:chgData name="Ryan Ko" userId="9ac87de0-6342-45ff-89f2-ae7210480927" providerId="ADAL" clId="{2531C226-F500-518F-B01D-3F73F15947C5}" dt="2026-10-06T06:59:05.023" v="690" actId="114"/>
          <ac:spMkLst>
            <pc:docMk/>
            <pc:sldMk cId="2537795671" sldId="480"/>
            <ac:spMk id="10" creationId="{965C90B7-10B8-7FB7-B3E8-C9E52469A700}"/>
          </ac:spMkLst>
        </pc:spChg>
      </pc:sldChg>
      <pc:sldChg chg="delSp modSp mod">
        <pc:chgData name="Ryan Ko" userId="9ac87de0-6342-45ff-89f2-ae7210480927" providerId="ADAL" clId="{2531C226-F500-518F-B01D-3F73F15947C5}" dt="2026-10-06T07:00:13.505" v="704" actId="20577"/>
        <pc:sldMkLst>
          <pc:docMk/>
          <pc:sldMk cId="3873571969" sldId="481"/>
        </pc:sldMkLst>
        <pc:spChg chg="mod">
          <ac:chgData name="Ryan Ko" userId="9ac87de0-6342-45ff-89f2-ae7210480927" providerId="ADAL" clId="{2531C226-F500-518F-B01D-3F73F15947C5}" dt="2026-10-06T07:00:13.505" v="704" actId="20577"/>
          <ac:spMkLst>
            <pc:docMk/>
            <pc:sldMk cId="3873571969" sldId="481"/>
            <ac:spMk id="2" creationId="{8117829B-1096-1B3B-5B67-837FEC70AB69}"/>
          </ac:spMkLst>
        </pc:spChg>
        <pc:spChg chg="mod">
          <ac:chgData name="Ryan Ko" userId="9ac87de0-6342-45ff-89f2-ae7210480927" providerId="ADAL" clId="{2531C226-F500-518F-B01D-3F73F15947C5}" dt="2026-10-06T06:59:50.830" v="695" actId="113"/>
          <ac:spMkLst>
            <pc:docMk/>
            <pc:sldMk cId="3873571969" sldId="481"/>
            <ac:spMk id="5" creationId="{4FFEBF11-F55A-C2A5-7148-33B25824AF9C}"/>
          </ac:spMkLst>
        </pc:spChg>
      </pc:sldChg>
      <pc:sldChg chg="modSp">
        <pc:chgData name="Ryan Ko" userId="9ac87de0-6342-45ff-89f2-ae7210480927" providerId="ADAL" clId="{2531C226-F500-518F-B01D-3F73F15947C5}" dt="2026-10-06T07:32:05.383" v="900" actId="20577"/>
        <pc:sldMkLst>
          <pc:docMk/>
          <pc:sldMk cId="2885398499" sldId="490"/>
        </pc:sldMkLst>
        <pc:spChg chg="mod">
          <ac:chgData name="Ryan Ko" userId="9ac87de0-6342-45ff-89f2-ae7210480927" providerId="ADAL" clId="{2531C226-F500-518F-B01D-3F73F15947C5}" dt="2026-10-06T07:32:05.383" v="900" actId="20577"/>
          <ac:spMkLst>
            <pc:docMk/>
            <pc:sldMk cId="2885398499" sldId="490"/>
            <ac:spMk id="24" creationId="{83D945EF-91BB-C846-384B-4BD5F91BCC03}"/>
          </ac:spMkLst>
        </pc:spChg>
        <pc:spChg chg="mod">
          <ac:chgData name="Ryan Ko" userId="9ac87de0-6342-45ff-89f2-ae7210480927" providerId="ADAL" clId="{2531C226-F500-518F-B01D-3F73F15947C5}" dt="2026-10-06T07:18:44.552" v="859" actId="20577"/>
          <ac:spMkLst>
            <pc:docMk/>
            <pc:sldMk cId="2885398499" sldId="490"/>
            <ac:spMk id="32" creationId="{333DEF3D-CF8C-29BE-FF5C-75E26297270C}"/>
          </ac:spMkLst>
        </pc:spChg>
      </pc:sldChg>
      <pc:sldChg chg="modSp">
        <pc:chgData name="Ryan Ko" userId="9ac87de0-6342-45ff-89f2-ae7210480927" providerId="ADAL" clId="{2531C226-F500-518F-B01D-3F73F15947C5}" dt="2026-10-06T05:04:45.191" v="489" actId="20577"/>
        <pc:sldMkLst>
          <pc:docMk/>
          <pc:sldMk cId="98469849" sldId="496"/>
        </pc:sldMkLst>
        <pc:spChg chg="mod">
          <ac:chgData name="Ryan Ko" userId="9ac87de0-6342-45ff-89f2-ae7210480927" providerId="ADAL" clId="{2531C226-F500-518F-B01D-3F73F15947C5}" dt="2026-10-06T05:04:45.191" v="489" actId="20577"/>
          <ac:spMkLst>
            <pc:docMk/>
            <pc:sldMk cId="98469849" sldId="496"/>
            <ac:spMk id="3" creationId="{B17C48DD-03AE-3F8B-9E90-2E4BD2BDF2EA}"/>
          </ac:spMkLst>
        </pc:spChg>
      </pc:sldChg>
      <pc:sldChg chg="modSp mod">
        <pc:chgData name="Ryan Ko" userId="9ac87de0-6342-45ff-89f2-ae7210480927" providerId="ADAL" clId="{2531C226-F500-518F-B01D-3F73F15947C5}" dt="2026-10-13T05:12:27.293" v="1019" actId="20577"/>
        <pc:sldMkLst>
          <pc:docMk/>
          <pc:sldMk cId="3145452564" sldId="497"/>
        </pc:sldMkLst>
        <pc:spChg chg="mod">
          <ac:chgData name="Ryan Ko" userId="9ac87de0-6342-45ff-89f2-ae7210480927" providerId="ADAL" clId="{2531C226-F500-518F-B01D-3F73F15947C5}" dt="2026-10-13T05:12:27.293" v="1019" actId="20577"/>
          <ac:spMkLst>
            <pc:docMk/>
            <pc:sldMk cId="3145452564" sldId="497"/>
            <ac:spMk id="2" creationId="{0A14834D-E90A-B76D-A40D-DB76B5EACEF5}"/>
          </ac:spMkLst>
        </pc:spChg>
        <pc:spChg chg="mod">
          <ac:chgData name="Ryan Ko" userId="9ac87de0-6342-45ff-89f2-ae7210480927" providerId="ADAL" clId="{2531C226-F500-518F-B01D-3F73F15947C5}" dt="2026-10-06T05:03:31.913" v="460" actId="20577"/>
          <ac:spMkLst>
            <pc:docMk/>
            <pc:sldMk cId="3145452564" sldId="497"/>
            <ac:spMk id="9" creationId="{A2D935EA-1D53-E518-44E5-DDBE24AB8BCD}"/>
          </ac:spMkLst>
        </pc:spChg>
      </pc:sldChg>
      <pc:sldChg chg="modSp mod">
        <pc:chgData name="Ryan Ko" userId="9ac87de0-6342-45ff-89f2-ae7210480927" providerId="ADAL" clId="{2531C226-F500-518F-B01D-3F73F15947C5}" dt="2026-10-06T07:34:17.523" v="952" actId="6549"/>
        <pc:sldMkLst>
          <pc:docMk/>
          <pc:sldMk cId="2793879681" sldId="499"/>
        </pc:sldMkLst>
        <pc:spChg chg="mod">
          <ac:chgData name="Ryan Ko" userId="9ac87de0-6342-45ff-89f2-ae7210480927" providerId="ADAL" clId="{2531C226-F500-518F-B01D-3F73F15947C5}" dt="2026-10-06T07:33:35.083" v="909" actId="20577"/>
          <ac:spMkLst>
            <pc:docMk/>
            <pc:sldMk cId="2793879681" sldId="499"/>
            <ac:spMk id="3" creationId="{F99AD969-46AD-856C-B1C4-4AE05415EF30}"/>
          </ac:spMkLst>
        </pc:spChg>
        <pc:spChg chg="mod">
          <ac:chgData name="Ryan Ko" userId="9ac87de0-6342-45ff-89f2-ae7210480927" providerId="ADAL" clId="{2531C226-F500-518F-B01D-3F73F15947C5}" dt="2026-10-06T07:33:26.744" v="908" actId="20577"/>
          <ac:spMkLst>
            <pc:docMk/>
            <pc:sldMk cId="2793879681" sldId="499"/>
            <ac:spMk id="4" creationId="{A58DDC4D-2BFB-EEE8-58DA-9BC7F54EEE10}"/>
          </ac:spMkLst>
        </pc:spChg>
        <pc:spChg chg="mod">
          <ac:chgData name="Ryan Ko" userId="9ac87de0-6342-45ff-89f2-ae7210480927" providerId="ADAL" clId="{2531C226-F500-518F-B01D-3F73F15947C5}" dt="2026-10-06T07:33:40.063" v="910" actId="20577"/>
          <ac:spMkLst>
            <pc:docMk/>
            <pc:sldMk cId="2793879681" sldId="499"/>
            <ac:spMk id="5" creationId="{E9CF942B-1C7A-0BAC-3512-C8929D8FB0E9}"/>
          </ac:spMkLst>
        </pc:spChg>
        <pc:spChg chg="mod">
          <ac:chgData name="Ryan Ko" userId="9ac87de0-6342-45ff-89f2-ae7210480927" providerId="ADAL" clId="{2531C226-F500-518F-B01D-3F73F15947C5}" dt="2026-10-06T07:34:17.523" v="952" actId="6549"/>
          <ac:spMkLst>
            <pc:docMk/>
            <pc:sldMk cId="2793879681" sldId="499"/>
            <ac:spMk id="7" creationId="{A98BE991-389D-5194-1C87-08A363F3BB13}"/>
          </ac:spMkLst>
        </pc:spChg>
      </pc:sldChg>
      <pc:sldChg chg="addSp delSp modSp mod modClrScheme delAnim modAnim chgLayout">
        <pc:chgData name="Ryan Ko" userId="9ac87de0-6342-45ff-89f2-ae7210480927" providerId="ADAL" clId="{2531C226-F500-518F-B01D-3F73F15947C5}" dt="2026-10-06T07:36:18.601" v="991" actId="700"/>
        <pc:sldMkLst>
          <pc:docMk/>
          <pc:sldMk cId="2712061385" sldId="501"/>
        </pc:sldMkLst>
        <pc:spChg chg="mod ord">
          <ac:chgData name="Ryan Ko" userId="9ac87de0-6342-45ff-89f2-ae7210480927" providerId="ADAL" clId="{2531C226-F500-518F-B01D-3F73F15947C5}" dt="2026-10-06T07:36:18.601" v="991" actId="700"/>
          <ac:spMkLst>
            <pc:docMk/>
            <pc:sldMk cId="2712061385" sldId="501"/>
            <ac:spMk id="2" creationId="{6B9A4270-E748-472B-BDE1-634F1527DA2B}"/>
          </ac:spMkLst>
        </pc:spChg>
        <pc:spChg chg="mod ord">
          <ac:chgData name="Ryan Ko" userId="9ac87de0-6342-45ff-89f2-ae7210480927" providerId="ADAL" clId="{2531C226-F500-518F-B01D-3F73F15947C5}" dt="2026-10-06T07:36:18.601" v="991" actId="700"/>
          <ac:spMkLst>
            <pc:docMk/>
            <pc:sldMk cId="2712061385" sldId="501"/>
            <ac:spMk id="3" creationId="{B6BC4AF2-0344-4873-8B01-1BEF95B63D7D}"/>
          </ac:spMkLst>
        </pc:spChg>
      </pc:sldChg>
      <pc:sldChg chg="modSp mod">
        <pc:chgData name="Ryan Ko" userId="9ac87de0-6342-45ff-89f2-ae7210480927" providerId="ADAL" clId="{2531C226-F500-518F-B01D-3F73F15947C5}" dt="2026-10-06T06:18:05.610" v="604" actId="20577"/>
        <pc:sldMkLst>
          <pc:docMk/>
          <pc:sldMk cId="3132281118" sldId="1418"/>
        </pc:sldMkLst>
        <pc:spChg chg="mod">
          <ac:chgData name="Ryan Ko" userId="9ac87de0-6342-45ff-89f2-ae7210480927" providerId="ADAL" clId="{2531C226-F500-518F-B01D-3F73F15947C5}" dt="2026-10-06T06:18:05.610" v="604" actId="20577"/>
          <ac:spMkLst>
            <pc:docMk/>
            <pc:sldMk cId="3132281118" sldId="1418"/>
            <ac:spMk id="5" creationId="{00EA781F-F37E-76CA-3ED9-2ADB478E5AB6}"/>
          </ac:spMkLst>
        </pc:spChg>
      </pc:sldChg>
      <pc:sldChg chg="modSp mod">
        <pc:chgData name="Ryan Ko" userId="9ac87de0-6342-45ff-89f2-ae7210480927" providerId="ADAL" clId="{2531C226-F500-518F-B01D-3F73F15947C5}" dt="2026-10-06T04:56:42.347" v="38" actId="20577"/>
        <pc:sldMkLst>
          <pc:docMk/>
          <pc:sldMk cId="350125421" sldId="1425"/>
        </pc:sldMkLst>
        <pc:spChg chg="mod">
          <ac:chgData name="Ryan Ko" userId="9ac87de0-6342-45ff-89f2-ae7210480927" providerId="ADAL" clId="{2531C226-F500-518F-B01D-3F73F15947C5}" dt="2026-10-06T04:56:42.347" v="38" actId="20577"/>
          <ac:spMkLst>
            <pc:docMk/>
            <pc:sldMk cId="350125421" sldId="1425"/>
            <ac:spMk id="8" creationId="{F087F265-9A4D-8291-6578-196811E8896D}"/>
          </ac:spMkLst>
        </pc:spChg>
      </pc:sldChg>
      <pc:sldChg chg="modAnim">
        <pc:chgData name="Ryan Ko" userId="9ac87de0-6342-45ff-89f2-ae7210480927" providerId="ADAL" clId="{2531C226-F500-518F-B01D-3F73F15947C5}" dt="2026-10-13T01:51:11.737" v="993"/>
        <pc:sldMkLst>
          <pc:docMk/>
          <pc:sldMk cId="94444477" sldId="1426"/>
        </pc:sldMkLst>
      </pc:sldChg>
      <pc:sldChg chg="modSp mod">
        <pc:chgData name="Ryan Ko" userId="9ac87de0-6342-45ff-89f2-ae7210480927" providerId="ADAL" clId="{2531C226-F500-518F-B01D-3F73F15947C5}" dt="2026-10-06T05:09:13.495" v="491" actId="20577"/>
        <pc:sldMkLst>
          <pc:docMk/>
          <pc:sldMk cId="608501617" sldId="1427"/>
        </pc:sldMkLst>
        <pc:spChg chg="mod">
          <ac:chgData name="Ryan Ko" userId="9ac87de0-6342-45ff-89f2-ae7210480927" providerId="ADAL" clId="{2531C226-F500-518F-B01D-3F73F15947C5}" dt="2026-10-06T05:09:13.495" v="491" actId="20577"/>
          <ac:spMkLst>
            <pc:docMk/>
            <pc:sldMk cId="608501617" sldId="1427"/>
            <ac:spMk id="139" creationId="{83B37B1A-0693-1DEE-14D9-E95415DF9D78}"/>
          </ac:spMkLst>
        </pc:spChg>
      </pc:sldChg>
      <pc:sldChg chg="addSp modSp mod">
        <pc:chgData name="Ryan Ko" userId="9ac87de0-6342-45ff-89f2-ae7210480927" providerId="ADAL" clId="{2531C226-F500-518F-B01D-3F73F15947C5}" dt="2026-10-06T06:58:33.999" v="689" actId="113"/>
        <pc:sldMkLst>
          <pc:docMk/>
          <pc:sldMk cId="3194772862" sldId="1431"/>
        </pc:sldMkLst>
        <pc:spChg chg="add mod">
          <ac:chgData name="Ryan Ko" userId="9ac87de0-6342-45ff-89f2-ae7210480927" providerId="ADAL" clId="{2531C226-F500-518F-B01D-3F73F15947C5}" dt="2026-10-06T06:47:06.220" v="682" actId="1076"/>
          <ac:spMkLst>
            <pc:docMk/>
            <pc:sldMk cId="3194772862" sldId="1431"/>
            <ac:spMk id="3" creationId="{2AE212C5-3963-32A0-2AE5-15E0F919EBDA}"/>
          </ac:spMkLst>
        </pc:spChg>
        <pc:spChg chg="mod">
          <ac:chgData name="Ryan Ko" userId="9ac87de0-6342-45ff-89f2-ae7210480927" providerId="ADAL" clId="{2531C226-F500-518F-B01D-3F73F15947C5}" dt="2026-10-06T06:46:39.696" v="674" actId="1076"/>
          <ac:spMkLst>
            <pc:docMk/>
            <pc:sldMk cId="3194772862" sldId="1431"/>
            <ac:spMk id="14" creationId="{8EF74A75-BCC2-C8AD-70C3-400D2C8BE6CE}"/>
          </ac:spMkLst>
        </pc:spChg>
        <pc:spChg chg="mod">
          <ac:chgData name="Ryan Ko" userId="9ac87de0-6342-45ff-89f2-ae7210480927" providerId="ADAL" clId="{2531C226-F500-518F-B01D-3F73F15947C5}" dt="2026-10-06T06:45:25.087" v="670" actId="20577"/>
          <ac:spMkLst>
            <pc:docMk/>
            <pc:sldMk cId="3194772862" sldId="1431"/>
            <ac:spMk id="17" creationId="{6CAA832D-DEE2-F6FF-966F-FE22C12C46A5}"/>
          </ac:spMkLst>
        </pc:spChg>
        <pc:spChg chg="mod">
          <ac:chgData name="Ryan Ko" userId="9ac87de0-6342-45ff-89f2-ae7210480927" providerId="ADAL" clId="{2531C226-F500-518F-B01D-3F73F15947C5}" dt="2026-10-06T06:44:19.522" v="648" actId="6549"/>
          <ac:spMkLst>
            <pc:docMk/>
            <pc:sldMk cId="3194772862" sldId="1431"/>
            <ac:spMk id="18" creationId="{E4A0B579-52FD-26FB-F568-D053ABFA343A}"/>
          </ac:spMkLst>
        </pc:spChg>
        <pc:spChg chg="mod">
          <ac:chgData name="Ryan Ko" userId="9ac87de0-6342-45ff-89f2-ae7210480927" providerId="ADAL" clId="{2531C226-F500-518F-B01D-3F73F15947C5}" dt="2026-10-06T06:51:54.521" v="687" actId="115"/>
          <ac:spMkLst>
            <pc:docMk/>
            <pc:sldMk cId="3194772862" sldId="1431"/>
            <ac:spMk id="19" creationId="{C6C131CE-4D19-E719-D8FE-6CB7BC3694FD}"/>
          </ac:spMkLst>
        </pc:spChg>
        <pc:spChg chg="mod">
          <ac:chgData name="Ryan Ko" userId="9ac87de0-6342-45ff-89f2-ae7210480927" providerId="ADAL" clId="{2531C226-F500-518F-B01D-3F73F15947C5}" dt="2026-10-06T06:58:33.999" v="689" actId="113"/>
          <ac:spMkLst>
            <pc:docMk/>
            <pc:sldMk cId="3194772862" sldId="1431"/>
            <ac:spMk id="23" creationId="{A80AE128-70A1-61A1-DB8E-6064AD0D6387}"/>
          </ac:spMkLst>
        </pc:spChg>
      </pc:sldChg>
      <pc:sldChg chg="modSp">
        <pc:chgData name="Ryan Ko" userId="9ac87de0-6342-45ff-89f2-ae7210480927" providerId="ADAL" clId="{2531C226-F500-518F-B01D-3F73F15947C5}" dt="2026-10-06T07:01:32.892" v="711" actId="113"/>
        <pc:sldMkLst>
          <pc:docMk/>
          <pc:sldMk cId="2671733167" sldId="1432"/>
        </pc:sldMkLst>
        <pc:spChg chg="mod">
          <ac:chgData name="Ryan Ko" userId="9ac87de0-6342-45ff-89f2-ae7210480927" providerId="ADAL" clId="{2531C226-F500-518F-B01D-3F73F15947C5}" dt="2026-10-06T07:01:32.892" v="711" actId="113"/>
          <ac:spMkLst>
            <pc:docMk/>
            <pc:sldMk cId="2671733167" sldId="1432"/>
            <ac:spMk id="9" creationId="{280D476E-33ED-1B6A-0082-D16B8610172E}"/>
          </ac:spMkLst>
        </pc:spChg>
        <pc:spChg chg="mod">
          <ac:chgData name="Ryan Ko" userId="9ac87de0-6342-45ff-89f2-ae7210480927" providerId="ADAL" clId="{2531C226-F500-518F-B01D-3F73F15947C5}" dt="2026-10-06T07:01:05.830" v="710" actId="20577"/>
          <ac:spMkLst>
            <pc:docMk/>
            <pc:sldMk cId="2671733167" sldId="1432"/>
            <ac:spMk id="12" creationId="{BC5A1F01-548F-2C65-4392-85A2CB2DD38E}"/>
          </ac:spMkLst>
        </pc:spChg>
      </pc:sldChg>
      <pc:sldChg chg="addSp modSp mod">
        <pc:chgData name="Ryan Ko" userId="9ac87de0-6342-45ff-89f2-ae7210480927" providerId="ADAL" clId="{2531C226-F500-518F-B01D-3F73F15947C5}" dt="2026-10-06T07:02:21.732" v="713" actId="1076"/>
        <pc:sldMkLst>
          <pc:docMk/>
          <pc:sldMk cId="2026807772" sldId="1434"/>
        </pc:sldMkLst>
      </pc:sldChg>
      <pc:sldChg chg="modSp mod">
        <pc:chgData name="Ryan Ko" userId="9ac87de0-6342-45ff-89f2-ae7210480927" providerId="ADAL" clId="{2531C226-F500-518F-B01D-3F73F15947C5}" dt="2026-10-06T07:13:19.924" v="766" actId="115"/>
        <pc:sldMkLst>
          <pc:docMk/>
          <pc:sldMk cId="83961266" sldId="1436"/>
        </pc:sldMkLst>
      </pc:sldChg>
      <pc:sldChg chg="modSp mod">
        <pc:chgData name="Ryan Ko" userId="9ac87de0-6342-45ff-89f2-ae7210480927" providerId="ADAL" clId="{2531C226-F500-518F-B01D-3F73F15947C5}" dt="2026-10-06T07:14:07.572" v="777" actId="20577"/>
        <pc:sldMkLst>
          <pc:docMk/>
          <pc:sldMk cId="2922943375" sldId="1437"/>
        </pc:sldMkLst>
      </pc:sldChg>
      <pc:sldChg chg="modSp mod">
        <pc:chgData name="Ryan Ko" userId="9ac87de0-6342-45ff-89f2-ae7210480927" providerId="ADAL" clId="{2531C226-F500-518F-B01D-3F73F15947C5}" dt="2026-10-06T07:15:07.807" v="814" actId="114"/>
        <pc:sldMkLst>
          <pc:docMk/>
          <pc:sldMk cId="893386020" sldId="1438"/>
        </pc:sldMkLst>
        <pc:spChg chg="mod">
          <ac:chgData name="Ryan Ko" userId="9ac87de0-6342-45ff-89f2-ae7210480927" providerId="ADAL" clId="{2531C226-F500-518F-B01D-3F73F15947C5}" dt="2026-10-06T07:15:07.807" v="814" actId="114"/>
          <ac:spMkLst>
            <pc:docMk/>
            <pc:sldMk cId="893386020" sldId="1438"/>
            <ac:spMk id="11" creationId="{A5A7DE16-22EA-8FA3-3EBA-2F6BE97A53B0}"/>
          </ac:spMkLst>
        </pc:spChg>
      </pc:sldChg>
      <pc:sldChg chg="modSp mod">
        <pc:chgData name="Ryan Ko" userId="9ac87de0-6342-45ff-89f2-ae7210480927" providerId="ADAL" clId="{2531C226-F500-518F-B01D-3F73F15947C5}" dt="2026-10-06T07:16:01.092" v="838" actId="114"/>
        <pc:sldMkLst>
          <pc:docMk/>
          <pc:sldMk cId="3500280183" sldId="1439"/>
        </pc:sldMkLst>
        <pc:spChg chg="mod">
          <ac:chgData name="Ryan Ko" userId="9ac87de0-6342-45ff-89f2-ae7210480927" providerId="ADAL" clId="{2531C226-F500-518F-B01D-3F73F15947C5}" dt="2026-10-06T07:16:01.092" v="838" actId="114"/>
          <ac:spMkLst>
            <pc:docMk/>
            <pc:sldMk cId="3500280183" sldId="1439"/>
            <ac:spMk id="10" creationId="{618B5C73-B26B-C4F5-D3E6-96D859551A9D}"/>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ata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ata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ata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ata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73606FF-2461-5747-A4CF-5BC7E39370A3}" type="doc">
      <dgm:prSet loTypeId="urn:microsoft.com/office/officeart/2005/8/layout/vList3" loCatId="" qsTypeId="urn:microsoft.com/office/officeart/2005/8/quickstyle/simple1#2" qsCatId="simple" csTypeId="urn:microsoft.com/office/officeart/2005/8/colors/accent1_2#2" csCatId="accent1" phldr="1"/>
      <dgm:spPr/>
      <dgm:t>
        <a:bodyPr/>
        <a:lstStyle/>
        <a:p>
          <a:endParaRPr lang="en-GB"/>
        </a:p>
      </dgm:t>
    </dgm:pt>
    <dgm:pt modelId="{06B96A4E-F9C9-434F-B5C7-525E0731DF2F}">
      <dgm:prSet phldrT="[Text]"/>
      <dgm:spPr/>
      <dgm:t>
        <a:bodyPr/>
        <a:lstStyle/>
        <a:p>
          <a:pPr algn="l"/>
          <a:r>
            <a:rPr lang="en-GB"/>
            <a:t>Introduction</a:t>
          </a:r>
        </a:p>
      </dgm:t>
    </dgm:pt>
    <dgm:pt modelId="{CD1F563A-23E0-3E4A-9B87-767C214C616B}" type="parTrans" cxnId="{7C6137AD-4353-E645-96ED-058174C6D763}">
      <dgm:prSet/>
      <dgm:spPr/>
      <dgm:t>
        <a:bodyPr/>
        <a:lstStyle/>
        <a:p>
          <a:endParaRPr lang="en-GB"/>
        </a:p>
      </dgm:t>
    </dgm:pt>
    <dgm:pt modelId="{5158566D-0EA3-704C-B8BB-7BB35070C58D}" type="sibTrans" cxnId="{7C6137AD-4353-E645-96ED-058174C6D763}">
      <dgm:prSet/>
      <dgm:spPr/>
      <dgm:t>
        <a:bodyPr/>
        <a:lstStyle/>
        <a:p>
          <a:endParaRPr lang="en-GB"/>
        </a:p>
      </dgm:t>
    </dgm:pt>
    <dgm:pt modelId="{16D101B2-D9F3-894F-A22C-3790CD033F9F}">
      <dgm:prSet phldrT="[Text]"/>
      <dgm:spPr/>
      <dgm:t>
        <a:bodyPr/>
        <a:lstStyle/>
        <a:p>
          <a:pPr algn="l"/>
          <a:r>
            <a:rPr lang="en-GB"/>
            <a:t>A timeline of Deepfake</a:t>
          </a:r>
        </a:p>
      </dgm:t>
    </dgm:pt>
    <dgm:pt modelId="{86909EA1-A395-B245-A8C8-D179836674CC}" type="parTrans" cxnId="{61CE6917-F05D-CF47-BAFF-7CA8148DCE7B}">
      <dgm:prSet/>
      <dgm:spPr/>
      <dgm:t>
        <a:bodyPr/>
        <a:lstStyle/>
        <a:p>
          <a:endParaRPr lang="en-GB"/>
        </a:p>
      </dgm:t>
    </dgm:pt>
    <dgm:pt modelId="{9341F14E-9562-A240-B33B-CAB36EC4B5AD}" type="sibTrans" cxnId="{61CE6917-F05D-CF47-BAFF-7CA8148DCE7B}">
      <dgm:prSet/>
      <dgm:spPr/>
      <dgm:t>
        <a:bodyPr/>
        <a:lstStyle/>
        <a:p>
          <a:endParaRPr lang="en-GB"/>
        </a:p>
      </dgm:t>
    </dgm:pt>
    <dgm:pt modelId="{215B1AD7-8144-4743-B588-8C5E0BDDD00B}">
      <dgm:prSet phldrT="[Text]"/>
      <dgm:spPr/>
      <dgm:t>
        <a:bodyPr/>
        <a:lstStyle/>
        <a:p>
          <a:pPr algn="l"/>
          <a:r>
            <a:rPr lang="en-GB"/>
            <a:t>State-of-the-Art Deepfake Creation</a:t>
          </a:r>
        </a:p>
      </dgm:t>
    </dgm:pt>
    <dgm:pt modelId="{870A1029-54A4-7942-861A-3DCB73A26A1F}" type="parTrans" cxnId="{2384EF43-1E1E-A64A-8C39-CC786A0647D0}">
      <dgm:prSet/>
      <dgm:spPr/>
      <dgm:t>
        <a:bodyPr/>
        <a:lstStyle/>
        <a:p>
          <a:endParaRPr lang="en-GB"/>
        </a:p>
      </dgm:t>
    </dgm:pt>
    <dgm:pt modelId="{88CC0B05-FE16-A041-A0F2-A9328E140F68}" type="sibTrans" cxnId="{2384EF43-1E1E-A64A-8C39-CC786A0647D0}">
      <dgm:prSet/>
      <dgm:spPr/>
      <dgm:t>
        <a:bodyPr/>
        <a:lstStyle/>
        <a:p>
          <a:endParaRPr lang="en-GB"/>
        </a:p>
      </dgm:t>
    </dgm:pt>
    <dgm:pt modelId="{3604FB07-01C4-A040-8EA3-42A8A0EAE4FD}">
      <dgm:prSet phldrT="[Text]"/>
      <dgm:spPr/>
      <dgm:t>
        <a:bodyPr/>
        <a:lstStyle/>
        <a:p>
          <a:pPr algn="l"/>
          <a:r>
            <a:rPr lang="en-GB"/>
            <a:t>State-of-the-Art Deepfake Defence</a:t>
          </a:r>
        </a:p>
      </dgm:t>
    </dgm:pt>
    <dgm:pt modelId="{FFB45E17-06C8-844E-AA14-97AEADF2CFCC}" type="parTrans" cxnId="{F42946B8-FFB8-2344-AC9D-0878666A19D1}">
      <dgm:prSet/>
      <dgm:spPr/>
      <dgm:t>
        <a:bodyPr/>
        <a:lstStyle/>
        <a:p>
          <a:endParaRPr lang="en-GB"/>
        </a:p>
      </dgm:t>
    </dgm:pt>
    <dgm:pt modelId="{05AAA18E-6C97-DC48-A9F4-A04EBBC79B0D}" type="sibTrans" cxnId="{F42946B8-FFB8-2344-AC9D-0878666A19D1}">
      <dgm:prSet/>
      <dgm:spPr/>
      <dgm:t>
        <a:bodyPr/>
        <a:lstStyle/>
        <a:p>
          <a:endParaRPr lang="en-GB"/>
        </a:p>
      </dgm:t>
    </dgm:pt>
    <dgm:pt modelId="{A921FFE5-F3F0-884B-A85C-AF82B96DDFDA}">
      <dgm:prSet phldrT="[Text]"/>
      <dgm:spPr/>
      <dgm:t>
        <a:bodyPr/>
        <a:lstStyle/>
        <a:p>
          <a:pPr algn="l"/>
          <a:r>
            <a:rPr lang="en-GB"/>
            <a:t>Our Research</a:t>
          </a:r>
        </a:p>
      </dgm:t>
    </dgm:pt>
    <dgm:pt modelId="{2561806A-1C1A-9D47-B39B-F2F65E8BE916}" type="parTrans" cxnId="{45C27461-455F-3A4B-AD1E-91AD108782AB}">
      <dgm:prSet/>
      <dgm:spPr/>
      <dgm:t>
        <a:bodyPr/>
        <a:lstStyle/>
        <a:p>
          <a:endParaRPr lang="en-GB"/>
        </a:p>
      </dgm:t>
    </dgm:pt>
    <dgm:pt modelId="{D92C1E8C-9B19-364A-80EF-A6A09D83FE25}" type="sibTrans" cxnId="{45C27461-455F-3A4B-AD1E-91AD108782AB}">
      <dgm:prSet/>
      <dgm:spPr/>
      <dgm:t>
        <a:bodyPr/>
        <a:lstStyle/>
        <a:p>
          <a:endParaRPr lang="en-GB"/>
        </a:p>
      </dgm:t>
    </dgm:pt>
    <dgm:pt modelId="{8596600E-6A1A-9E42-8BAD-67DBB2D925EA}">
      <dgm:prSet phldrT="[Text]"/>
      <dgm:spPr/>
      <dgm:t>
        <a:bodyPr/>
        <a:lstStyle/>
        <a:p>
          <a:pPr algn="l"/>
          <a:r>
            <a:rPr lang="en-GB"/>
            <a:t>Hands-on-session</a:t>
          </a:r>
        </a:p>
      </dgm:t>
    </dgm:pt>
    <dgm:pt modelId="{F8A564E0-220B-1D40-963C-4022EF69E431}" type="parTrans" cxnId="{AE42C0EE-2DD4-C848-A824-0D69B22B62AA}">
      <dgm:prSet/>
      <dgm:spPr/>
      <dgm:t>
        <a:bodyPr/>
        <a:lstStyle/>
        <a:p>
          <a:endParaRPr lang="en-GB"/>
        </a:p>
      </dgm:t>
    </dgm:pt>
    <dgm:pt modelId="{3E1750D0-1308-4543-9E3D-0F5284A9274B}" type="sibTrans" cxnId="{AE42C0EE-2DD4-C848-A824-0D69B22B62AA}">
      <dgm:prSet/>
      <dgm:spPr/>
      <dgm:t>
        <a:bodyPr/>
        <a:lstStyle/>
        <a:p>
          <a:endParaRPr lang="en-GB"/>
        </a:p>
      </dgm:t>
    </dgm:pt>
    <dgm:pt modelId="{646D8F98-6E52-B747-96DB-242B9314C34B}" type="pres">
      <dgm:prSet presAssocID="{173606FF-2461-5747-A4CF-5BC7E39370A3}" presName="linearFlow" presStyleCnt="0">
        <dgm:presLayoutVars>
          <dgm:dir/>
          <dgm:resizeHandles val="exact"/>
        </dgm:presLayoutVars>
      </dgm:prSet>
      <dgm:spPr/>
    </dgm:pt>
    <dgm:pt modelId="{F67A0A30-9442-3744-96CE-79084396ADC7}" type="pres">
      <dgm:prSet presAssocID="{06B96A4E-F9C9-434F-B5C7-525E0731DF2F}" presName="composite" presStyleCnt="0"/>
      <dgm:spPr/>
    </dgm:pt>
    <dgm:pt modelId="{A8F4552C-0B7A-814C-ACE0-406141F931DE}" type="pres">
      <dgm:prSet presAssocID="{06B96A4E-F9C9-434F-B5C7-525E0731DF2F}" presName="imgShp" presStyleLbl="fgImgPlace1" presStyleIdx="0" presStyleCnt="6" custLinFactNeighborX="-5386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solidFill>
            <a:schemeClr val="accent1"/>
          </a:solidFill>
        </a:ln>
      </dgm:spPr>
      <dgm:extLst>
        <a:ext uri="{E40237B7-FDA0-4F09-8148-C483321AD2D9}">
          <dgm14:cNvPr xmlns:dgm14="http://schemas.microsoft.com/office/drawing/2010/diagram" id="0" name="" descr="Paper with solid fill"/>
        </a:ext>
      </dgm:extLst>
    </dgm:pt>
    <dgm:pt modelId="{FE5828AC-9284-2646-B1BC-40C48907CBAE}" type="pres">
      <dgm:prSet presAssocID="{06B96A4E-F9C9-434F-B5C7-525E0731DF2F}" presName="txShp" presStyleLbl="node1" presStyleIdx="0" presStyleCnt="6">
        <dgm:presLayoutVars>
          <dgm:bulletEnabled val="1"/>
        </dgm:presLayoutVars>
      </dgm:prSet>
      <dgm:spPr/>
    </dgm:pt>
    <dgm:pt modelId="{A269F920-E3E6-B84E-A7B7-C218F5FB2565}" type="pres">
      <dgm:prSet presAssocID="{5158566D-0EA3-704C-B8BB-7BB35070C58D}" presName="spacing" presStyleCnt="0"/>
      <dgm:spPr/>
    </dgm:pt>
    <dgm:pt modelId="{AD38A2CA-147A-4941-BDCB-A2DA8E7B770C}" type="pres">
      <dgm:prSet presAssocID="{16D101B2-D9F3-894F-A22C-3790CD033F9F}" presName="composite" presStyleCnt="0"/>
      <dgm:spPr/>
    </dgm:pt>
    <dgm:pt modelId="{624AD994-FCBD-7C4A-A17B-25A9B8AE173B}" type="pres">
      <dgm:prSet presAssocID="{16D101B2-D9F3-894F-A22C-3790CD033F9F}" presName="imgShp" presStyleLbl="fgImgPlace1" presStyleIdx="1" presStyleCnt="6" custLinFactNeighborX="-5386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solidFill>
            <a:schemeClr val="accent1"/>
          </a:solidFill>
        </a:ln>
      </dgm:spPr>
      <dgm:extLst>
        <a:ext uri="{E40237B7-FDA0-4F09-8148-C483321AD2D9}">
          <dgm14:cNvPr xmlns:dgm14="http://schemas.microsoft.com/office/drawing/2010/diagram" id="0" name="" descr="Branching diagram with solid fill"/>
        </a:ext>
      </dgm:extLst>
    </dgm:pt>
    <dgm:pt modelId="{B18E58E2-9F07-4A4F-8A06-974156A78A30}" type="pres">
      <dgm:prSet presAssocID="{16D101B2-D9F3-894F-A22C-3790CD033F9F}" presName="txShp" presStyleLbl="node1" presStyleIdx="1" presStyleCnt="6">
        <dgm:presLayoutVars>
          <dgm:bulletEnabled val="1"/>
        </dgm:presLayoutVars>
      </dgm:prSet>
      <dgm:spPr/>
    </dgm:pt>
    <dgm:pt modelId="{0218962A-EFAF-BC44-9117-3E8AFE559769}" type="pres">
      <dgm:prSet presAssocID="{9341F14E-9562-A240-B33B-CAB36EC4B5AD}" presName="spacing" presStyleCnt="0"/>
      <dgm:spPr/>
    </dgm:pt>
    <dgm:pt modelId="{0A1CEB6E-5B2E-5547-AA7E-296595B54635}" type="pres">
      <dgm:prSet presAssocID="{215B1AD7-8144-4743-B588-8C5E0BDDD00B}" presName="composite" presStyleCnt="0"/>
      <dgm:spPr/>
    </dgm:pt>
    <dgm:pt modelId="{496935CB-BAAE-274D-8D59-5ABCC8C9B483}" type="pres">
      <dgm:prSet presAssocID="{215B1AD7-8144-4743-B588-8C5E0BDDD00B}" presName="imgShp" presStyleLbl="fgImgPlace1" presStyleIdx="2" presStyleCnt="6" custLinFactNeighborX="-5386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solidFill>
            <a:schemeClr val="accent1"/>
          </a:solidFill>
        </a:ln>
      </dgm:spPr>
      <dgm:extLst>
        <a:ext uri="{E40237B7-FDA0-4F09-8148-C483321AD2D9}">
          <dgm14:cNvPr xmlns:dgm14="http://schemas.microsoft.com/office/drawing/2010/diagram" id="0" name="" descr="Sword with solid fill"/>
        </a:ext>
      </dgm:extLst>
    </dgm:pt>
    <dgm:pt modelId="{606A6ADF-FBD1-4B41-8CD4-EA6003FAF68B}" type="pres">
      <dgm:prSet presAssocID="{215B1AD7-8144-4743-B588-8C5E0BDDD00B}" presName="txShp" presStyleLbl="node1" presStyleIdx="2" presStyleCnt="6">
        <dgm:presLayoutVars>
          <dgm:bulletEnabled val="1"/>
        </dgm:presLayoutVars>
      </dgm:prSet>
      <dgm:spPr/>
    </dgm:pt>
    <dgm:pt modelId="{DA52B06A-5591-0C42-B1B3-5287EEE3BBB4}" type="pres">
      <dgm:prSet presAssocID="{88CC0B05-FE16-A041-A0F2-A9328E140F68}" presName="spacing" presStyleCnt="0"/>
      <dgm:spPr/>
    </dgm:pt>
    <dgm:pt modelId="{C6B87B24-C45A-B44B-8E9B-B59269467495}" type="pres">
      <dgm:prSet presAssocID="{3604FB07-01C4-A040-8EA3-42A8A0EAE4FD}" presName="composite" presStyleCnt="0"/>
      <dgm:spPr/>
    </dgm:pt>
    <dgm:pt modelId="{46B7C601-6AD0-574C-B2AE-7A5FF9C69095}" type="pres">
      <dgm:prSet presAssocID="{3604FB07-01C4-A040-8EA3-42A8A0EAE4FD}" presName="imgShp" presStyleLbl="fgImgPlace1" presStyleIdx="3" presStyleCnt="6" custLinFactNeighborX="-5386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solidFill>
            <a:schemeClr val="accent1"/>
          </a:solidFill>
        </a:ln>
      </dgm:spPr>
      <dgm:extLst>
        <a:ext uri="{E40237B7-FDA0-4F09-8148-C483321AD2D9}">
          <dgm14:cNvPr xmlns:dgm14="http://schemas.microsoft.com/office/drawing/2010/diagram" id="0" name="" descr="Shield with solid fill"/>
        </a:ext>
      </dgm:extLst>
    </dgm:pt>
    <dgm:pt modelId="{10CD72A5-CE96-4641-AAA8-02AF7089C737}" type="pres">
      <dgm:prSet presAssocID="{3604FB07-01C4-A040-8EA3-42A8A0EAE4FD}" presName="txShp" presStyleLbl="node1" presStyleIdx="3" presStyleCnt="6">
        <dgm:presLayoutVars>
          <dgm:bulletEnabled val="1"/>
        </dgm:presLayoutVars>
      </dgm:prSet>
      <dgm:spPr/>
    </dgm:pt>
    <dgm:pt modelId="{E2982984-58F3-B147-BF13-0A9226B775B0}" type="pres">
      <dgm:prSet presAssocID="{05AAA18E-6C97-DC48-A9F4-A04EBBC79B0D}" presName="spacing" presStyleCnt="0"/>
      <dgm:spPr/>
    </dgm:pt>
    <dgm:pt modelId="{A0DD7CB6-0C82-F946-B9F5-7EB356A7F80A}" type="pres">
      <dgm:prSet presAssocID="{A921FFE5-F3F0-884B-A85C-AF82B96DDFDA}" presName="composite" presStyleCnt="0"/>
      <dgm:spPr/>
    </dgm:pt>
    <dgm:pt modelId="{9AC53E28-EFD0-4247-8609-CEF3CA429466}" type="pres">
      <dgm:prSet presAssocID="{A921FFE5-F3F0-884B-A85C-AF82B96DDFDA}" presName="imgShp" presStyleLbl="fgImgPlace1" presStyleIdx="4" presStyleCnt="6" custLinFactNeighborX="-5386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solidFill>
            <a:schemeClr val="accent1"/>
          </a:solidFill>
        </a:ln>
      </dgm:spPr>
      <dgm:extLst>
        <a:ext uri="{E40237B7-FDA0-4F09-8148-C483321AD2D9}">
          <dgm14:cNvPr xmlns:dgm14="http://schemas.microsoft.com/office/drawing/2010/diagram" id="0" name="" descr="Desk with solid fill"/>
        </a:ext>
      </dgm:extLst>
    </dgm:pt>
    <dgm:pt modelId="{62C1AB9A-3FAA-374C-9BF9-1E6FE235C01F}" type="pres">
      <dgm:prSet presAssocID="{A921FFE5-F3F0-884B-A85C-AF82B96DDFDA}" presName="txShp" presStyleLbl="node1" presStyleIdx="4" presStyleCnt="6">
        <dgm:presLayoutVars>
          <dgm:bulletEnabled val="1"/>
        </dgm:presLayoutVars>
      </dgm:prSet>
      <dgm:spPr/>
    </dgm:pt>
    <dgm:pt modelId="{08601D08-1DCF-BA42-AD60-23CA16D92419}" type="pres">
      <dgm:prSet presAssocID="{D92C1E8C-9B19-364A-80EF-A6A09D83FE25}" presName="spacing" presStyleCnt="0"/>
      <dgm:spPr/>
    </dgm:pt>
    <dgm:pt modelId="{1EBB415C-9CA8-0647-BF6C-CA289155B2E0}" type="pres">
      <dgm:prSet presAssocID="{8596600E-6A1A-9E42-8BAD-67DBB2D925EA}" presName="composite" presStyleCnt="0"/>
      <dgm:spPr/>
    </dgm:pt>
    <dgm:pt modelId="{1851CD2C-6318-564A-8E59-E82C96B08880}" type="pres">
      <dgm:prSet presAssocID="{8596600E-6A1A-9E42-8BAD-67DBB2D925EA}" presName="imgShp" presStyleLbl="fgImgPlace1" presStyleIdx="5" presStyleCnt="6" custLinFactNeighborX="-53865"/>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a:solidFill>
            <a:schemeClr val="accent1"/>
          </a:solidFill>
        </a:ln>
      </dgm:spPr>
      <dgm:extLst>
        <a:ext uri="{E40237B7-FDA0-4F09-8148-C483321AD2D9}">
          <dgm14:cNvPr xmlns:dgm14="http://schemas.microsoft.com/office/drawing/2010/diagram" id="0" name="" descr="Gears with solid fill"/>
        </a:ext>
      </dgm:extLst>
    </dgm:pt>
    <dgm:pt modelId="{C4D4DA19-9771-1F4B-AC0A-F6529138CD77}" type="pres">
      <dgm:prSet presAssocID="{8596600E-6A1A-9E42-8BAD-67DBB2D925EA}" presName="txShp" presStyleLbl="node1" presStyleIdx="5" presStyleCnt="6">
        <dgm:presLayoutVars>
          <dgm:bulletEnabled val="1"/>
        </dgm:presLayoutVars>
      </dgm:prSet>
      <dgm:spPr/>
    </dgm:pt>
  </dgm:ptLst>
  <dgm:cxnLst>
    <dgm:cxn modelId="{D8913D04-DBDE-DB44-9629-F42696D58438}" type="presOf" srcId="{173606FF-2461-5747-A4CF-5BC7E39370A3}" destId="{646D8F98-6E52-B747-96DB-242B9314C34B}" srcOrd="0" destOrd="0" presId="urn:microsoft.com/office/officeart/2005/8/layout/vList3"/>
    <dgm:cxn modelId="{61CE6917-F05D-CF47-BAFF-7CA8148DCE7B}" srcId="{173606FF-2461-5747-A4CF-5BC7E39370A3}" destId="{16D101B2-D9F3-894F-A22C-3790CD033F9F}" srcOrd="1" destOrd="0" parTransId="{86909EA1-A395-B245-A8C8-D179836674CC}" sibTransId="{9341F14E-9562-A240-B33B-CAB36EC4B5AD}"/>
    <dgm:cxn modelId="{8EFB9921-23F5-134F-A283-830186EFD7C5}" type="presOf" srcId="{3604FB07-01C4-A040-8EA3-42A8A0EAE4FD}" destId="{10CD72A5-CE96-4641-AAA8-02AF7089C737}" srcOrd="0" destOrd="0" presId="urn:microsoft.com/office/officeart/2005/8/layout/vList3"/>
    <dgm:cxn modelId="{9E84CA39-31BD-2246-8A94-F7D41D8E8A15}" type="presOf" srcId="{215B1AD7-8144-4743-B588-8C5E0BDDD00B}" destId="{606A6ADF-FBD1-4B41-8CD4-EA6003FAF68B}" srcOrd="0" destOrd="0" presId="urn:microsoft.com/office/officeart/2005/8/layout/vList3"/>
    <dgm:cxn modelId="{2384EF43-1E1E-A64A-8C39-CC786A0647D0}" srcId="{173606FF-2461-5747-A4CF-5BC7E39370A3}" destId="{215B1AD7-8144-4743-B588-8C5E0BDDD00B}" srcOrd="2" destOrd="0" parTransId="{870A1029-54A4-7942-861A-3DCB73A26A1F}" sibTransId="{88CC0B05-FE16-A041-A0F2-A9328E140F68}"/>
    <dgm:cxn modelId="{86E30A61-99D9-B840-B924-B4F6B67B6EB7}" type="presOf" srcId="{16D101B2-D9F3-894F-A22C-3790CD033F9F}" destId="{B18E58E2-9F07-4A4F-8A06-974156A78A30}" srcOrd="0" destOrd="0" presId="urn:microsoft.com/office/officeart/2005/8/layout/vList3"/>
    <dgm:cxn modelId="{45C27461-455F-3A4B-AD1E-91AD108782AB}" srcId="{173606FF-2461-5747-A4CF-5BC7E39370A3}" destId="{A921FFE5-F3F0-884B-A85C-AF82B96DDFDA}" srcOrd="4" destOrd="0" parTransId="{2561806A-1C1A-9D47-B39B-F2F65E8BE916}" sibTransId="{D92C1E8C-9B19-364A-80EF-A6A09D83FE25}"/>
    <dgm:cxn modelId="{0BF93386-D0D9-454A-86C2-5120A93CD1B8}" type="presOf" srcId="{A921FFE5-F3F0-884B-A85C-AF82B96DDFDA}" destId="{62C1AB9A-3FAA-374C-9BF9-1E6FE235C01F}" srcOrd="0" destOrd="0" presId="urn:microsoft.com/office/officeart/2005/8/layout/vList3"/>
    <dgm:cxn modelId="{7C6137AD-4353-E645-96ED-058174C6D763}" srcId="{173606FF-2461-5747-A4CF-5BC7E39370A3}" destId="{06B96A4E-F9C9-434F-B5C7-525E0731DF2F}" srcOrd="0" destOrd="0" parTransId="{CD1F563A-23E0-3E4A-9B87-767C214C616B}" sibTransId="{5158566D-0EA3-704C-B8BB-7BB35070C58D}"/>
    <dgm:cxn modelId="{F42946B8-FFB8-2344-AC9D-0878666A19D1}" srcId="{173606FF-2461-5747-A4CF-5BC7E39370A3}" destId="{3604FB07-01C4-A040-8EA3-42A8A0EAE4FD}" srcOrd="3" destOrd="0" parTransId="{FFB45E17-06C8-844E-AA14-97AEADF2CFCC}" sibTransId="{05AAA18E-6C97-DC48-A9F4-A04EBBC79B0D}"/>
    <dgm:cxn modelId="{705444C7-F06B-E34E-8605-1F1EF640BF2F}" type="presOf" srcId="{8596600E-6A1A-9E42-8BAD-67DBB2D925EA}" destId="{C4D4DA19-9771-1F4B-AC0A-F6529138CD77}" srcOrd="0" destOrd="0" presId="urn:microsoft.com/office/officeart/2005/8/layout/vList3"/>
    <dgm:cxn modelId="{CC7BAFCB-9378-7146-9F74-69BBAA98AE40}" type="presOf" srcId="{06B96A4E-F9C9-434F-B5C7-525E0731DF2F}" destId="{FE5828AC-9284-2646-B1BC-40C48907CBAE}" srcOrd="0" destOrd="0" presId="urn:microsoft.com/office/officeart/2005/8/layout/vList3"/>
    <dgm:cxn modelId="{AE42C0EE-2DD4-C848-A824-0D69B22B62AA}" srcId="{173606FF-2461-5747-A4CF-5BC7E39370A3}" destId="{8596600E-6A1A-9E42-8BAD-67DBB2D925EA}" srcOrd="5" destOrd="0" parTransId="{F8A564E0-220B-1D40-963C-4022EF69E431}" sibTransId="{3E1750D0-1308-4543-9E3D-0F5284A9274B}"/>
    <dgm:cxn modelId="{022DCA82-83A5-974B-9AA9-24AF0FE62CD9}" type="presParOf" srcId="{646D8F98-6E52-B747-96DB-242B9314C34B}" destId="{F67A0A30-9442-3744-96CE-79084396ADC7}" srcOrd="0" destOrd="0" presId="urn:microsoft.com/office/officeart/2005/8/layout/vList3"/>
    <dgm:cxn modelId="{86D0D615-C150-B24D-845C-C30A1E97D140}" type="presParOf" srcId="{F67A0A30-9442-3744-96CE-79084396ADC7}" destId="{A8F4552C-0B7A-814C-ACE0-406141F931DE}" srcOrd="0" destOrd="0" presId="urn:microsoft.com/office/officeart/2005/8/layout/vList3"/>
    <dgm:cxn modelId="{B7C1EA7F-D8AA-EB49-B1F8-062005F23CAB}" type="presParOf" srcId="{F67A0A30-9442-3744-96CE-79084396ADC7}" destId="{FE5828AC-9284-2646-B1BC-40C48907CBAE}" srcOrd="1" destOrd="0" presId="urn:microsoft.com/office/officeart/2005/8/layout/vList3"/>
    <dgm:cxn modelId="{36AF3790-C570-8B4F-A288-F6005F84C698}" type="presParOf" srcId="{646D8F98-6E52-B747-96DB-242B9314C34B}" destId="{A269F920-E3E6-B84E-A7B7-C218F5FB2565}" srcOrd="1" destOrd="0" presId="urn:microsoft.com/office/officeart/2005/8/layout/vList3"/>
    <dgm:cxn modelId="{79AAF680-8723-8F41-A769-C5AC7069AECE}" type="presParOf" srcId="{646D8F98-6E52-B747-96DB-242B9314C34B}" destId="{AD38A2CA-147A-4941-BDCB-A2DA8E7B770C}" srcOrd="2" destOrd="0" presId="urn:microsoft.com/office/officeart/2005/8/layout/vList3"/>
    <dgm:cxn modelId="{D501E092-C976-CD43-A6C7-BBE1A74A02FD}" type="presParOf" srcId="{AD38A2CA-147A-4941-BDCB-A2DA8E7B770C}" destId="{624AD994-FCBD-7C4A-A17B-25A9B8AE173B}" srcOrd="0" destOrd="0" presId="urn:microsoft.com/office/officeart/2005/8/layout/vList3"/>
    <dgm:cxn modelId="{7F7C59DC-2071-4F41-A974-EC1D6FEBAE40}" type="presParOf" srcId="{AD38A2CA-147A-4941-BDCB-A2DA8E7B770C}" destId="{B18E58E2-9F07-4A4F-8A06-974156A78A30}" srcOrd="1" destOrd="0" presId="urn:microsoft.com/office/officeart/2005/8/layout/vList3"/>
    <dgm:cxn modelId="{B63AC26F-07D4-9F46-956A-DF36CBAE0027}" type="presParOf" srcId="{646D8F98-6E52-B747-96DB-242B9314C34B}" destId="{0218962A-EFAF-BC44-9117-3E8AFE559769}" srcOrd="3" destOrd="0" presId="urn:microsoft.com/office/officeart/2005/8/layout/vList3"/>
    <dgm:cxn modelId="{400DC4FB-4E21-CA47-931B-7394961E51F7}" type="presParOf" srcId="{646D8F98-6E52-B747-96DB-242B9314C34B}" destId="{0A1CEB6E-5B2E-5547-AA7E-296595B54635}" srcOrd="4" destOrd="0" presId="urn:microsoft.com/office/officeart/2005/8/layout/vList3"/>
    <dgm:cxn modelId="{54D2183D-CD9F-0148-9091-AA2639819CF5}" type="presParOf" srcId="{0A1CEB6E-5B2E-5547-AA7E-296595B54635}" destId="{496935CB-BAAE-274D-8D59-5ABCC8C9B483}" srcOrd="0" destOrd="0" presId="urn:microsoft.com/office/officeart/2005/8/layout/vList3"/>
    <dgm:cxn modelId="{CA1B7AF3-56FD-9B40-9174-52019F4DEEB6}" type="presParOf" srcId="{0A1CEB6E-5B2E-5547-AA7E-296595B54635}" destId="{606A6ADF-FBD1-4B41-8CD4-EA6003FAF68B}" srcOrd="1" destOrd="0" presId="urn:microsoft.com/office/officeart/2005/8/layout/vList3"/>
    <dgm:cxn modelId="{B9E0DF8B-6CD2-694E-9277-16F7105032C9}" type="presParOf" srcId="{646D8F98-6E52-B747-96DB-242B9314C34B}" destId="{DA52B06A-5591-0C42-B1B3-5287EEE3BBB4}" srcOrd="5" destOrd="0" presId="urn:microsoft.com/office/officeart/2005/8/layout/vList3"/>
    <dgm:cxn modelId="{5700E1E2-689B-CB4E-9EC1-03BD7B201BB2}" type="presParOf" srcId="{646D8F98-6E52-B747-96DB-242B9314C34B}" destId="{C6B87B24-C45A-B44B-8E9B-B59269467495}" srcOrd="6" destOrd="0" presId="urn:microsoft.com/office/officeart/2005/8/layout/vList3"/>
    <dgm:cxn modelId="{EBC75965-874C-294E-B945-D986C7E1D360}" type="presParOf" srcId="{C6B87B24-C45A-B44B-8E9B-B59269467495}" destId="{46B7C601-6AD0-574C-B2AE-7A5FF9C69095}" srcOrd="0" destOrd="0" presId="urn:microsoft.com/office/officeart/2005/8/layout/vList3"/>
    <dgm:cxn modelId="{CA14A6A9-A74B-8042-A981-BD9DAA103A75}" type="presParOf" srcId="{C6B87B24-C45A-B44B-8E9B-B59269467495}" destId="{10CD72A5-CE96-4641-AAA8-02AF7089C737}" srcOrd="1" destOrd="0" presId="urn:microsoft.com/office/officeart/2005/8/layout/vList3"/>
    <dgm:cxn modelId="{79F7E371-7A6C-C342-B965-D9A0D1E6F36E}" type="presParOf" srcId="{646D8F98-6E52-B747-96DB-242B9314C34B}" destId="{E2982984-58F3-B147-BF13-0A9226B775B0}" srcOrd="7" destOrd="0" presId="urn:microsoft.com/office/officeart/2005/8/layout/vList3"/>
    <dgm:cxn modelId="{B3A38543-EF62-7B4B-A587-D38709BC344E}" type="presParOf" srcId="{646D8F98-6E52-B747-96DB-242B9314C34B}" destId="{A0DD7CB6-0C82-F946-B9F5-7EB356A7F80A}" srcOrd="8" destOrd="0" presId="urn:microsoft.com/office/officeart/2005/8/layout/vList3"/>
    <dgm:cxn modelId="{C0331AA1-4BDB-0C42-9E6B-3A8B70D09DD1}" type="presParOf" srcId="{A0DD7CB6-0C82-F946-B9F5-7EB356A7F80A}" destId="{9AC53E28-EFD0-4247-8609-CEF3CA429466}" srcOrd="0" destOrd="0" presId="urn:microsoft.com/office/officeart/2005/8/layout/vList3"/>
    <dgm:cxn modelId="{96DA525D-1607-B946-BA72-8BF902CC1093}" type="presParOf" srcId="{A0DD7CB6-0C82-F946-B9F5-7EB356A7F80A}" destId="{62C1AB9A-3FAA-374C-9BF9-1E6FE235C01F}" srcOrd="1" destOrd="0" presId="urn:microsoft.com/office/officeart/2005/8/layout/vList3"/>
    <dgm:cxn modelId="{E89F0CD7-655D-9340-8E7E-965DEB3C3A8F}" type="presParOf" srcId="{646D8F98-6E52-B747-96DB-242B9314C34B}" destId="{08601D08-1DCF-BA42-AD60-23CA16D92419}" srcOrd="9" destOrd="0" presId="urn:microsoft.com/office/officeart/2005/8/layout/vList3"/>
    <dgm:cxn modelId="{760F8E15-D4DD-D949-BDAF-5E5921872123}" type="presParOf" srcId="{646D8F98-6E52-B747-96DB-242B9314C34B}" destId="{1EBB415C-9CA8-0647-BF6C-CA289155B2E0}" srcOrd="10" destOrd="0" presId="urn:microsoft.com/office/officeart/2005/8/layout/vList3"/>
    <dgm:cxn modelId="{47216B67-E1AA-A140-8379-9FDE331BEBF2}" type="presParOf" srcId="{1EBB415C-9CA8-0647-BF6C-CA289155B2E0}" destId="{1851CD2C-6318-564A-8E59-E82C96B08880}" srcOrd="0" destOrd="0" presId="urn:microsoft.com/office/officeart/2005/8/layout/vList3"/>
    <dgm:cxn modelId="{0E3A2F1D-B538-3F4A-BF19-809DD23531EC}" type="presParOf" srcId="{1EBB415C-9CA8-0647-BF6C-CA289155B2E0}" destId="{C4D4DA19-9771-1F4B-AC0A-F6529138CD77}"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3606FF-2461-5747-A4CF-5BC7E39370A3}" type="doc">
      <dgm:prSet loTypeId="urn:microsoft.com/office/officeart/2005/8/layout/vList3" loCatId="" qsTypeId="urn:microsoft.com/office/officeart/2005/8/quickstyle/simple1#2" qsCatId="simple" csTypeId="urn:microsoft.com/office/officeart/2005/8/colors/accent1_2#2" csCatId="accent1" phldr="1"/>
      <dgm:spPr/>
      <dgm:t>
        <a:bodyPr/>
        <a:lstStyle/>
        <a:p>
          <a:endParaRPr lang="en-GB"/>
        </a:p>
      </dgm:t>
    </dgm:pt>
    <dgm:pt modelId="{06B96A4E-F9C9-434F-B5C7-525E0731DF2F}">
      <dgm:prSet phldrT="[Text]"/>
      <dgm:spPr/>
      <dgm:t>
        <a:bodyPr/>
        <a:lstStyle/>
        <a:p>
          <a:pPr algn="l"/>
          <a:r>
            <a:rPr lang="en-GB"/>
            <a:t>Introduction</a:t>
          </a:r>
        </a:p>
      </dgm:t>
    </dgm:pt>
    <dgm:pt modelId="{CD1F563A-23E0-3E4A-9B87-767C214C616B}" type="parTrans" cxnId="{7C6137AD-4353-E645-96ED-058174C6D763}">
      <dgm:prSet/>
      <dgm:spPr/>
      <dgm:t>
        <a:bodyPr/>
        <a:lstStyle/>
        <a:p>
          <a:endParaRPr lang="en-GB"/>
        </a:p>
      </dgm:t>
    </dgm:pt>
    <dgm:pt modelId="{5158566D-0EA3-704C-B8BB-7BB35070C58D}" type="sibTrans" cxnId="{7C6137AD-4353-E645-96ED-058174C6D763}">
      <dgm:prSet/>
      <dgm:spPr/>
      <dgm:t>
        <a:bodyPr/>
        <a:lstStyle/>
        <a:p>
          <a:endParaRPr lang="en-GB"/>
        </a:p>
      </dgm:t>
    </dgm:pt>
    <dgm:pt modelId="{16D101B2-D9F3-894F-A22C-3790CD033F9F}">
      <dgm:prSet phldrT="[Text]"/>
      <dgm:spPr/>
      <dgm:t>
        <a:bodyPr/>
        <a:lstStyle/>
        <a:p>
          <a:pPr algn="l"/>
          <a:r>
            <a:rPr lang="en-GB"/>
            <a:t>A timeline of Deepfake</a:t>
          </a:r>
        </a:p>
      </dgm:t>
    </dgm:pt>
    <dgm:pt modelId="{86909EA1-A395-B245-A8C8-D179836674CC}" type="parTrans" cxnId="{61CE6917-F05D-CF47-BAFF-7CA8148DCE7B}">
      <dgm:prSet/>
      <dgm:spPr/>
      <dgm:t>
        <a:bodyPr/>
        <a:lstStyle/>
        <a:p>
          <a:endParaRPr lang="en-GB"/>
        </a:p>
      </dgm:t>
    </dgm:pt>
    <dgm:pt modelId="{9341F14E-9562-A240-B33B-CAB36EC4B5AD}" type="sibTrans" cxnId="{61CE6917-F05D-CF47-BAFF-7CA8148DCE7B}">
      <dgm:prSet/>
      <dgm:spPr/>
      <dgm:t>
        <a:bodyPr/>
        <a:lstStyle/>
        <a:p>
          <a:endParaRPr lang="en-GB"/>
        </a:p>
      </dgm:t>
    </dgm:pt>
    <dgm:pt modelId="{215B1AD7-8144-4743-B588-8C5E0BDDD00B}">
      <dgm:prSet phldrT="[Text]"/>
      <dgm:spPr/>
      <dgm:t>
        <a:bodyPr/>
        <a:lstStyle/>
        <a:p>
          <a:pPr algn="l"/>
          <a:r>
            <a:rPr lang="en-GB"/>
            <a:t>State-of-the-Art Deepfake Creation</a:t>
          </a:r>
        </a:p>
      </dgm:t>
    </dgm:pt>
    <dgm:pt modelId="{870A1029-54A4-7942-861A-3DCB73A26A1F}" type="parTrans" cxnId="{2384EF43-1E1E-A64A-8C39-CC786A0647D0}">
      <dgm:prSet/>
      <dgm:spPr/>
      <dgm:t>
        <a:bodyPr/>
        <a:lstStyle/>
        <a:p>
          <a:endParaRPr lang="en-GB"/>
        </a:p>
      </dgm:t>
    </dgm:pt>
    <dgm:pt modelId="{88CC0B05-FE16-A041-A0F2-A9328E140F68}" type="sibTrans" cxnId="{2384EF43-1E1E-A64A-8C39-CC786A0647D0}">
      <dgm:prSet/>
      <dgm:spPr/>
      <dgm:t>
        <a:bodyPr/>
        <a:lstStyle/>
        <a:p>
          <a:endParaRPr lang="en-GB"/>
        </a:p>
      </dgm:t>
    </dgm:pt>
    <dgm:pt modelId="{3604FB07-01C4-A040-8EA3-42A8A0EAE4FD}">
      <dgm:prSet phldrT="[Text]"/>
      <dgm:spPr/>
      <dgm:t>
        <a:bodyPr/>
        <a:lstStyle/>
        <a:p>
          <a:pPr algn="l"/>
          <a:r>
            <a:rPr lang="en-GB"/>
            <a:t>State-of-the-Art Deepfake Defence</a:t>
          </a:r>
        </a:p>
      </dgm:t>
    </dgm:pt>
    <dgm:pt modelId="{FFB45E17-06C8-844E-AA14-97AEADF2CFCC}" type="parTrans" cxnId="{F42946B8-FFB8-2344-AC9D-0878666A19D1}">
      <dgm:prSet/>
      <dgm:spPr/>
      <dgm:t>
        <a:bodyPr/>
        <a:lstStyle/>
        <a:p>
          <a:endParaRPr lang="en-GB"/>
        </a:p>
      </dgm:t>
    </dgm:pt>
    <dgm:pt modelId="{05AAA18E-6C97-DC48-A9F4-A04EBBC79B0D}" type="sibTrans" cxnId="{F42946B8-FFB8-2344-AC9D-0878666A19D1}">
      <dgm:prSet/>
      <dgm:spPr/>
      <dgm:t>
        <a:bodyPr/>
        <a:lstStyle/>
        <a:p>
          <a:endParaRPr lang="en-GB"/>
        </a:p>
      </dgm:t>
    </dgm:pt>
    <dgm:pt modelId="{A921FFE5-F3F0-884B-A85C-AF82B96DDFDA}">
      <dgm:prSet phldrT="[Text]"/>
      <dgm:spPr/>
      <dgm:t>
        <a:bodyPr/>
        <a:lstStyle/>
        <a:p>
          <a:pPr algn="l"/>
          <a:r>
            <a:rPr lang="en-GB"/>
            <a:t>Our Research</a:t>
          </a:r>
        </a:p>
      </dgm:t>
    </dgm:pt>
    <dgm:pt modelId="{2561806A-1C1A-9D47-B39B-F2F65E8BE916}" type="parTrans" cxnId="{45C27461-455F-3A4B-AD1E-91AD108782AB}">
      <dgm:prSet/>
      <dgm:spPr/>
      <dgm:t>
        <a:bodyPr/>
        <a:lstStyle/>
        <a:p>
          <a:endParaRPr lang="en-GB"/>
        </a:p>
      </dgm:t>
    </dgm:pt>
    <dgm:pt modelId="{D92C1E8C-9B19-364A-80EF-A6A09D83FE25}" type="sibTrans" cxnId="{45C27461-455F-3A4B-AD1E-91AD108782AB}">
      <dgm:prSet/>
      <dgm:spPr/>
      <dgm:t>
        <a:bodyPr/>
        <a:lstStyle/>
        <a:p>
          <a:endParaRPr lang="en-GB"/>
        </a:p>
      </dgm:t>
    </dgm:pt>
    <dgm:pt modelId="{8596600E-6A1A-9E42-8BAD-67DBB2D925EA}">
      <dgm:prSet phldrT="[Text]"/>
      <dgm:spPr/>
      <dgm:t>
        <a:bodyPr/>
        <a:lstStyle/>
        <a:p>
          <a:pPr algn="l"/>
          <a:r>
            <a:rPr lang="en-GB"/>
            <a:t>Hands-on-session</a:t>
          </a:r>
        </a:p>
      </dgm:t>
    </dgm:pt>
    <dgm:pt modelId="{F8A564E0-220B-1D40-963C-4022EF69E431}" type="parTrans" cxnId="{AE42C0EE-2DD4-C848-A824-0D69B22B62AA}">
      <dgm:prSet/>
      <dgm:spPr/>
      <dgm:t>
        <a:bodyPr/>
        <a:lstStyle/>
        <a:p>
          <a:endParaRPr lang="en-GB"/>
        </a:p>
      </dgm:t>
    </dgm:pt>
    <dgm:pt modelId="{3E1750D0-1308-4543-9E3D-0F5284A9274B}" type="sibTrans" cxnId="{AE42C0EE-2DD4-C848-A824-0D69B22B62AA}">
      <dgm:prSet/>
      <dgm:spPr/>
      <dgm:t>
        <a:bodyPr/>
        <a:lstStyle/>
        <a:p>
          <a:endParaRPr lang="en-GB"/>
        </a:p>
      </dgm:t>
    </dgm:pt>
    <dgm:pt modelId="{646D8F98-6E52-B747-96DB-242B9314C34B}" type="pres">
      <dgm:prSet presAssocID="{173606FF-2461-5747-A4CF-5BC7E39370A3}" presName="linearFlow" presStyleCnt="0">
        <dgm:presLayoutVars>
          <dgm:dir/>
          <dgm:resizeHandles val="exact"/>
        </dgm:presLayoutVars>
      </dgm:prSet>
      <dgm:spPr/>
    </dgm:pt>
    <dgm:pt modelId="{F67A0A30-9442-3744-96CE-79084396ADC7}" type="pres">
      <dgm:prSet presAssocID="{06B96A4E-F9C9-434F-B5C7-525E0731DF2F}" presName="composite" presStyleCnt="0"/>
      <dgm:spPr/>
    </dgm:pt>
    <dgm:pt modelId="{A8F4552C-0B7A-814C-ACE0-406141F931DE}" type="pres">
      <dgm:prSet presAssocID="{06B96A4E-F9C9-434F-B5C7-525E0731DF2F}" presName="imgShp" presStyleLbl="fgImgPlace1" presStyleIdx="0" presStyleCnt="6" custLinFactNeighborX="-5386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solidFill>
            <a:schemeClr val="accent1"/>
          </a:solidFill>
        </a:ln>
      </dgm:spPr>
      <dgm:extLst>
        <a:ext uri="{E40237B7-FDA0-4F09-8148-C483321AD2D9}">
          <dgm14:cNvPr xmlns:dgm14="http://schemas.microsoft.com/office/drawing/2010/diagram" id="0" name="" descr="Paper with solid fill"/>
        </a:ext>
      </dgm:extLst>
    </dgm:pt>
    <dgm:pt modelId="{FE5828AC-9284-2646-B1BC-40C48907CBAE}" type="pres">
      <dgm:prSet presAssocID="{06B96A4E-F9C9-434F-B5C7-525E0731DF2F}" presName="txShp" presStyleLbl="node1" presStyleIdx="0" presStyleCnt="6">
        <dgm:presLayoutVars>
          <dgm:bulletEnabled val="1"/>
        </dgm:presLayoutVars>
      </dgm:prSet>
      <dgm:spPr/>
    </dgm:pt>
    <dgm:pt modelId="{A269F920-E3E6-B84E-A7B7-C218F5FB2565}" type="pres">
      <dgm:prSet presAssocID="{5158566D-0EA3-704C-B8BB-7BB35070C58D}" presName="spacing" presStyleCnt="0"/>
      <dgm:spPr/>
    </dgm:pt>
    <dgm:pt modelId="{AD38A2CA-147A-4941-BDCB-A2DA8E7B770C}" type="pres">
      <dgm:prSet presAssocID="{16D101B2-D9F3-894F-A22C-3790CD033F9F}" presName="composite" presStyleCnt="0"/>
      <dgm:spPr/>
    </dgm:pt>
    <dgm:pt modelId="{624AD994-FCBD-7C4A-A17B-25A9B8AE173B}" type="pres">
      <dgm:prSet presAssocID="{16D101B2-D9F3-894F-A22C-3790CD033F9F}" presName="imgShp" presStyleLbl="fgImgPlace1" presStyleIdx="1" presStyleCnt="6" custLinFactNeighborX="-5386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solidFill>
            <a:schemeClr val="accent1"/>
          </a:solidFill>
        </a:ln>
      </dgm:spPr>
      <dgm:extLst>
        <a:ext uri="{E40237B7-FDA0-4F09-8148-C483321AD2D9}">
          <dgm14:cNvPr xmlns:dgm14="http://schemas.microsoft.com/office/drawing/2010/diagram" id="0" name="" descr="Branching diagram with solid fill"/>
        </a:ext>
      </dgm:extLst>
    </dgm:pt>
    <dgm:pt modelId="{B18E58E2-9F07-4A4F-8A06-974156A78A30}" type="pres">
      <dgm:prSet presAssocID="{16D101B2-D9F3-894F-A22C-3790CD033F9F}" presName="txShp" presStyleLbl="node1" presStyleIdx="1" presStyleCnt="6">
        <dgm:presLayoutVars>
          <dgm:bulletEnabled val="1"/>
        </dgm:presLayoutVars>
      </dgm:prSet>
      <dgm:spPr/>
    </dgm:pt>
    <dgm:pt modelId="{0218962A-EFAF-BC44-9117-3E8AFE559769}" type="pres">
      <dgm:prSet presAssocID="{9341F14E-9562-A240-B33B-CAB36EC4B5AD}" presName="spacing" presStyleCnt="0"/>
      <dgm:spPr/>
    </dgm:pt>
    <dgm:pt modelId="{0A1CEB6E-5B2E-5547-AA7E-296595B54635}" type="pres">
      <dgm:prSet presAssocID="{215B1AD7-8144-4743-B588-8C5E0BDDD00B}" presName="composite" presStyleCnt="0"/>
      <dgm:spPr/>
    </dgm:pt>
    <dgm:pt modelId="{496935CB-BAAE-274D-8D59-5ABCC8C9B483}" type="pres">
      <dgm:prSet presAssocID="{215B1AD7-8144-4743-B588-8C5E0BDDD00B}" presName="imgShp" presStyleLbl="fgImgPlace1" presStyleIdx="2" presStyleCnt="6" custLinFactNeighborX="-5386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solidFill>
            <a:schemeClr val="accent1"/>
          </a:solidFill>
        </a:ln>
      </dgm:spPr>
      <dgm:extLst>
        <a:ext uri="{E40237B7-FDA0-4F09-8148-C483321AD2D9}">
          <dgm14:cNvPr xmlns:dgm14="http://schemas.microsoft.com/office/drawing/2010/diagram" id="0" name="" descr="Sword with solid fill"/>
        </a:ext>
      </dgm:extLst>
    </dgm:pt>
    <dgm:pt modelId="{606A6ADF-FBD1-4B41-8CD4-EA6003FAF68B}" type="pres">
      <dgm:prSet presAssocID="{215B1AD7-8144-4743-B588-8C5E0BDDD00B}" presName="txShp" presStyleLbl="node1" presStyleIdx="2" presStyleCnt="6">
        <dgm:presLayoutVars>
          <dgm:bulletEnabled val="1"/>
        </dgm:presLayoutVars>
      </dgm:prSet>
      <dgm:spPr/>
    </dgm:pt>
    <dgm:pt modelId="{DA52B06A-5591-0C42-B1B3-5287EEE3BBB4}" type="pres">
      <dgm:prSet presAssocID="{88CC0B05-FE16-A041-A0F2-A9328E140F68}" presName="spacing" presStyleCnt="0"/>
      <dgm:spPr/>
    </dgm:pt>
    <dgm:pt modelId="{C6B87B24-C45A-B44B-8E9B-B59269467495}" type="pres">
      <dgm:prSet presAssocID="{3604FB07-01C4-A040-8EA3-42A8A0EAE4FD}" presName="composite" presStyleCnt="0"/>
      <dgm:spPr/>
    </dgm:pt>
    <dgm:pt modelId="{46B7C601-6AD0-574C-B2AE-7A5FF9C69095}" type="pres">
      <dgm:prSet presAssocID="{3604FB07-01C4-A040-8EA3-42A8A0EAE4FD}" presName="imgShp" presStyleLbl="fgImgPlace1" presStyleIdx="3" presStyleCnt="6" custLinFactNeighborX="-5386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solidFill>
            <a:schemeClr val="accent1"/>
          </a:solidFill>
        </a:ln>
      </dgm:spPr>
      <dgm:extLst>
        <a:ext uri="{E40237B7-FDA0-4F09-8148-C483321AD2D9}">
          <dgm14:cNvPr xmlns:dgm14="http://schemas.microsoft.com/office/drawing/2010/diagram" id="0" name="" descr="Shield with solid fill"/>
        </a:ext>
      </dgm:extLst>
    </dgm:pt>
    <dgm:pt modelId="{10CD72A5-CE96-4641-AAA8-02AF7089C737}" type="pres">
      <dgm:prSet presAssocID="{3604FB07-01C4-A040-8EA3-42A8A0EAE4FD}" presName="txShp" presStyleLbl="node1" presStyleIdx="3" presStyleCnt="6">
        <dgm:presLayoutVars>
          <dgm:bulletEnabled val="1"/>
        </dgm:presLayoutVars>
      </dgm:prSet>
      <dgm:spPr/>
    </dgm:pt>
    <dgm:pt modelId="{E2982984-58F3-B147-BF13-0A9226B775B0}" type="pres">
      <dgm:prSet presAssocID="{05AAA18E-6C97-DC48-A9F4-A04EBBC79B0D}" presName="spacing" presStyleCnt="0"/>
      <dgm:spPr/>
    </dgm:pt>
    <dgm:pt modelId="{A0DD7CB6-0C82-F946-B9F5-7EB356A7F80A}" type="pres">
      <dgm:prSet presAssocID="{A921FFE5-F3F0-884B-A85C-AF82B96DDFDA}" presName="composite" presStyleCnt="0"/>
      <dgm:spPr/>
    </dgm:pt>
    <dgm:pt modelId="{9AC53E28-EFD0-4247-8609-CEF3CA429466}" type="pres">
      <dgm:prSet presAssocID="{A921FFE5-F3F0-884B-A85C-AF82B96DDFDA}" presName="imgShp" presStyleLbl="fgImgPlace1" presStyleIdx="4" presStyleCnt="6" custLinFactNeighborX="-5386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solidFill>
            <a:schemeClr val="accent1"/>
          </a:solidFill>
        </a:ln>
      </dgm:spPr>
      <dgm:extLst>
        <a:ext uri="{E40237B7-FDA0-4F09-8148-C483321AD2D9}">
          <dgm14:cNvPr xmlns:dgm14="http://schemas.microsoft.com/office/drawing/2010/diagram" id="0" name="" descr="Desk with solid fill"/>
        </a:ext>
      </dgm:extLst>
    </dgm:pt>
    <dgm:pt modelId="{62C1AB9A-3FAA-374C-9BF9-1E6FE235C01F}" type="pres">
      <dgm:prSet presAssocID="{A921FFE5-F3F0-884B-A85C-AF82B96DDFDA}" presName="txShp" presStyleLbl="node1" presStyleIdx="4" presStyleCnt="6">
        <dgm:presLayoutVars>
          <dgm:bulletEnabled val="1"/>
        </dgm:presLayoutVars>
      </dgm:prSet>
      <dgm:spPr/>
    </dgm:pt>
    <dgm:pt modelId="{08601D08-1DCF-BA42-AD60-23CA16D92419}" type="pres">
      <dgm:prSet presAssocID="{D92C1E8C-9B19-364A-80EF-A6A09D83FE25}" presName="spacing" presStyleCnt="0"/>
      <dgm:spPr/>
    </dgm:pt>
    <dgm:pt modelId="{1EBB415C-9CA8-0647-BF6C-CA289155B2E0}" type="pres">
      <dgm:prSet presAssocID="{8596600E-6A1A-9E42-8BAD-67DBB2D925EA}" presName="composite" presStyleCnt="0"/>
      <dgm:spPr/>
    </dgm:pt>
    <dgm:pt modelId="{1851CD2C-6318-564A-8E59-E82C96B08880}" type="pres">
      <dgm:prSet presAssocID="{8596600E-6A1A-9E42-8BAD-67DBB2D925EA}" presName="imgShp" presStyleLbl="fgImgPlace1" presStyleIdx="5" presStyleCnt="6" custLinFactNeighborX="-53865"/>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a:solidFill>
            <a:schemeClr val="accent1"/>
          </a:solidFill>
        </a:ln>
      </dgm:spPr>
      <dgm:extLst>
        <a:ext uri="{E40237B7-FDA0-4F09-8148-C483321AD2D9}">
          <dgm14:cNvPr xmlns:dgm14="http://schemas.microsoft.com/office/drawing/2010/diagram" id="0" name="" descr="Gears with solid fill"/>
        </a:ext>
      </dgm:extLst>
    </dgm:pt>
    <dgm:pt modelId="{C4D4DA19-9771-1F4B-AC0A-F6529138CD77}" type="pres">
      <dgm:prSet presAssocID="{8596600E-6A1A-9E42-8BAD-67DBB2D925EA}" presName="txShp" presStyleLbl="node1" presStyleIdx="5" presStyleCnt="6">
        <dgm:presLayoutVars>
          <dgm:bulletEnabled val="1"/>
        </dgm:presLayoutVars>
      </dgm:prSet>
      <dgm:spPr/>
    </dgm:pt>
  </dgm:ptLst>
  <dgm:cxnLst>
    <dgm:cxn modelId="{D8913D04-DBDE-DB44-9629-F42696D58438}" type="presOf" srcId="{173606FF-2461-5747-A4CF-5BC7E39370A3}" destId="{646D8F98-6E52-B747-96DB-242B9314C34B}" srcOrd="0" destOrd="0" presId="urn:microsoft.com/office/officeart/2005/8/layout/vList3"/>
    <dgm:cxn modelId="{61CE6917-F05D-CF47-BAFF-7CA8148DCE7B}" srcId="{173606FF-2461-5747-A4CF-5BC7E39370A3}" destId="{16D101B2-D9F3-894F-A22C-3790CD033F9F}" srcOrd="1" destOrd="0" parTransId="{86909EA1-A395-B245-A8C8-D179836674CC}" sibTransId="{9341F14E-9562-A240-B33B-CAB36EC4B5AD}"/>
    <dgm:cxn modelId="{8EFB9921-23F5-134F-A283-830186EFD7C5}" type="presOf" srcId="{3604FB07-01C4-A040-8EA3-42A8A0EAE4FD}" destId="{10CD72A5-CE96-4641-AAA8-02AF7089C737}" srcOrd="0" destOrd="0" presId="urn:microsoft.com/office/officeart/2005/8/layout/vList3"/>
    <dgm:cxn modelId="{9E84CA39-31BD-2246-8A94-F7D41D8E8A15}" type="presOf" srcId="{215B1AD7-8144-4743-B588-8C5E0BDDD00B}" destId="{606A6ADF-FBD1-4B41-8CD4-EA6003FAF68B}" srcOrd="0" destOrd="0" presId="urn:microsoft.com/office/officeart/2005/8/layout/vList3"/>
    <dgm:cxn modelId="{2384EF43-1E1E-A64A-8C39-CC786A0647D0}" srcId="{173606FF-2461-5747-A4CF-5BC7E39370A3}" destId="{215B1AD7-8144-4743-B588-8C5E0BDDD00B}" srcOrd="2" destOrd="0" parTransId="{870A1029-54A4-7942-861A-3DCB73A26A1F}" sibTransId="{88CC0B05-FE16-A041-A0F2-A9328E140F68}"/>
    <dgm:cxn modelId="{86E30A61-99D9-B840-B924-B4F6B67B6EB7}" type="presOf" srcId="{16D101B2-D9F3-894F-A22C-3790CD033F9F}" destId="{B18E58E2-9F07-4A4F-8A06-974156A78A30}" srcOrd="0" destOrd="0" presId="urn:microsoft.com/office/officeart/2005/8/layout/vList3"/>
    <dgm:cxn modelId="{45C27461-455F-3A4B-AD1E-91AD108782AB}" srcId="{173606FF-2461-5747-A4CF-5BC7E39370A3}" destId="{A921FFE5-F3F0-884B-A85C-AF82B96DDFDA}" srcOrd="4" destOrd="0" parTransId="{2561806A-1C1A-9D47-B39B-F2F65E8BE916}" sibTransId="{D92C1E8C-9B19-364A-80EF-A6A09D83FE25}"/>
    <dgm:cxn modelId="{0BF93386-D0D9-454A-86C2-5120A93CD1B8}" type="presOf" srcId="{A921FFE5-F3F0-884B-A85C-AF82B96DDFDA}" destId="{62C1AB9A-3FAA-374C-9BF9-1E6FE235C01F}" srcOrd="0" destOrd="0" presId="urn:microsoft.com/office/officeart/2005/8/layout/vList3"/>
    <dgm:cxn modelId="{7C6137AD-4353-E645-96ED-058174C6D763}" srcId="{173606FF-2461-5747-A4CF-5BC7E39370A3}" destId="{06B96A4E-F9C9-434F-B5C7-525E0731DF2F}" srcOrd="0" destOrd="0" parTransId="{CD1F563A-23E0-3E4A-9B87-767C214C616B}" sibTransId="{5158566D-0EA3-704C-B8BB-7BB35070C58D}"/>
    <dgm:cxn modelId="{F42946B8-FFB8-2344-AC9D-0878666A19D1}" srcId="{173606FF-2461-5747-A4CF-5BC7E39370A3}" destId="{3604FB07-01C4-A040-8EA3-42A8A0EAE4FD}" srcOrd="3" destOrd="0" parTransId="{FFB45E17-06C8-844E-AA14-97AEADF2CFCC}" sibTransId="{05AAA18E-6C97-DC48-A9F4-A04EBBC79B0D}"/>
    <dgm:cxn modelId="{705444C7-F06B-E34E-8605-1F1EF640BF2F}" type="presOf" srcId="{8596600E-6A1A-9E42-8BAD-67DBB2D925EA}" destId="{C4D4DA19-9771-1F4B-AC0A-F6529138CD77}" srcOrd="0" destOrd="0" presId="urn:microsoft.com/office/officeart/2005/8/layout/vList3"/>
    <dgm:cxn modelId="{CC7BAFCB-9378-7146-9F74-69BBAA98AE40}" type="presOf" srcId="{06B96A4E-F9C9-434F-B5C7-525E0731DF2F}" destId="{FE5828AC-9284-2646-B1BC-40C48907CBAE}" srcOrd="0" destOrd="0" presId="urn:microsoft.com/office/officeart/2005/8/layout/vList3"/>
    <dgm:cxn modelId="{AE42C0EE-2DD4-C848-A824-0D69B22B62AA}" srcId="{173606FF-2461-5747-A4CF-5BC7E39370A3}" destId="{8596600E-6A1A-9E42-8BAD-67DBB2D925EA}" srcOrd="5" destOrd="0" parTransId="{F8A564E0-220B-1D40-963C-4022EF69E431}" sibTransId="{3E1750D0-1308-4543-9E3D-0F5284A9274B}"/>
    <dgm:cxn modelId="{022DCA82-83A5-974B-9AA9-24AF0FE62CD9}" type="presParOf" srcId="{646D8F98-6E52-B747-96DB-242B9314C34B}" destId="{F67A0A30-9442-3744-96CE-79084396ADC7}" srcOrd="0" destOrd="0" presId="urn:microsoft.com/office/officeart/2005/8/layout/vList3"/>
    <dgm:cxn modelId="{86D0D615-C150-B24D-845C-C30A1E97D140}" type="presParOf" srcId="{F67A0A30-9442-3744-96CE-79084396ADC7}" destId="{A8F4552C-0B7A-814C-ACE0-406141F931DE}" srcOrd="0" destOrd="0" presId="urn:microsoft.com/office/officeart/2005/8/layout/vList3"/>
    <dgm:cxn modelId="{B7C1EA7F-D8AA-EB49-B1F8-062005F23CAB}" type="presParOf" srcId="{F67A0A30-9442-3744-96CE-79084396ADC7}" destId="{FE5828AC-9284-2646-B1BC-40C48907CBAE}" srcOrd="1" destOrd="0" presId="urn:microsoft.com/office/officeart/2005/8/layout/vList3"/>
    <dgm:cxn modelId="{36AF3790-C570-8B4F-A288-F6005F84C698}" type="presParOf" srcId="{646D8F98-6E52-B747-96DB-242B9314C34B}" destId="{A269F920-E3E6-B84E-A7B7-C218F5FB2565}" srcOrd="1" destOrd="0" presId="urn:microsoft.com/office/officeart/2005/8/layout/vList3"/>
    <dgm:cxn modelId="{79AAF680-8723-8F41-A769-C5AC7069AECE}" type="presParOf" srcId="{646D8F98-6E52-B747-96DB-242B9314C34B}" destId="{AD38A2CA-147A-4941-BDCB-A2DA8E7B770C}" srcOrd="2" destOrd="0" presId="urn:microsoft.com/office/officeart/2005/8/layout/vList3"/>
    <dgm:cxn modelId="{D501E092-C976-CD43-A6C7-BBE1A74A02FD}" type="presParOf" srcId="{AD38A2CA-147A-4941-BDCB-A2DA8E7B770C}" destId="{624AD994-FCBD-7C4A-A17B-25A9B8AE173B}" srcOrd="0" destOrd="0" presId="urn:microsoft.com/office/officeart/2005/8/layout/vList3"/>
    <dgm:cxn modelId="{7F7C59DC-2071-4F41-A974-EC1D6FEBAE40}" type="presParOf" srcId="{AD38A2CA-147A-4941-BDCB-A2DA8E7B770C}" destId="{B18E58E2-9F07-4A4F-8A06-974156A78A30}" srcOrd="1" destOrd="0" presId="urn:microsoft.com/office/officeart/2005/8/layout/vList3"/>
    <dgm:cxn modelId="{B63AC26F-07D4-9F46-956A-DF36CBAE0027}" type="presParOf" srcId="{646D8F98-6E52-B747-96DB-242B9314C34B}" destId="{0218962A-EFAF-BC44-9117-3E8AFE559769}" srcOrd="3" destOrd="0" presId="urn:microsoft.com/office/officeart/2005/8/layout/vList3"/>
    <dgm:cxn modelId="{400DC4FB-4E21-CA47-931B-7394961E51F7}" type="presParOf" srcId="{646D8F98-6E52-B747-96DB-242B9314C34B}" destId="{0A1CEB6E-5B2E-5547-AA7E-296595B54635}" srcOrd="4" destOrd="0" presId="urn:microsoft.com/office/officeart/2005/8/layout/vList3"/>
    <dgm:cxn modelId="{54D2183D-CD9F-0148-9091-AA2639819CF5}" type="presParOf" srcId="{0A1CEB6E-5B2E-5547-AA7E-296595B54635}" destId="{496935CB-BAAE-274D-8D59-5ABCC8C9B483}" srcOrd="0" destOrd="0" presId="urn:microsoft.com/office/officeart/2005/8/layout/vList3"/>
    <dgm:cxn modelId="{CA1B7AF3-56FD-9B40-9174-52019F4DEEB6}" type="presParOf" srcId="{0A1CEB6E-5B2E-5547-AA7E-296595B54635}" destId="{606A6ADF-FBD1-4B41-8CD4-EA6003FAF68B}" srcOrd="1" destOrd="0" presId="urn:microsoft.com/office/officeart/2005/8/layout/vList3"/>
    <dgm:cxn modelId="{B9E0DF8B-6CD2-694E-9277-16F7105032C9}" type="presParOf" srcId="{646D8F98-6E52-B747-96DB-242B9314C34B}" destId="{DA52B06A-5591-0C42-B1B3-5287EEE3BBB4}" srcOrd="5" destOrd="0" presId="urn:microsoft.com/office/officeart/2005/8/layout/vList3"/>
    <dgm:cxn modelId="{5700E1E2-689B-CB4E-9EC1-03BD7B201BB2}" type="presParOf" srcId="{646D8F98-6E52-B747-96DB-242B9314C34B}" destId="{C6B87B24-C45A-B44B-8E9B-B59269467495}" srcOrd="6" destOrd="0" presId="urn:microsoft.com/office/officeart/2005/8/layout/vList3"/>
    <dgm:cxn modelId="{EBC75965-874C-294E-B945-D986C7E1D360}" type="presParOf" srcId="{C6B87B24-C45A-B44B-8E9B-B59269467495}" destId="{46B7C601-6AD0-574C-B2AE-7A5FF9C69095}" srcOrd="0" destOrd="0" presId="urn:microsoft.com/office/officeart/2005/8/layout/vList3"/>
    <dgm:cxn modelId="{CA14A6A9-A74B-8042-A981-BD9DAA103A75}" type="presParOf" srcId="{C6B87B24-C45A-B44B-8E9B-B59269467495}" destId="{10CD72A5-CE96-4641-AAA8-02AF7089C737}" srcOrd="1" destOrd="0" presId="urn:microsoft.com/office/officeart/2005/8/layout/vList3"/>
    <dgm:cxn modelId="{79F7E371-7A6C-C342-B965-D9A0D1E6F36E}" type="presParOf" srcId="{646D8F98-6E52-B747-96DB-242B9314C34B}" destId="{E2982984-58F3-B147-BF13-0A9226B775B0}" srcOrd="7" destOrd="0" presId="urn:microsoft.com/office/officeart/2005/8/layout/vList3"/>
    <dgm:cxn modelId="{B3A38543-EF62-7B4B-A587-D38709BC344E}" type="presParOf" srcId="{646D8F98-6E52-B747-96DB-242B9314C34B}" destId="{A0DD7CB6-0C82-F946-B9F5-7EB356A7F80A}" srcOrd="8" destOrd="0" presId="urn:microsoft.com/office/officeart/2005/8/layout/vList3"/>
    <dgm:cxn modelId="{C0331AA1-4BDB-0C42-9E6B-3A8B70D09DD1}" type="presParOf" srcId="{A0DD7CB6-0C82-F946-B9F5-7EB356A7F80A}" destId="{9AC53E28-EFD0-4247-8609-CEF3CA429466}" srcOrd="0" destOrd="0" presId="urn:microsoft.com/office/officeart/2005/8/layout/vList3"/>
    <dgm:cxn modelId="{96DA525D-1607-B946-BA72-8BF902CC1093}" type="presParOf" srcId="{A0DD7CB6-0C82-F946-B9F5-7EB356A7F80A}" destId="{62C1AB9A-3FAA-374C-9BF9-1E6FE235C01F}" srcOrd="1" destOrd="0" presId="urn:microsoft.com/office/officeart/2005/8/layout/vList3"/>
    <dgm:cxn modelId="{E89F0CD7-655D-9340-8E7E-965DEB3C3A8F}" type="presParOf" srcId="{646D8F98-6E52-B747-96DB-242B9314C34B}" destId="{08601D08-1DCF-BA42-AD60-23CA16D92419}" srcOrd="9" destOrd="0" presId="urn:microsoft.com/office/officeart/2005/8/layout/vList3"/>
    <dgm:cxn modelId="{760F8E15-D4DD-D949-BDAF-5E5921872123}" type="presParOf" srcId="{646D8F98-6E52-B747-96DB-242B9314C34B}" destId="{1EBB415C-9CA8-0647-BF6C-CA289155B2E0}" srcOrd="10" destOrd="0" presId="urn:microsoft.com/office/officeart/2005/8/layout/vList3"/>
    <dgm:cxn modelId="{47216B67-E1AA-A140-8379-9FDE331BEBF2}" type="presParOf" srcId="{1EBB415C-9CA8-0647-BF6C-CA289155B2E0}" destId="{1851CD2C-6318-564A-8E59-E82C96B08880}" srcOrd="0" destOrd="0" presId="urn:microsoft.com/office/officeart/2005/8/layout/vList3"/>
    <dgm:cxn modelId="{0E3A2F1D-B538-3F4A-BF19-809DD23531EC}" type="presParOf" srcId="{1EBB415C-9CA8-0647-BF6C-CA289155B2E0}" destId="{C4D4DA19-9771-1F4B-AC0A-F6529138CD7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3606FF-2461-5747-A4CF-5BC7E39370A3}" type="doc">
      <dgm:prSet loTypeId="urn:microsoft.com/office/officeart/2005/8/layout/vList3" loCatId="" qsTypeId="urn:microsoft.com/office/officeart/2005/8/quickstyle/simple1#2" qsCatId="simple" csTypeId="urn:microsoft.com/office/officeart/2005/8/colors/accent1_2#2" csCatId="accent1" phldr="1"/>
      <dgm:spPr/>
      <dgm:t>
        <a:bodyPr/>
        <a:lstStyle/>
        <a:p>
          <a:endParaRPr lang="en-GB"/>
        </a:p>
      </dgm:t>
    </dgm:pt>
    <dgm:pt modelId="{06B96A4E-F9C9-434F-B5C7-525E0731DF2F}">
      <dgm:prSet phldrT="[Text]" custT="1"/>
      <dgm:spPr/>
      <dgm:t>
        <a:bodyPr/>
        <a:lstStyle/>
        <a:p>
          <a:pPr algn="l"/>
          <a:r>
            <a:rPr lang="en-GB" sz="2000"/>
            <a:t>Introduction</a:t>
          </a:r>
        </a:p>
      </dgm:t>
    </dgm:pt>
    <dgm:pt modelId="{CD1F563A-23E0-3E4A-9B87-767C214C616B}" type="parTrans" cxnId="{7C6137AD-4353-E645-96ED-058174C6D763}">
      <dgm:prSet/>
      <dgm:spPr/>
      <dgm:t>
        <a:bodyPr/>
        <a:lstStyle/>
        <a:p>
          <a:endParaRPr lang="en-GB" sz="1600"/>
        </a:p>
      </dgm:t>
    </dgm:pt>
    <dgm:pt modelId="{5158566D-0EA3-704C-B8BB-7BB35070C58D}" type="sibTrans" cxnId="{7C6137AD-4353-E645-96ED-058174C6D763}">
      <dgm:prSet/>
      <dgm:spPr/>
      <dgm:t>
        <a:bodyPr/>
        <a:lstStyle/>
        <a:p>
          <a:endParaRPr lang="en-GB" sz="1600"/>
        </a:p>
      </dgm:t>
    </dgm:pt>
    <dgm:pt modelId="{16D101B2-D9F3-894F-A22C-3790CD033F9F}">
      <dgm:prSet phldrT="[Text]" custT="1"/>
      <dgm:spPr/>
      <dgm:t>
        <a:bodyPr/>
        <a:lstStyle/>
        <a:p>
          <a:pPr algn="l"/>
          <a:r>
            <a:rPr lang="en-GB" sz="2000"/>
            <a:t>A timeline of Deepfake</a:t>
          </a:r>
        </a:p>
      </dgm:t>
    </dgm:pt>
    <dgm:pt modelId="{86909EA1-A395-B245-A8C8-D179836674CC}" type="parTrans" cxnId="{61CE6917-F05D-CF47-BAFF-7CA8148DCE7B}">
      <dgm:prSet/>
      <dgm:spPr/>
      <dgm:t>
        <a:bodyPr/>
        <a:lstStyle/>
        <a:p>
          <a:endParaRPr lang="en-GB" sz="1600"/>
        </a:p>
      </dgm:t>
    </dgm:pt>
    <dgm:pt modelId="{9341F14E-9562-A240-B33B-CAB36EC4B5AD}" type="sibTrans" cxnId="{61CE6917-F05D-CF47-BAFF-7CA8148DCE7B}">
      <dgm:prSet/>
      <dgm:spPr/>
      <dgm:t>
        <a:bodyPr/>
        <a:lstStyle/>
        <a:p>
          <a:endParaRPr lang="en-GB" sz="1600"/>
        </a:p>
      </dgm:t>
    </dgm:pt>
    <dgm:pt modelId="{215B1AD7-8144-4743-B588-8C5E0BDDD00B}">
      <dgm:prSet phldrT="[Text]" custT="1"/>
      <dgm:spPr/>
      <dgm:t>
        <a:bodyPr/>
        <a:lstStyle/>
        <a:p>
          <a:pPr algn="l"/>
          <a:r>
            <a:rPr lang="en-GB" sz="2000"/>
            <a:t>State-of-the-Art Deepfake Generation</a:t>
          </a:r>
        </a:p>
      </dgm:t>
    </dgm:pt>
    <dgm:pt modelId="{870A1029-54A4-7942-861A-3DCB73A26A1F}" type="parTrans" cxnId="{2384EF43-1E1E-A64A-8C39-CC786A0647D0}">
      <dgm:prSet/>
      <dgm:spPr/>
      <dgm:t>
        <a:bodyPr/>
        <a:lstStyle/>
        <a:p>
          <a:endParaRPr lang="en-GB" sz="1600"/>
        </a:p>
      </dgm:t>
    </dgm:pt>
    <dgm:pt modelId="{88CC0B05-FE16-A041-A0F2-A9328E140F68}" type="sibTrans" cxnId="{2384EF43-1E1E-A64A-8C39-CC786A0647D0}">
      <dgm:prSet/>
      <dgm:spPr/>
      <dgm:t>
        <a:bodyPr/>
        <a:lstStyle/>
        <a:p>
          <a:endParaRPr lang="en-GB" sz="1600"/>
        </a:p>
      </dgm:t>
    </dgm:pt>
    <dgm:pt modelId="{3604FB07-01C4-A040-8EA3-42A8A0EAE4FD}">
      <dgm:prSet phldrT="[Text]" custT="1"/>
      <dgm:spPr/>
      <dgm:t>
        <a:bodyPr/>
        <a:lstStyle/>
        <a:p>
          <a:pPr algn="l"/>
          <a:r>
            <a:rPr lang="en-GB" sz="2000"/>
            <a:t>State-of-the-Art Deepfake Defence</a:t>
          </a:r>
        </a:p>
      </dgm:t>
    </dgm:pt>
    <dgm:pt modelId="{FFB45E17-06C8-844E-AA14-97AEADF2CFCC}" type="parTrans" cxnId="{F42946B8-FFB8-2344-AC9D-0878666A19D1}">
      <dgm:prSet/>
      <dgm:spPr/>
      <dgm:t>
        <a:bodyPr/>
        <a:lstStyle/>
        <a:p>
          <a:endParaRPr lang="en-GB" sz="1600"/>
        </a:p>
      </dgm:t>
    </dgm:pt>
    <dgm:pt modelId="{05AAA18E-6C97-DC48-A9F4-A04EBBC79B0D}" type="sibTrans" cxnId="{F42946B8-FFB8-2344-AC9D-0878666A19D1}">
      <dgm:prSet/>
      <dgm:spPr/>
      <dgm:t>
        <a:bodyPr/>
        <a:lstStyle/>
        <a:p>
          <a:endParaRPr lang="en-GB" sz="1600"/>
        </a:p>
      </dgm:t>
    </dgm:pt>
    <dgm:pt modelId="{A921FFE5-F3F0-884B-A85C-AF82B96DDFDA}">
      <dgm:prSet phldrT="[Text]" custT="1"/>
      <dgm:spPr/>
      <dgm:t>
        <a:bodyPr/>
        <a:lstStyle/>
        <a:p>
          <a:pPr algn="l"/>
          <a:r>
            <a:rPr lang="en-GB" sz="2000"/>
            <a:t>Our Research</a:t>
          </a:r>
        </a:p>
      </dgm:t>
    </dgm:pt>
    <dgm:pt modelId="{2561806A-1C1A-9D47-B39B-F2F65E8BE916}" type="parTrans" cxnId="{45C27461-455F-3A4B-AD1E-91AD108782AB}">
      <dgm:prSet/>
      <dgm:spPr/>
      <dgm:t>
        <a:bodyPr/>
        <a:lstStyle/>
        <a:p>
          <a:endParaRPr lang="en-GB" sz="1600"/>
        </a:p>
      </dgm:t>
    </dgm:pt>
    <dgm:pt modelId="{D92C1E8C-9B19-364A-80EF-A6A09D83FE25}" type="sibTrans" cxnId="{45C27461-455F-3A4B-AD1E-91AD108782AB}">
      <dgm:prSet/>
      <dgm:spPr/>
      <dgm:t>
        <a:bodyPr/>
        <a:lstStyle/>
        <a:p>
          <a:endParaRPr lang="en-GB" sz="1600"/>
        </a:p>
      </dgm:t>
    </dgm:pt>
    <dgm:pt modelId="{8596600E-6A1A-9E42-8BAD-67DBB2D925EA}">
      <dgm:prSet phldrT="[Text]" custT="1"/>
      <dgm:spPr/>
      <dgm:t>
        <a:bodyPr/>
        <a:lstStyle/>
        <a:p>
          <a:pPr algn="l"/>
          <a:r>
            <a:rPr lang="en-GB" sz="2000"/>
            <a:t>Hands-on-session</a:t>
          </a:r>
        </a:p>
      </dgm:t>
    </dgm:pt>
    <dgm:pt modelId="{F8A564E0-220B-1D40-963C-4022EF69E431}" type="parTrans" cxnId="{AE42C0EE-2DD4-C848-A824-0D69B22B62AA}">
      <dgm:prSet/>
      <dgm:spPr/>
      <dgm:t>
        <a:bodyPr/>
        <a:lstStyle/>
        <a:p>
          <a:endParaRPr lang="en-GB" sz="1600"/>
        </a:p>
      </dgm:t>
    </dgm:pt>
    <dgm:pt modelId="{3E1750D0-1308-4543-9E3D-0F5284A9274B}" type="sibTrans" cxnId="{AE42C0EE-2DD4-C848-A824-0D69B22B62AA}">
      <dgm:prSet/>
      <dgm:spPr/>
      <dgm:t>
        <a:bodyPr/>
        <a:lstStyle/>
        <a:p>
          <a:endParaRPr lang="en-GB" sz="1600"/>
        </a:p>
      </dgm:t>
    </dgm:pt>
    <dgm:pt modelId="{646D8F98-6E52-B747-96DB-242B9314C34B}" type="pres">
      <dgm:prSet presAssocID="{173606FF-2461-5747-A4CF-5BC7E39370A3}" presName="linearFlow" presStyleCnt="0">
        <dgm:presLayoutVars>
          <dgm:dir/>
          <dgm:resizeHandles val="exact"/>
        </dgm:presLayoutVars>
      </dgm:prSet>
      <dgm:spPr/>
    </dgm:pt>
    <dgm:pt modelId="{F67A0A30-9442-3744-96CE-79084396ADC7}" type="pres">
      <dgm:prSet presAssocID="{06B96A4E-F9C9-434F-B5C7-525E0731DF2F}" presName="composite" presStyleCnt="0"/>
      <dgm:spPr/>
    </dgm:pt>
    <dgm:pt modelId="{A8F4552C-0B7A-814C-ACE0-406141F931DE}" type="pres">
      <dgm:prSet presAssocID="{06B96A4E-F9C9-434F-B5C7-525E0731DF2F}" presName="imgShp" presStyleLbl="fgImgPlace1" presStyleIdx="0" presStyleCnt="6" custLinFactNeighborX="-5386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solidFill>
            <a:schemeClr val="accent1"/>
          </a:solidFill>
        </a:ln>
      </dgm:spPr>
      <dgm:extLst>
        <a:ext uri="{E40237B7-FDA0-4F09-8148-C483321AD2D9}">
          <dgm14:cNvPr xmlns:dgm14="http://schemas.microsoft.com/office/drawing/2010/diagram" id="0" name="" descr="Paper with solid fill"/>
        </a:ext>
      </dgm:extLst>
    </dgm:pt>
    <dgm:pt modelId="{FE5828AC-9284-2646-B1BC-40C48907CBAE}" type="pres">
      <dgm:prSet presAssocID="{06B96A4E-F9C9-434F-B5C7-525E0731DF2F}" presName="txShp" presStyleLbl="node1" presStyleIdx="0" presStyleCnt="6">
        <dgm:presLayoutVars>
          <dgm:bulletEnabled val="1"/>
        </dgm:presLayoutVars>
      </dgm:prSet>
      <dgm:spPr/>
    </dgm:pt>
    <dgm:pt modelId="{A269F920-E3E6-B84E-A7B7-C218F5FB2565}" type="pres">
      <dgm:prSet presAssocID="{5158566D-0EA3-704C-B8BB-7BB35070C58D}" presName="spacing" presStyleCnt="0"/>
      <dgm:spPr/>
    </dgm:pt>
    <dgm:pt modelId="{AD38A2CA-147A-4941-BDCB-A2DA8E7B770C}" type="pres">
      <dgm:prSet presAssocID="{16D101B2-D9F3-894F-A22C-3790CD033F9F}" presName="composite" presStyleCnt="0"/>
      <dgm:spPr/>
    </dgm:pt>
    <dgm:pt modelId="{624AD994-FCBD-7C4A-A17B-25A9B8AE173B}" type="pres">
      <dgm:prSet presAssocID="{16D101B2-D9F3-894F-A22C-3790CD033F9F}" presName="imgShp" presStyleLbl="fgImgPlace1" presStyleIdx="1" presStyleCnt="6" custLinFactNeighborX="-5386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solidFill>
            <a:schemeClr val="accent1"/>
          </a:solidFill>
        </a:ln>
      </dgm:spPr>
      <dgm:extLst>
        <a:ext uri="{E40237B7-FDA0-4F09-8148-C483321AD2D9}">
          <dgm14:cNvPr xmlns:dgm14="http://schemas.microsoft.com/office/drawing/2010/diagram" id="0" name="" descr="Branching diagram with solid fill"/>
        </a:ext>
      </dgm:extLst>
    </dgm:pt>
    <dgm:pt modelId="{B18E58E2-9F07-4A4F-8A06-974156A78A30}" type="pres">
      <dgm:prSet presAssocID="{16D101B2-D9F3-894F-A22C-3790CD033F9F}" presName="txShp" presStyleLbl="node1" presStyleIdx="1" presStyleCnt="6">
        <dgm:presLayoutVars>
          <dgm:bulletEnabled val="1"/>
        </dgm:presLayoutVars>
      </dgm:prSet>
      <dgm:spPr/>
    </dgm:pt>
    <dgm:pt modelId="{0218962A-EFAF-BC44-9117-3E8AFE559769}" type="pres">
      <dgm:prSet presAssocID="{9341F14E-9562-A240-B33B-CAB36EC4B5AD}" presName="spacing" presStyleCnt="0"/>
      <dgm:spPr/>
    </dgm:pt>
    <dgm:pt modelId="{0A1CEB6E-5B2E-5547-AA7E-296595B54635}" type="pres">
      <dgm:prSet presAssocID="{215B1AD7-8144-4743-B588-8C5E0BDDD00B}" presName="composite" presStyleCnt="0"/>
      <dgm:spPr/>
    </dgm:pt>
    <dgm:pt modelId="{496935CB-BAAE-274D-8D59-5ABCC8C9B483}" type="pres">
      <dgm:prSet presAssocID="{215B1AD7-8144-4743-B588-8C5E0BDDD00B}" presName="imgShp" presStyleLbl="fgImgPlace1" presStyleIdx="2" presStyleCnt="6" custLinFactNeighborX="-5386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solidFill>
            <a:schemeClr val="accent1"/>
          </a:solidFill>
        </a:ln>
      </dgm:spPr>
      <dgm:extLst>
        <a:ext uri="{E40237B7-FDA0-4F09-8148-C483321AD2D9}">
          <dgm14:cNvPr xmlns:dgm14="http://schemas.microsoft.com/office/drawing/2010/diagram" id="0" name="" descr="Sword with solid fill"/>
        </a:ext>
      </dgm:extLst>
    </dgm:pt>
    <dgm:pt modelId="{606A6ADF-FBD1-4B41-8CD4-EA6003FAF68B}" type="pres">
      <dgm:prSet presAssocID="{215B1AD7-8144-4743-B588-8C5E0BDDD00B}" presName="txShp" presStyleLbl="node1" presStyleIdx="2" presStyleCnt="6">
        <dgm:presLayoutVars>
          <dgm:bulletEnabled val="1"/>
        </dgm:presLayoutVars>
      </dgm:prSet>
      <dgm:spPr/>
    </dgm:pt>
    <dgm:pt modelId="{DA52B06A-5591-0C42-B1B3-5287EEE3BBB4}" type="pres">
      <dgm:prSet presAssocID="{88CC0B05-FE16-A041-A0F2-A9328E140F68}" presName="spacing" presStyleCnt="0"/>
      <dgm:spPr/>
    </dgm:pt>
    <dgm:pt modelId="{C6B87B24-C45A-B44B-8E9B-B59269467495}" type="pres">
      <dgm:prSet presAssocID="{3604FB07-01C4-A040-8EA3-42A8A0EAE4FD}" presName="composite" presStyleCnt="0"/>
      <dgm:spPr/>
    </dgm:pt>
    <dgm:pt modelId="{46B7C601-6AD0-574C-B2AE-7A5FF9C69095}" type="pres">
      <dgm:prSet presAssocID="{3604FB07-01C4-A040-8EA3-42A8A0EAE4FD}" presName="imgShp" presStyleLbl="fgImgPlace1" presStyleIdx="3" presStyleCnt="6" custLinFactNeighborX="-5386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solidFill>
            <a:schemeClr val="accent1"/>
          </a:solidFill>
        </a:ln>
      </dgm:spPr>
      <dgm:extLst>
        <a:ext uri="{E40237B7-FDA0-4F09-8148-C483321AD2D9}">
          <dgm14:cNvPr xmlns:dgm14="http://schemas.microsoft.com/office/drawing/2010/diagram" id="0" name="" descr="Shield with solid fill"/>
        </a:ext>
      </dgm:extLst>
    </dgm:pt>
    <dgm:pt modelId="{10CD72A5-CE96-4641-AAA8-02AF7089C737}" type="pres">
      <dgm:prSet presAssocID="{3604FB07-01C4-A040-8EA3-42A8A0EAE4FD}" presName="txShp" presStyleLbl="node1" presStyleIdx="3" presStyleCnt="6">
        <dgm:presLayoutVars>
          <dgm:bulletEnabled val="1"/>
        </dgm:presLayoutVars>
      </dgm:prSet>
      <dgm:spPr/>
    </dgm:pt>
    <dgm:pt modelId="{E2982984-58F3-B147-BF13-0A9226B775B0}" type="pres">
      <dgm:prSet presAssocID="{05AAA18E-6C97-DC48-A9F4-A04EBBC79B0D}" presName="spacing" presStyleCnt="0"/>
      <dgm:spPr/>
    </dgm:pt>
    <dgm:pt modelId="{A0DD7CB6-0C82-F946-B9F5-7EB356A7F80A}" type="pres">
      <dgm:prSet presAssocID="{A921FFE5-F3F0-884B-A85C-AF82B96DDFDA}" presName="composite" presStyleCnt="0"/>
      <dgm:spPr/>
    </dgm:pt>
    <dgm:pt modelId="{9AC53E28-EFD0-4247-8609-CEF3CA429466}" type="pres">
      <dgm:prSet presAssocID="{A921FFE5-F3F0-884B-A85C-AF82B96DDFDA}" presName="imgShp" presStyleLbl="fgImgPlace1" presStyleIdx="4" presStyleCnt="6" custLinFactNeighborX="-5386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solidFill>
            <a:schemeClr val="accent1"/>
          </a:solidFill>
        </a:ln>
      </dgm:spPr>
      <dgm:extLst>
        <a:ext uri="{E40237B7-FDA0-4F09-8148-C483321AD2D9}">
          <dgm14:cNvPr xmlns:dgm14="http://schemas.microsoft.com/office/drawing/2010/diagram" id="0" name="" descr="Desk with solid fill"/>
        </a:ext>
      </dgm:extLst>
    </dgm:pt>
    <dgm:pt modelId="{62C1AB9A-3FAA-374C-9BF9-1E6FE235C01F}" type="pres">
      <dgm:prSet presAssocID="{A921FFE5-F3F0-884B-A85C-AF82B96DDFDA}" presName="txShp" presStyleLbl="node1" presStyleIdx="4" presStyleCnt="6">
        <dgm:presLayoutVars>
          <dgm:bulletEnabled val="1"/>
        </dgm:presLayoutVars>
      </dgm:prSet>
      <dgm:spPr/>
    </dgm:pt>
    <dgm:pt modelId="{08601D08-1DCF-BA42-AD60-23CA16D92419}" type="pres">
      <dgm:prSet presAssocID="{D92C1E8C-9B19-364A-80EF-A6A09D83FE25}" presName="spacing" presStyleCnt="0"/>
      <dgm:spPr/>
    </dgm:pt>
    <dgm:pt modelId="{1EBB415C-9CA8-0647-BF6C-CA289155B2E0}" type="pres">
      <dgm:prSet presAssocID="{8596600E-6A1A-9E42-8BAD-67DBB2D925EA}" presName="composite" presStyleCnt="0"/>
      <dgm:spPr/>
    </dgm:pt>
    <dgm:pt modelId="{1851CD2C-6318-564A-8E59-E82C96B08880}" type="pres">
      <dgm:prSet presAssocID="{8596600E-6A1A-9E42-8BAD-67DBB2D925EA}" presName="imgShp" presStyleLbl="fgImgPlace1" presStyleIdx="5" presStyleCnt="6" custLinFactNeighborX="-53865"/>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a:solidFill>
            <a:schemeClr val="accent1"/>
          </a:solidFill>
        </a:ln>
      </dgm:spPr>
      <dgm:extLst>
        <a:ext uri="{E40237B7-FDA0-4F09-8148-C483321AD2D9}">
          <dgm14:cNvPr xmlns:dgm14="http://schemas.microsoft.com/office/drawing/2010/diagram" id="0" name="" descr="Gears with solid fill"/>
        </a:ext>
      </dgm:extLst>
    </dgm:pt>
    <dgm:pt modelId="{C4D4DA19-9771-1F4B-AC0A-F6529138CD77}" type="pres">
      <dgm:prSet presAssocID="{8596600E-6A1A-9E42-8BAD-67DBB2D925EA}" presName="txShp" presStyleLbl="node1" presStyleIdx="5" presStyleCnt="6">
        <dgm:presLayoutVars>
          <dgm:bulletEnabled val="1"/>
        </dgm:presLayoutVars>
      </dgm:prSet>
      <dgm:spPr/>
    </dgm:pt>
  </dgm:ptLst>
  <dgm:cxnLst>
    <dgm:cxn modelId="{D8913D04-DBDE-DB44-9629-F42696D58438}" type="presOf" srcId="{173606FF-2461-5747-A4CF-5BC7E39370A3}" destId="{646D8F98-6E52-B747-96DB-242B9314C34B}" srcOrd="0" destOrd="0" presId="urn:microsoft.com/office/officeart/2005/8/layout/vList3"/>
    <dgm:cxn modelId="{61CE6917-F05D-CF47-BAFF-7CA8148DCE7B}" srcId="{173606FF-2461-5747-A4CF-5BC7E39370A3}" destId="{16D101B2-D9F3-894F-A22C-3790CD033F9F}" srcOrd="1" destOrd="0" parTransId="{86909EA1-A395-B245-A8C8-D179836674CC}" sibTransId="{9341F14E-9562-A240-B33B-CAB36EC4B5AD}"/>
    <dgm:cxn modelId="{8EFB9921-23F5-134F-A283-830186EFD7C5}" type="presOf" srcId="{3604FB07-01C4-A040-8EA3-42A8A0EAE4FD}" destId="{10CD72A5-CE96-4641-AAA8-02AF7089C737}" srcOrd="0" destOrd="0" presId="urn:microsoft.com/office/officeart/2005/8/layout/vList3"/>
    <dgm:cxn modelId="{9E84CA39-31BD-2246-8A94-F7D41D8E8A15}" type="presOf" srcId="{215B1AD7-8144-4743-B588-8C5E0BDDD00B}" destId="{606A6ADF-FBD1-4B41-8CD4-EA6003FAF68B}" srcOrd="0" destOrd="0" presId="urn:microsoft.com/office/officeart/2005/8/layout/vList3"/>
    <dgm:cxn modelId="{2384EF43-1E1E-A64A-8C39-CC786A0647D0}" srcId="{173606FF-2461-5747-A4CF-5BC7E39370A3}" destId="{215B1AD7-8144-4743-B588-8C5E0BDDD00B}" srcOrd="2" destOrd="0" parTransId="{870A1029-54A4-7942-861A-3DCB73A26A1F}" sibTransId="{88CC0B05-FE16-A041-A0F2-A9328E140F68}"/>
    <dgm:cxn modelId="{86E30A61-99D9-B840-B924-B4F6B67B6EB7}" type="presOf" srcId="{16D101B2-D9F3-894F-A22C-3790CD033F9F}" destId="{B18E58E2-9F07-4A4F-8A06-974156A78A30}" srcOrd="0" destOrd="0" presId="urn:microsoft.com/office/officeart/2005/8/layout/vList3"/>
    <dgm:cxn modelId="{45C27461-455F-3A4B-AD1E-91AD108782AB}" srcId="{173606FF-2461-5747-A4CF-5BC7E39370A3}" destId="{A921FFE5-F3F0-884B-A85C-AF82B96DDFDA}" srcOrd="4" destOrd="0" parTransId="{2561806A-1C1A-9D47-B39B-F2F65E8BE916}" sibTransId="{D92C1E8C-9B19-364A-80EF-A6A09D83FE25}"/>
    <dgm:cxn modelId="{0BF93386-D0D9-454A-86C2-5120A93CD1B8}" type="presOf" srcId="{A921FFE5-F3F0-884B-A85C-AF82B96DDFDA}" destId="{62C1AB9A-3FAA-374C-9BF9-1E6FE235C01F}" srcOrd="0" destOrd="0" presId="urn:microsoft.com/office/officeart/2005/8/layout/vList3"/>
    <dgm:cxn modelId="{7C6137AD-4353-E645-96ED-058174C6D763}" srcId="{173606FF-2461-5747-A4CF-5BC7E39370A3}" destId="{06B96A4E-F9C9-434F-B5C7-525E0731DF2F}" srcOrd="0" destOrd="0" parTransId="{CD1F563A-23E0-3E4A-9B87-767C214C616B}" sibTransId="{5158566D-0EA3-704C-B8BB-7BB35070C58D}"/>
    <dgm:cxn modelId="{F42946B8-FFB8-2344-AC9D-0878666A19D1}" srcId="{173606FF-2461-5747-A4CF-5BC7E39370A3}" destId="{3604FB07-01C4-A040-8EA3-42A8A0EAE4FD}" srcOrd="3" destOrd="0" parTransId="{FFB45E17-06C8-844E-AA14-97AEADF2CFCC}" sibTransId="{05AAA18E-6C97-DC48-A9F4-A04EBBC79B0D}"/>
    <dgm:cxn modelId="{705444C7-F06B-E34E-8605-1F1EF640BF2F}" type="presOf" srcId="{8596600E-6A1A-9E42-8BAD-67DBB2D925EA}" destId="{C4D4DA19-9771-1F4B-AC0A-F6529138CD77}" srcOrd="0" destOrd="0" presId="urn:microsoft.com/office/officeart/2005/8/layout/vList3"/>
    <dgm:cxn modelId="{CC7BAFCB-9378-7146-9F74-69BBAA98AE40}" type="presOf" srcId="{06B96A4E-F9C9-434F-B5C7-525E0731DF2F}" destId="{FE5828AC-9284-2646-B1BC-40C48907CBAE}" srcOrd="0" destOrd="0" presId="urn:microsoft.com/office/officeart/2005/8/layout/vList3"/>
    <dgm:cxn modelId="{AE42C0EE-2DD4-C848-A824-0D69B22B62AA}" srcId="{173606FF-2461-5747-A4CF-5BC7E39370A3}" destId="{8596600E-6A1A-9E42-8BAD-67DBB2D925EA}" srcOrd="5" destOrd="0" parTransId="{F8A564E0-220B-1D40-963C-4022EF69E431}" sibTransId="{3E1750D0-1308-4543-9E3D-0F5284A9274B}"/>
    <dgm:cxn modelId="{022DCA82-83A5-974B-9AA9-24AF0FE62CD9}" type="presParOf" srcId="{646D8F98-6E52-B747-96DB-242B9314C34B}" destId="{F67A0A30-9442-3744-96CE-79084396ADC7}" srcOrd="0" destOrd="0" presId="urn:microsoft.com/office/officeart/2005/8/layout/vList3"/>
    <dgm:cxn modelId="{86D0D615-C150-B24D-845C-C30A1E97D140}" type="presParOf" srcId="{F67A0A30-9442-3744-96CE-79084396ADC7}" destId="{A8F4552C-0B7A-814C-ACE0-406141F931DE}" srcOrd="0" destOrd="0" presId="urn:microsoft.com/office/officeart/2005/8/layout/vList3"/>
    <dgm:cxn modelId="{B7C1EA7F-D8AA-EB49-B1F8-062005F23CAB}" type="presParOf" srcId="{F67A0A30-9442-3744-96CE-79084396ADC7}" destId="{FE5828AC-9284-2646-B1BC-40C48907CBAE}" srcOrd="1" destOrd="0" presId="urn:microsoft.com/office/officeart/2005/8/layout/vList3"/>
    <dgm:cxn modelId="{36AF3790-C570-8B4F-A288-F6005F84C698}" type="presParOf" srcId="{646D8F98-6E52-B747-96DB-242B9314C34B}" destId="{A269F920-E3E6-B84E-A7B7-C218F5FB2565}" srcOrd="1" destOrd="0" presId="urn:microsoft.com/office/officeart/2005/8/layout/vList3"/>
    <dgm:cxn modelId="{79AAF680-8723-8F41-A769-C5AC7069AECE}" type="presParOf" srcId="{646D8F98-6E52-B747-96DB-242B9314C34B}" destId="{AD38A2CA-147A-4941-BDCB-A2DA8E7B770C}" srcOrd="2" destOrd="0" presId="urn:microsoft.com/office/officeart/2005/8/layout/vList3"/>
    <dgm:cxn modelId="{D501E092-C976-CD43-A6C7-BBE1A74A02FD}" type="presParOf" srcId="{AD38A2CA-147A-4941-BDCB-A2DA8E7B770C}" destId="{624AD994-FCBD-7C4A-A17B-25A9B8AE173B}" srcOrd="0" destOrd="0" presId="urn:microsoft.com/office/officeart/2005/8/layout/vList3"/>
    <dgm:cxn modelId="{7F7C59DC-2071-4F41-A974-EC1D6FEBAE40}" type="presParOf" srcId="{AD38A2CA-147A-4941-BDCB-A2DA8E7B770C}" destId="{B18E58E2-9F07-4A4F-8A06-974156A78A30}" srcOrd="1" destOrd="0" presId="urn:microsoft.com/office/officeart/2005/8/layout/vList3"/>
    <dgm:cxn modelId="{B63AC26F-07D4-9F46-956A-DF36CBAE0027}" type="presParOf" srcId="{646D8F98-6E52-B747-96DB-242B9314C34B}" destId="{0218962A-EFAF-BC44-9117-3E8AFE559769}" srcOrd="3" destOrd="0" presId="urn:microsoft.com/office/officeart/2005/8/layout/vList3"/>
    <dgm:cxn modelId="{400DC4FB-4E21-CA47-931B-7394961E51F7}" type="presParOf" srcId="{646D8F98-6E52-B747-96DB-242B9314C34B}" destId="{0A1CEB6E-5B2E-5547-AA7E-296595B54635}" srcOrd="4" destOrd="0" presId="urn:microsoft.com/office/officeart/2005/8/layout/vList3"/>
    <dgm:cxn modelId="{54D2183D-CD9F-0148-9091-AA2639819CF5}" type="presParOf" srcId="{0A1CEB6E-5B2E-5547-AA7E-296595B54635}" destId="{496935CB-BAAE-274D-8D59-5ABCC8C9B483}" srcOrd="0" destOrd="0" presId="urn:microsoft.com/office/officeart/2005/8/layout/vList3"/>
    <dgm:cxn modelId="{CA1B7AF3-56FD-9B40-9174-52019F4DEEB6}" type="presParOf" srcId="{0A1CEB6E-5B2E-5547-AA7E-296595B54635}" destId="{606A6ADF-FBD1-4B41-8CD4-EA6003FAF68B}" srcOrd="1" destOrd="0" presId="urn:microsoft.com/office/officeart/2005/8/layout/vList3"/>
    <dgm:cxn modelId="{B9E0DF8B-6CD2-694E-9277-16F7105032C9}" type="presParOf" srcId="{646D8F98-6E52-B747-96DB-242B9314C34B}" destId="{DA52B06A-5591-0C42-B1B3-5287EEE3BBB4}" srcOrd="5" destOrd="0" presId="urn:microsoft.com/office/officeart/2005/8/layout/vList3"/>
    <dgm:cxn modelId="{5700E1E2-689B-CB4E-9EC1-03BD7B201BB2}" type="presParOf" srcId="{646D8F98-6E52-B747-96DB-242B9314C34B}" destId="{C6B87B24-C45A-B44B-8E9B-B59269467495}" srcOrd="6" destOrd="0" presId="urn:microsoft.com/office/officeart/2005/8/layout/vList3"/>
    <dgm:cxn modelId="{EBC75965-874C-294E-B945-D986C7E1D360}" type="presParOf" srcId="{C6B87B24-C45A-B44B-8E9B-B59269467495}" destId="{46B7C601-6AD0-574C-B2AE-7A5FF9C69095}" srcOrd="0" destOrd="0" presId="urn:microsoft.com/office/officeart/2005/8/layout/vList3"/>
    <dgm:cxn modelId="{CA14A6A9-A74B-8042-A981-BD9DAA103A75}" type="presParOf" srcId="{C6B87B24-C45A-B44B-8E9B-B59269467495}" destId="{10CD72A5-CE96-4641-AAA8-02AF7089C737}" srcOrd="1" destOrd="0" presId="urn:microsoft.com/office/officeart/2005/8/layout/vList3"/>
    <dgm:cxn modelId="{79F7E371-7A6C-C342-B965-D9A0D1E6F36E}" type="presParOf" srcId="{646D8F98-6E52-B747-96DB-242B9314C34B}" destId="{E2982984-58F3-B147-BF13-0A9226B775B0}" srcOrd="7" destOrd="0" presId="urn:microsoft.com/office/officeart/2005/8/layout/vList3"/>
    <dgm:cxn modelId="{B3A38543-EF62-7B4B-A587-D38709BC344E}" type="presParOf" srcId="{646D8F98-6E52-B747-96DB-242B9314C34B}" destId="{A0DD7CB6-0C82-F946-B9F5-7EB356A7F80A}" srcOrd="8" destOrd="0" presId="urn:microsoft.com/office/officeart/2005/8/layout/vList3"/>
    <dgm:cxn modelId="{C0331AA1-4BDB-0C42-9E6B-3A8B70D09DD1}" type="presParOf" srcId="{A0DD7CB6-0C82-F946-B9F5-7EB356A7F80A}" destId="{9AC53E28-EFD0-4247-8609-CEF3CA429466}" srcOrd="0" destOrd="0" presId="urn:microsoft.com/office/officeart/2005/8/layout/vList3"/>
    <dgm:cxn modelId="{96DA525D-1607-B946-BA72-8BF902CC1093}" type="presParOf" srcId="{A0DD7CB6-0C82-F946-B9F5-7EB356A7F80A}" destId="{62C1AB9A-3FAA-374C-9BF9-1E6FE235C01F}" srcOrd="1" destOrd="0" presId="urn:microsoft.com/office/officeart/2005/8/layout/vList3"/>
    <dgm:cxn modelId="{E89F0CD7-655D-9340-8E7E-965DEB3C3A8F}" type="presParOf" srcId="{646D8F98-6E52-B747-96DB-242B9314C34B}" destId="{08601D08-1DCF-BA42-AD60-23CA16D92419}" srcOrd="9" destOrd="0" presId="urn:microsoft.com/office/officeart/2005/8/layout/vList3"/>
    <dgm:cxn modelId="{760F8E15-D4DD-D949-BDAF-5E5921872123}" type="presParOf" srcId="{646D8F98-6E52-B747-96DB-242B9314C34B}" destId="{1EBB415C-9CA8-0647-BF6C-CA289155B2E0}" srcOrd="10" destOrd="0" presId="urn:microsoft.com/office/officeart/2005/8/layout/vList3"/>
    <dgm:cxn modelId="{47216B67-E1AA-A140-8379-9FDE331BEBF2}" type="presParOf" srcId="{1EBB415C-9CA8-0647-BF6C-CA289155B2E0}" destId="{1851CD2C-6318-564A-8E59-E82C96B08880}" srcOrd="0" destOrd="0" presId="urn:microsoft.com/office/officeart/2005/8/layout/vList3"/>
    <dgm:cxn modelId="{0E3A2F1D-B538-3F4A-BF19-809DD23531EC}" type="presParOf" srcId="{1EBB415C-9CA8-0647-BF6C-CA289155B2E0}" destId="{C4D4DA19-9771-1F4B-AC0A-F6529138CD7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82C2BE-6B21-9846-BB78-BE6E5BAEF1FA}" type="doc">
      <dgm:prSet loTypeId="urn:microsoft.com/office/officeart/2005/8/layout/arrow6" loCatId="" qsTypeId="urn:microsoft.com/office/officeart/2005/8/quickstyle/simple1#3" qsCatId="simple" csTypeId="urn:microsoft.com/office/officeart/2005/8/colors/accent1_2#3" csCatId="accent1" phldr="1"/>
      <dgm:spPr/>
      <dgm:t>
        <a:bodyPr/>
        <a:lstStyle/>
        <a:p>
          <a:endParaRPr lang="en-GB"/>
        </a:p>
      </dgm:t>
    </dgm:pt>
    <dgm:pt modelId="{BCDE7B89-6F76-B04C-8F1E-3B83481F388D}">
      <dgm:prSet phldrT="[Text]"/>
      <dgm:spPr/>
      <dgm:t>
        <a:bodyPr/>
        <a:lstStyle/>
        <a:p>
          <a:r>
            <a:rPr lang="en-GB"/>
            <a:t>Low quality</a:t>
          </a:r>
        </a:p>
        <a:p>
          <a:r>
            <a:rPr lang="en-GB"/>
            <a:t>high number </a:t>
          </a:r>
        </a:p>
      </dgm:t>
    </dgm:pt>
    <dgm:pt modelId="{55D1B7DB-2DEA-D244-AABF-0067330F9351}" type="parTrans" cxnId="{5C3C217B-CEE7-3C4F-B418-6AC1CD83F62B}">
      <dgm:prSet/>
      <dgm:spPr/>
      <dgm:t>
        <a:bodyPr/>
        <a:lstStyle/>
        <a:p>
          <a:endParaRPr lang="en-GB"/>
        </a:p>
      </dgm:t>
    </dgm:pt>
    <dgm:pt modelId="{6C56CB04-5EB5-734F-A805-5CB5572B80BC}" type="sibTrans" cxnId="{5C3C217B-CEE7-3C4F-B418-6AC1CD83F62B}">
      <dgm:prSet/>
      <dgm:spPr/>
      <dgm:t>
        <a:bodyPr/>
        <a:lstStyle/>
        <a:p>
          <a:endParaRPr lang="en-GB"/>
        </a:p>
      </dgm:t>
    </dgm:pt>
    <dgm:pt modelId="{C92C897D-5FC0-FD45-A160-7FF34B5EA983}">
      <dgm:prSet phldrT="[Text]"/>
      <dgm:spPr/>
      <dgm:t>
        <a:bodyPr/>
        <a:lstStyle/>
        <a:p>
          <a:r>
            <a:rPr lang="en-GB"/>
            <a:t>High quality</a:t>
          </a:r>
        </a:p>
        <a:p>
          <a:r>
            <a:rPr lang="en-GB"/>
            <a:t>low number</a:t>
          </a:r>
        </a:p>
      </dgm:t>
    </dgm:pt>
    <dgm:pt modelId="{D08068B5-DC6E-6E48-B499-F5A104CB6596}" type="parTrans" cxnId="{8ABBE070-C509-5340-B2E0-73218EE1C60E}">
      <dgm:prSet/>
      <dgm:spPr/>
      <dgm:t>
        <a:bodyPr/>
        <a:lstStyle/>
        <a:p>
          <a:endParaRPr lang="en-GB"/>
        </a:p>
      </dgm:t>
    </dgm:pt>
    <dgm:pt modelId="{D75FD649-9831-E449-831B-EC2869176A86}" type="sibTrans" cxnId="{8ABBE070-C509-5340-B2E0-73218EE1C60E}">
      <dgm:prSet/>
      <dgm:spPr/>
      <dgm:t>
        <a:bodyPr/>
        <a:lstStyle/>
        <a:p>
          <a:endParaRPr lang="en-GB"/>
        </a:p>
      </dgm:t>
    </dgm:pt>
    <dgm:pt modelId="{1FBBEE77-432B-0440-96BE-C93435AAEEAE}" type="pres">
      <dgm:prSet presAssocID="{9E82C2BE-6B21-9846-BB78-BE6E5BAEF1FA}" presName="compositeShape" presStyleCnt="0">
        <dgm:presLayoutVars>
          <dgm:chMax val="2"/>
          <dgm:dir/>
          <dgm:resizeHandles val="exact"/>
        </dgm:presLayoutVars>
      </dgm:prSet>
      <dgm:spPr/>
    </dgm:pt>
    <dgm:pt modelId="{B035D777-0892-A24F-9476-BBE98694D2A1}" type="pres">
      <dgm:prSet presAssocID="{9E82C2BE-6B21-9846-BB78-BE6E5BAEF1FA}" presName="ribbon" presStyleLbl="node1" presStyleIdx="0" presStyleCnt="1" custLinFactNeighborX="469" custLinFactNeighborY="-5824"/>
      <dgm:spPr/>
    </dgm:pt>
    <dgm:pt modelId="{A86C8C3A-F7D2-D243-BD60-305F00BAA80F}" type="pres">
      <dgm:prSet presAssocID="{9E82C2BE-6B21-9846-BB78-BE6E5BAEF1FA}" presName="leftArrowText" presStyleLbl="node1" presStyleIdx="0" presStyleCnt="1">
        <dgm:presLayoutVars>
          <dgm:chMax val="0"/>
          <dgm:bulletEnabled val="1"/>
        </dgm:presLayoutVars>
      </dgm:prSet>
      <dgm:spPr/>
    </dgm:pt>
    <dgm:pt modelId="{12C0DFFF-938E-3747-9A86-3C715AB827AF}" type="pres">
      <dgm:prSet presAssocID="{9E82C2BE-6B21-9846-BB78-BE6E5BAEF1FA}" presName="rightArrowText" presStyleLbl="node1" presStyleIdx="0" presStyleCnt="1">
        <dgm:presLayoutVars>
          <dgm:chMax val="0"/>
          <dgm:bulletEnabled val="1"/>
        </dgm:presLayoutVars>
      </dgm:prSet>
      <dgm:spPr/>
    </dgm:pt>
  </dgm:ptLst>
  <dgm:cxnLst>
    <dgm:cxn modelId="{3BDA0F18-BAD9-AD46-BB38-25B43ABB4757}" type="presOf" srcId="{9E82C2BE-6B21-9846-BB78-BE6E5BAEF1FA}" destId="{1FBBEE77-432B-0440-96BE-C93435AAEEAE}" srcOrd="0" destOrd="0" presId="urn:microsoft.com/office/officeart/2005/8/layout/arrow6"/>
    <dgm:cxn modelId="{8930B643-8FFB-8949-B539-1167B02888B6}" type="presOf" srcId="{BCDE7B89-6F76-B04C-8F1E-3B83481F388D}" destId="{A86C8C3A-F7D2-D243-BD60-305F00BAA80F}" srcOrd="0" destOrd="0" presId="urn:microsoft.com/office/officeart/2005/8/layout/arrow6"/>
    <dgm:cxn modelId="{E3E0E852-21A0-244D-AE62-2A63B98AD4CB}" type="presOf" srcId="{C92C897D-5FC0-FD45-A160-7FF34B5EA983}" destId="{12C0DFFF-938E-3747-9A86-3C715AB827AF}" srcOrd="0" destOrd="0" presId="urn:microsoft.com/office/officeart/2005/8/layout/arrow6"/>
    <dgm:cxn modelId="{8ABBE070-C509-5340-B2E0-73218EE1C60E}" srcId="{9E82C2BE-6B21-9846-BB78-BE6E5BAEF1FA}" destId="{C92C897D-5FC0-FD45-A160-7FF34B5EA983}" srcOrd="1" destOrd="0" parTransId="{D08068B5-DC6E-6E48-B499-F5A104CB6596}" sibTransId="{D75FD649-9831-E449-831B-EC2869176A86}"/>
    <dgm:cxn modelId="{5C3C217B-CEE7-3C4F-B418-6AC1CD83F62B}" srcId="{9E82C2BE-6B21-9846-BB78-BE6E5BAEF1FA}" destId="{BCDE7B89-6F76-B04C-8F1E-3B83481F388D}" srcOrd="0" destOrd="0" parTransId="{55D1B7DB-2DEA-D244-AABF-0067330F9351}" sibTransId="{6C56CB04-5EB5-734F-A805-5CB5572B80BC}"/>
    <dgm:cxn modelId="{9494469E-E953-CE4C-9882-264D67F7E2D7}" type="presParOf" srcId="{1FBBEE77-432B-0440-96BE-C93435AAEEAE}" destId="{B035D777-0892-A24F-9476-BBE98694D2A1}" srcOrd="0" destOrd="0" presId="urn:microsoft.com/office/officeart/2005/8/layout/arrow6"/>
    <dgm:cxn modelId="{911B31EB-4D63-764E-B17F-ED948A7AF551}" type="presParOf" srcId="{1FBBEE77-432B-0440-96BE-C93435AAEEAE}" destId="{A86C8C3A-F7D2-D243-BD60-305F00BAA80F}" srcOrd="1" destOrd="0" presId="urn:microsoft.com/office/officeart/2005/8/layout/arrow6"/>
    <dgm:cxn modelId="{94FD49A4-A9C1-0046-88C9-67EF56E29DC7}" type="presParOf" srcId="{1FBBEE77-432B-0440-96BE-C93435AAEEAE}" destId="{12C0DFFF-938E-3747-9A86-3C715AB827AF}" srcOrd="2" destOrd="0" presId="urn:microsoft.com/office/officeart/2005/8/layout/arrow6"/>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73606FF-2461-5747-A4CF-5BC7E39370A3}" type="doc">
      <dgm:prSet loTypeId="urn:microsoft.com/office/officeart/2005/8/layout/vList3" loCatId="" qsTypeId="urn:microsoft.com/office/officeart/2005/8/quickstyle/simple1#2" qsCatId="simple" csTypeId="urn:microsoft.com/office/officeart/2005/8/colors/accent1_2#2" csCatId="accent1" phldr="1"/>
      <dgm:spPr/>
      <dgm:t>
        <a:bodyPr/>
        <a:lstStyle/>
        <a:p>
          <a:endParaRPr lang="en-GB"/>
        </a:p>
      </dgm:t>
    </dgm:pt>
    <dgm:pt modelId="{06B96A4E-F9C9-434F-B5C7-525E0731DF2F}">
      <dgm:prSet phldrT="[Text]" custT="1"/>
      <dgm:spPr/>
      <dgm:t>
        <a:bodyPr/>
        <a:lstStyle/>
        <a:p>
          <a:pPr algn="l"/>
          <a:r>
            <a:rPr lang="en-GB" sz="2000"/>
            <a:t>Introduction</a:t>
          </a:r>
        </a:p>
      </dgm:t>
    </dgm:pt>
    <dgm:pt modelId="{CD1F563A-23E0-3E4A-9B87-767C214C616B}" type="parTrans" cxnId="{7C6137AD-4353-E645-96ED-058174C6D763}">
      <dgm:prSet/>
      <dgm:spPr/>
      <dgm:t>
        <a:bodyPr/>
        <a:lstStyle/>
        <a:p>
          <a:endParaRPr lang="en-GB" sz="1600"/>
        </a:p>
      </dgm:t>
    </dgm:pt>
    <dgm:pt modelId="{5158566D-0EA3-704C-B8BB-7BB35070C58D}" type="sibTrans" cxnId="{7C6137AD-4353-E645-96ED-058174C6D763}">
      <dgm:prSet/>
      <dgm:spPr/>
      <dgm:t>
        <a:bodyPr/>
        <a:lstStyle/>
        <a:p>
          <a:endParaRPr lang="en-GB" sz="1600"/>
        </a:p>
      </dgm:t>
    </dgm:pt>
    <dgm:pt modelId="{16D101B2-D9F3-894F-A22C-3790CD033F9F}">
      <dgm:prSet phldrT="[Text]" custT="1"/>
      <dgm:spPr/>
      <dgm:t>
        <a:bodyPr/>
        <a:lstStyle/>
        <a:p>
          <a:pPr algn="l"/>
          <a:r>
            <a:rPr lang="en-GB" sz="2000"/>
            <a:t>A timeline of Deepfake</a:t>
          </a:r>
        </a:p>
      </dgm:t>
    </dgm:pt>
    <dgm:pt modelId="{86909EA1-A395-B245-A8C8-D179836674CC}" type="parTrans" cxnId="{61CE6917-F05D-CF47-BAFF-7CA8148DCE7B}">
      <dgm:prSet/>
      <dgm:spPr/>
      <dgm:t>
        <a:bodyPr/>
        <a:lstStyle/>
        <a:p>
          <a:endParaRPr lang="en-GB" sz="1600"/>
        </a:p>
      </dgm:t>
    </dgm:pt>
    <dgm:pt modelId="{9341F14E-9562-A240-B33B-CAB36EC4B5AD}" type="sibTrans" cxnId="{61CE6917-F05D-CF47-BAFF-7CA8148DCE7B}">
      <dgm:prSet/>
      <dgm:spPr/>
      <dgm:t>
        <a:bodyPr/>
        <a:lstStyle/>
        <a:p>
          <a:endParaRPr lang="en-GB" sz="1600"/>
        </a:p>
      </dgm:t>
    </dgm:pt>
    <dgm:pt modelId="{215B1AD7-8144-4743-B588-8C5E0BDDD00B}">
      <dgm:prSet phldrT="[Text]" custT="1"/>
      <dgm:spPr/>
      <dgm:t>
        <a:bodyPr/>
        <a:lstStyle/>
        <a:p>
          <a:pPr algn="l"/>
          <a:r>
            <a:rPr lang="en-GB" sz="2000"/>
            <a:t>State-of-the-Art Deepfake Generation</a:t>
          </a:r>
        </a:p>
      </dgm:t>
    </dgm:pt>
    <dgm:pt modelId="{870A1029-54A4-7942-861A-3DCB73A26A1F}" type="parTrans" cxnId="{2384EF43-1E1E-A64A-8C39-CC786A0647D0}">
      <dgm:prSet/>
      <dgm:spPr/>
      <dgm:t>
        <a:bodyPr/>
        <a:lstStyle/>
        <a:p>
          <a:endParaRPr lang="en-GB" sz="1600"/>
        </a:p>
      </dgm:t>
    </dgm:pt>
    <dgm:pt modelId="{88CC0B05-FE16-A041-A0F2-A9328E140F68}" type="sibTrans" cxnId="{2384EF43-1E1E-A64A-8C39-CC786A0647D0}">
      <dgm:prSet/>
      <dgm:spPr/>
      <dgm:t>
        <a:bodyPr/>
        <a:lstStyle/>
        <a:p>
          <a:endParaRPr lang="en-GB" sz="1600"/>
        </a:p>
      </dgm:t>
    </dgm:pt>
    <dgm:pt modelId="{3604FB07-01C4-A040-8EA3-42A8A0EAE4FD}">
      <dgm:prSet phldrT="[Text]" custT="1"/>
      <dgm:spPr/>
      <dgm:t>
        <a:bodyPr/>
        <a:lstStyle/>
        <a:p>
          <a:pPr algn="l"/>
          <a:r>
            <a:rPr lang="en-GB" sz="2000"/>
            <a:t>State-of-the-Art Deepfake Defence</a:t>
          </a:r>
        </a:p>
      </dgm:t>
    </dgm:pt>
    <dgm:pt modelId="{FFB45E17-06C8-844E-AA14-97AEADF2CFCC}" type="parTrans" cxnId="{F42946B8-FFB8-2344-AC9D-0878666A19D1}">
      <dgm:prSet/>
      <dgm:spPr/>
      <dgm:t>
        <a:bodyPr/>
        <a:lstStyle/>
        <a:p>
          <a:endParaRPr lang="en-GB" sz="1600"/>
        </a:p>
      </dgm:t>
    </dgm:pt>
    <dgm:pt modelId="{05AAA18E-6C97-DC48-A9F4-A04EBBC79B0D}" type="sibTrans" cxnId="{F42946B8-FFB8-2344-AC9D-0878666A19D1}">
      <dgm:prSet/>
      <dgm:spPr/>
      <dgm:t>
        <a:bodyPr/>
        <a:lstStyle/>
        <a:p>
          <a:endParaRPr lang="en-GB" sz="1600"/>
        </a:p>
      </dgm:t>
    </dgm:pt>
    <dgm:pt modelId="{A921FFE5-F3F0-884B-A85C-AF82B96DDFDA}">
      <dgm:prSet phldrT="[Text]" custT="1"/>
      <dgm:spPr/>
      <dgm:t>
        <a:bodyPr/>
        <a:lstStyle/>
        <a:p>
          <a:pPr algn="l"/>
          <a:r>
            <a:rPr lang="en-GB" sz="2000"/>
            <a:t>Our Research</a:t>
          </a:r>
        </a:p>
      </dgm:t>
    </dgm:pt>
    <dgm:pt modelId="{2561806A-1C1A-9D47-B39B-F2F65E8BE916}" type="parTrans" cxnId="{45C27461-455F-3A4B-AD1E-91AD108782AB}">
      <dgm:prSet/>
      <dgm:spPr/>
      <dgm:t>
        <a:bodyPr/>
        <a:lstStyle/>
        <a:p>
          <a:endParaRPr lang="en-GB" sz="1600"/>
        </a:p>
      </dgm:t>
    </dgm:pt>
    <dgm:pt modelId="{D92C1E8C-9B19-364A-80EF-A6A09D83FE25}" type="sibTrans" cxnId="{45C27461-455F-3A4B-AD1E-91AD108782AB}">
      <dgm:prSet/>
      <dgm:spPr/>
      <dgm:t>
        <a:bodyPr/>
        <a:lstStyle/>
        <a:p>
          <a:endParaRPr lang="en-GB" sz="1600"/>
        </a:p>
      </dgm:t>
    </dgm:pt>
    <dgm:pt modelId="{8596600E-6A1A-9E42-8BAD-67DBB2D925EA}">
      <dgm:prSet phldrT="[Text]" custT="1"/>
      <dgm:spPr/>
      <dgm:t>
        <a:bodyPr/>
        <a:lstStyle/>
        <a:p>
          <a:pPr algn="l"/>
          <a:r>
            <a:rPr lang="en-GB" sz="2000"/>
            <a:t>Hands-on-session</a:t>
          </a:r>
        </a:p>
      </dgm:t>
    </dgm:pt>
    <dgm:pt modelId="{F8A564E0-220B-1D40-963C-4022EF69E431}" type="parTrans" cxnId="{AE42C0EE-2DD4-C848-A824-0D69B22B62AA}">
      <dgm:prSet/>
      <dgm:spPr/>
      <dgm:t>
        <a:bodyPr/>
        <a:lstStyle/>
        <a:p>
          <a:endParaRPr lang="en-GB" sz="1600"/>
        </a:p>
      </dgm:t>
    </dgm:pt>
    <dgm:pt modelId="{3E1750D0-1308-4543-9E3D-0F5284A9274B}" type="sibTrans" cxnId="{AE42C0EE-2DD4-C848-A824-0D69B22B62AA}">
      <dgm:prSet/>
      <dgm:spPr/>
      <dgm:t>
        <a:bodyPr/>
        <a:lstStyle/>
        <a:p>
          <a:endParaRPr lang="en-GB" sz="1600"/>
        </a:p>
      </dgm:t>
    </dgm:pt>
    <dgm:pt modelId="{646D8F98-6E52-B747-96DB-242B9314C34B}" type="pres">
      <dgm:prSet presAssocID="{173606FF-2461-5747-A4CF-5BC7E39370A3}" presName="linearFlow" presStyleCnt="0">
        <dgm:presLayoutVars>
          <dgm:dir/>
          <dgm:resizeHandles val="exact"/>
        </dgm:presLayoutVars>
      </dgm:prSet>
      <dgm:spPr/>
    </dgm:pt>
    <dgm:pt modelId="{F67A0A30-9442-3744-96CE-79084396ADC7}" type="pres">
      <dgm:prSet presAssocID="{06B96A4E-F9C9-434F-B5C7-525E0731DF2F}" presName="composite" presStyleCnt="0"/>
      <dgm:spPr/>
    </dgm:pt>
    <dgm:pt modelId="{A8F4552C-0B7A-814C-ACE0-406141F931DE}" type="pres">
      <dgm:prSet presAssocID="{06B96A4E-F9C9-434F-B5C7-525E0731DF2F}" presName="imgShp" presStyleLbl="fgImgPlace1" presStyleIdx="0" presStyleCnt="6" custLinFactNeighborX="-5386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solidFill>
            <a:schemeClr val="accent1"/>
          </a:solidFill>
        </a:ln>
      </dgm:spPr>
      <dgm:extLst>
        <a:ext uri="{E40237B7-FDA0-4F09-8148-C483321AD2D9}">
          <dgm14:cNvPr xmlns:dgm14="http://schemas.microsoft.com/office/drawing/2010/diagram" id="0" name="" descr="Paper with solid fill"/>
        </a:ext>
      </dgm:extLst>
    </dgm:pt>
    <dgm:pt modelId="{FE5828AC-9284-2646-B1BC-40C48907CBAE}" type="pres">
      <dgm:prSet presAssocID="{06B96A4E-F9C9-434F-B5C7-525E0731DF2F}" presName="txShp" presStyleLbl="node1" presStyleIdx="0" presStyleCnt="6">
        <dgm:presLayoutVars>
          <dgm:bulletEnabled val="1"/>
        </dgm:presLayoutVars>
      </dgm:prSet>
      <dgm:spPr/>
    </dgm:pt>
    <dgm:pt modelId="{A269F920-E3E6-B84E-A7B7-C218F5FB2565}" type="pres">
      <dgm:prSet presAssocID="{5158566D-0EA3-704C-B8BB-7BB35070C58D}" presName="spacing" presStyleCnt="0"/>
      <dgm:spPr/>
    </dgm:pt>
    <dgm:pt modelId="{AD38A2CA-147A-4941-BDCB-A2DA8E7B770C}" type="pres">
      <dgm:prSet presAssocID="{16D101B2-D9F3-894F-A22C-3790CD033F9F}" presName="composite" presStyleCnt="0"/>
      <dgm:spPr/>
    </dgm:pt>
    <dgm:pt modelId="{624AD994-FCBD-7C4A-A17B-25A9B8AE173B}" type="pres">
      <dgm:prSet presAssocID="{16D101B2-D9F3-894F-A22C-3790CD033F9F}" presName="imgShp" presStyleLbl="fgImgPlace1" presStyleIdx="1" presStyleCnt="6" custLinFactNeighborX="-5386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solidFill>
            <a:schemeClr val="accent1"/>
          </a:solidFill>
        </a:ln>
      </dgm:spPr>
      <dgm:extLst>
        <a:ext uri="{E40237B7-FDA0-4F09-8148-C483321AD2D9}">
          <dgm14:cNvPr xmlns:dgm14="http://schemas.microsoft.com/office/drawing/2010/diagram" id="0" name="" descr="Branching diagram with solid fill"/>
        </a:ext>
      </dgm:extLst>
    </dgm:pt>
    <dgm:pt modelId="{B18E58E2-9F07-4A4F-8A06-974156A78A30}" type="pres">
      <dgm:prSet presAssocID="{16D101B2-D9F3-894F-A22C-3790CD033F9F}" presName="txShp" presStyleLbl="node1" presStyleIdx="1" presStyleCnt="6">
        <dgm:presLayoutVars>
          <dgm:bulletEnabled val="1"/>
        </dgm:presLayoutVars>
      </dgm:prSet>
      <dgm:spPr/>
    </dgm:pt>
    <dgm:pt modelId="{0218962A-EFAF-BC44-9117-3E8AFE559769}" type="pres">
      <dgm:prSet presAssocID="{9341F14E-9562-A240-B33B-CAB36EC4B5AD}" presName="spacing" presStyleCnt="0"/>
      <dgm:spPr/>
    </dgm:pt>
    <dgm:pt modelId="{0A1CEB6E-5B2E-5547-AA7E-296595B54635}" type="pres">
      <dgm:prSet presAssocID="{215B1AD7-8144-4743-B588-8C5E0BDDD00B}" presName="composite" presStyleCnt="0"/>
      <dgm:spPr/>
    </dgm:pt>
    <dgm:pt modelId="{496935CB-BAAE-274D-8D59-5ABCC8C9B483}" type="pres">
      <dgm:prSet presAssocID="{215B1AD7-8144-4743-B588-8C5E0BDDD00B}" presName="imgShp" presStyleLbl="fgImgPlace1" presStyleIdx="2" presStyleCnt="6" custLinFactNeighborX="-5386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solidFill>
            <a:schemeClr val="accent1"/>
          </a:solidFill>
        </a:ln>
      </dgm:spPr>
      <dgm:extLst>
        <a:ext uri="{E40237B7-FDA0-4F09-8148-C483321AD2D9}">
          <dgm14:cNvPr xmlns:dgm14="http://schemas.microsoft.com/office/drawing/2010/diagram" id="0" name="" descr="Sword with solid fill"/>
        </a:ext>
      </dgm:extLst>
    </dgm:pt>
    <dgm:pt modelId="{606A6ADF-FBD1-4B41-8CD4-EA6003FAF68B}" type="pres">
      <dgm:prSet presAssocID="{215B1AD7-8144-4743-B588-8C5E0BDDD00B}" presName="txShp" presStyleLbl="node1" presStyleIdx="2" presStyleCnt="6">
        <dgm:presLayoutVars>
          <dgm:bulletEnabled val="1"/>
        </dgm:presLayoutVars>
      </dgm:prSet>
      <dgm:spPr/>
    </dgm:pt>
    <dgm:pt modelId="{DA52B06A-5591-0C42-B1B3-5287EEE3BBB4}" type="pres">
      <dgm:prSet presAssocID="{88CC0B05-FE16-A041-A0F2-A9328E140F68}" presName="spacing" presStyleCnt="0"/>
      <dgm:spPr/>
    </dgm:pt>
    <dgm:pt modelId="{C6B87B24-C45A-B44B-8E9B-B59269467495}" type="pres">
      <dgm:prSet presAssocID="{3604FB07-01C4-A040-8EA3-42A8A0EAE4FD}" presName="composite" presStyleCnt="0"/>
      <dgm:spPr/>
    </dgm:pt>
    <dgm:pt modelId="{46B7C601-6AD0-574C-B2AE-7A5FF9C69095}" type="pres">
      <dgm:prSet presAssocID="{3604FB07-01C4-A040-8EA3-42A8A0EAE4FD}" presName="imgShp" presStyleLbl="fgImgPlace1" presStyleIdx="3" presStyleCnt="6" custLinFactNeighborX="-5386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solidFill>
            <a:schemeClr val="accent1"/>
          </a:solidFill>
        </a:ln>
      </dgm:spPr>
      <dgm:extLst>
        <a:ext uri="{E40237B7-FDA0-4F09-8148-C483321AD2D9}">
          <dgm14:cNvPr xmlns:dgm14="http://schemas.microsoft.com/office/drawing/2010/diagram" id="0" name="" descr="Shield with solid fill"/>
        </a:ext>
      </dgm:extLst>
    </dgm:pt>
    <dgm:pt modelId="{10CD72A5-CE96-4641-AAA8-02AF7089C737}" type="pres">
      <dgm:prSet presAssocID="{3604FB07-01C4-A040-8EA3-42A8A0EAE4FD}" presName="txShp" presStyleLbl="node1" presStyleIdx="3" presStyleCnt="6">
        <dgm:presLayoutVars>
          <dgm:bulletEnabled val="1"/>
        </dgm:presLayoutVars>
      </dgm:prSet>
      <dgm:spPr/>
    </dgm:pt>
    <dgm:pt modelId="{E2982984-58F3-B147-BF13-0A9226B775B0}" type="pres">
      <dgm:prSet presAssocID="{05AAA18E-6C97-DC48-A9F4-A04EBBC79B0D}" presName="spacing" presStyleCnt="0"/>
      <dgm:spPr/>
    </dgm:pt>
    <dgm:pt modelId="{A0DD7CB6-0C82-F946-B9F5-7EB356A7F80A}" type="pres">
      <dgm:prSet presAssocID="{A921FFE5-F3F0-884B-A85C-AF82B96DDFDA}" presName="composite" presStyleCnt="0"/>
      <dgm:spPr/>
    </dgm:pt>
    <dgm:pt modelId="{9AC53E28-EFD0-4247-8609-CEF3CA429466}" type="pres">
      <dgm:prSet presAssocID="{A921FFE5-F3F0-884B-A85C-AF82B96DDFDA}" presName="imgShp" presStyleLbl="fgImgPlace1" presStyleIdx="4" presStyleCnt="6" custLinFactNeighborX="-5386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solidFill>
            <a:schemeClr val="accent1"/>
          </a:solidFill>
        </a:ln>
      </dgm:spPr>
      <dgm:extLst>
        <a:ext uri="{E40237B7-FDA0-4F09-8148-C483321AD2D9}">
          <dgm14:cNvPr xmlns:dgm14="http://schemas.microsoft.com/office/drawing/2010/diagram" id="0" name="" descr="Desk with solid fill"/>
        </a:ext>
      </dgm:extLst>
    </dgm:pt>
    <dgm:pt modelId="{62C1AB9A-3FAA-374C-9BF9-1E6FE235C01F}" type="pres">
      <dgm:prSet presAssocID="{A921FFE5-F3F0-884B-A85C-AF82B96DDFDA}" presName="txShp" presStyleLbl="node1" presStyleIdx="4" presStyleCnt="6">
        <dgm:presLayoutVars>
          <dgm:bulletEnabled val="1"/>
        </dgm:presLayoutVars>
      </dgm:prSet>
      <dgm:spPr/>
    </dgm:pt>
    <dgm:pt modelId="{08601D08-1DCF-BA42-AD60-23CA16D92419}" type="pres">
      <dgm:prSet presAssocID="{D92C1E8C-9B19-364A-80EF-A6A09D83FE25}" presName="spacing" presStyleCnt="0"/>
      <dgm:spPr/>
    </dgm:pt>
    <dgm:pt modelId="{1EBB415C-9CA8-0647-BF6C-CA289155B2E0}" type="pres">
      <dgm:prSet presAssocID="{8596600E-6A1A-9E42-8BAD-67DBB2D925EA}" presName="composite" presStyleCnt="0"/>
      <dgm:spPr/>
    </dgm:pt>
    <dgm:pt modelId="{1851CD2C-6318-564A-8E59-E82C96B08880}" type="pres">
      <dgm:prSet presAssocID="{8596600E-6A1A-9E42-8BAD-67DBB2D925EA}" presName="imgShp" presStyleLbl="fgImgPlace1" presStyleIdx="5" presStyleCnt="6" custLinFactNeighborX="-53865"/>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a:solidFill>
            <a:schemeClr val="accent1"/>
          </a:solidFill>
        </a:ln>
      </dgm:spPr>
      <dgm:extLst>
        <a:ext uri="{E40237B7-FDA0-4F09-8148-C483321AD2D9}">
          <dgm14:cNvPr xmlns:dgm14="http://schemas.microsoft.com/office/drawing/2010/diagram" id="0" name="" descr="Gears with solid fill"/>
        </a:ext>
      </dgm:extLst>
    </dgm:pt>
    <dgm:pt modelId="{C4D4DA19-9771-1F4B-AC0A-F6529138CD77}" type="pres">
      <dgm:prSet presAssocID="{8596600E-6A1A-9E42-8BAD-67DBB2D925EA}" presName="txShp" presStyleLbl="node1" presStyleIdx="5" presStyleCnt="6">
        <dgm:presLayoutVars>
          <dgm:bulletEnabled val="1"/>
        </dgm:presLayoutVars>
      </dgm:prSet>
      <dgm:spPr/>
    </dgm:pt>
  </dgm:ptLst>
  <dgm:cxnLst>
    <dgm:cxn modelId="{D8913D04-DBDE-DB44-9629-F42696D58438}" type="presOf" srcId="{173606FF-2461-5747-A4CF-5BC7E39370A3}" destId="{646D8F98-6E52-B747-96DB-242B9314C34B}" srcOrd="0" destOrd="0" presId="urn:microsoft.com/office/officeart/2005/8/layout/vList3"/>
    <dgm:cxn modelId="{61CE6917-F05D-CF47-BAFF-7CA8148DCE7B}" srcId="{173606FF-2461-5747-A4CF-5BC7E39370A3}" destId="{16D101B2-D9F3-894F-A22C-3790CD033F9F}" srcOrd="1" destOrd="0" parTransId="{86909EA1-A395-B245-A8C8-D179836674CC}" sibTransId="{9341F14E-9562-A240-B33B-CAB36EC4B5AD}"/>
    <dgm:cxn modelId="{8EFB9921-23F5-134F-A283-830186EFD7C5}" type="presOf" srcId="{3604FB07-01C4-A040-8EA3-42A8A0EAE4FD}" destId="{10CD72A5-CE96-4641-AAA8-02AF7089C737}" srcOrd="0" destOrd="0" presId="urn:microsoft.com/office/officeart/2005/8/layout/vList3"/>
    <dgm:cxn modelId="{9E84CA39-31BD-2246-8A94-F7D41D8E8A15}" type="presOf" srcId="{215B1AD7-8144-4743-B588-8C5E0BDDD00B}" destId="{606A6ADF-FBD1-4B41-8CD4-EA6003FAF68B}" srcOrd="0" destOrd="0" presId="urn:microsoft.com/office/officeart/2005/8/layout/vList3"/>
    <dgm:cxn modelId="{2384EF43-1E1E-A64A-8C39-CC786A0647D0}" srcId="{173606FF-2461-5747-A4CF-5BC7E39370A3}" destId="{215B1AD7-8144-4743-B588-8C5E0BDDD00B}" srcOrd="2" destOrd="0" parTransId="{870A1029-54A4-7942-861A-3DCB73A26A1F}" sibTransId="{88CC0B05-FE16-A041-A0F2-A9328E140F68}"/>
    <dgm:cxn modelId="{86E30A61-99D9-B840-B924-B4F6B67B6EB7}" type="presOf" srcId="{16D101B2-D9F3-894F-A22C-3790CD033F9F}" destId="{B18E58E2-9F07-4A4F-8A06-974156A78A30}" srcOrd="0" destOrd="0" presId="urn:microsoft.com/office/officeart/2005/8/layout/vList3"/>
    <dgm:cxn modelId="{45C27461-455F-3A4B-AD1E-91AD108782AB}" srcId="{173606FF-2461-5747-A4CF-5BC7E39370A3}" destId="{A921FFE5-F3F0-884B-A85C-AF82B96DDFDA}" srcOrd="4" destOrd="0" parTransId="{2561806A-1C1A-9D47-B39B-F2F65E8BE916}" sibTransId="{D92C1E8C-9B19-364A-80EF-A6A09D83FE25}"/>
    <dgm:cxn modelId="{0BF93386-D0D9-454A-86C2-5120A93CD1B8}" type="presOf" srcId="{A921FFE5-F3F0-884B-A85C-AF82B96DDFDA}" destId="{62C1AB9A-3FAA-374C-9BF9-1E6FE235C01F}" srcOrd="0" destOrd="0" presId="urn:microsoft.com/office/officeart/2005/8/layout/vList3"/>
    <dgm:cxn modelId="{7C6137AD-4353-E645-96ED-058174C6D763}" srcId="{173606FF-2461-5747-A4CF-5BC7E39370A3}" destId="{06B96A4E-F9C9-434F-B5C7-525E0731DF2F}" srcOrd="0" destOrd="0" parTransId="{CD1F563A-23E0-3E4A-9B87-767C214C616B}" sibTransId="{5158566D-0EA3-704C-B8BB-7BB35070C58D}"/>
    <dgm:cxn modelId="{F42946B8-FFB8-2344-AC9D-0878666A19D1}" srcId="{173606FF-2461-5747-A4CF-5BC7E39370A3}" destId="{3604FB07-01C4-A040-8EA3-42A8A0EAE4FD}" srcOrd="3" destOrd="0" parTransId="{FFB45E17-06C8-844E-AA14-97AEADF2CFCC}" sibTransId="{05AAA18E-6C97-DC48-A9F4-A04EBBC79B0D}"/>
    <dgm:cxn modelId="{705444C7-F06B-E34E-8605-1F1EF640BF2F}" type="presOf" srcId="{8596600E-6A1A-9E42-8BAD-67DBB2D925EA}" destId="{C4D4DA19-9771-1F4B-AC0A-F6529138CD77}" srcOrd="0" destOrd="0" presId="urn:microsoft.com/office/officeart/2005/8/layout/vList3"/>
    <dgm:cxn modelId="{CC7BAFCB-9378-7146-9F74-69BBAA98AE40}" type="presOf" srcId="{06B96A4E-F9C9-434F-B5C7-525E0731DF2F}" destId="{FE5828AC-9284-2646-B1BC-40C48907CBAE}" srcOrd="0" destOrd="0" presId="urn:microsoft.com/office/officeart/2005/8/layout/vList3"/>
    <dgm:cxn modelId="{AE42C0EE-2DD4-C848-A824-0D69B22B62AA}" srcId="{173606FF-2461-5747-A4CF-5BC7E39370A3}" destId="{8596600E-6A1A-9E42-8BAD-67DBB2D925EA}" srcOrd="5" destOrd="0" parTransId="{F8A564E0-220B-1D40-963C-4022EF69E431}" sibTransId="{3E1750D0-1308-4543-9E3D-0F5284A9274B}"/>
    <dgm:cxn modelId="{022DCA82-83A5-974B-9AA9-24AF0FE62CD9}" type="presParOf" srcId="{646D8F98-6E52-B747-96DB-242B9314C34B}" destId="{F67A0A30-9442-3744-96CE-79084396ADC7}" srcOrd="0" destOrd="0" presId="urn:microsoft.com/office/officeart/2005/8/layout/vList3"/>
    <dgm:cxn modelId="{86D0D615-C150-B24D-845C-C30A1E97D140}" type="presParOf" srcId="{F67A0A30-9442-3744-96CE-79084396ADC7}" destId="{A8F4552C-0B7A-814C-ACE0-406141F931DE}" srcOrd="0" destOrd="0" presId="urn:microsoft.com/office/officeart/2005/8/layout/vList3"/>
    <dgm:cxn modelId="{B7C1EA7F-D8AA-EB49-B1F8-062005F23CAB}" type="presParOf" srcId="{F67A0A30-9442-3744-96CE-79084396ADC7}" destId="{FE5828AC-9284-2646-B1BC-40C48907CBAE}" srcOrd="1" destOrd="0" presId="urn:microsoft.com/office/officeart/2005/8/layout/vList3"/>
    <dgm:cxn modelId="{36AF3790-C570-8B4F-A288-F6005F84C698}" type="presParOf" srcId="{646D8F98-6E52-B747-96DB-242B9314C34B}" destId="{A269F920-E3E6-B84E-A7B7-C218F5FB2565}" srcOrd="1" destOrd="0" presId="urn:microsoft.com/office/officeart/2005/8/layout/vList3"/>
    <dgm:cxn modelId="{79AAF680-8723-8F41-A769-C5AC7069AECE}" type="presParOf" srcId="{646D8F98-6E52-B747-96DB-242B9314C34B}" destId="{AD38A2CA-147A-4941-BDCB-A2DA8E7B770C}" srcOrd="2" destOrd="0" presId="urn:microsoft.com/office/officeart/2005/8/layout/vList3"/>
    <dgm:cxn modelId="{D501E092-C976-CD43-A6C7-BBE1A74A02FD}" type="presParOf" srcId="{AD38A2CA-147A-4941-BDCB-A2DA8E7B770C}" destId="{624AD994-FCBD-7C4A-A17B-25A9B8AE173B}" srcOrd="0" destOrd="0" presId="urn:microsoft.com/office/officeart/2005/8/layout/vList3"/>
    <dgm:cxn modelId="{7F7C59DC-2071-4F41-A974-EC1D6FEBAE40}" type="presParOf" srcId="{AD38A2CA-147A-4941-BDCB-A2DA8E7B770C}" destId="{B18E58E2-9F07-4A4F-8A06-974156A78A30}" srcOrd="1" destOrd="0" presId="urn:microsoft.com/office/officeart/2005/8/layout/vList3"/>
    <dgm:cxn modelId="{B63AC26F-07D4-9F46-956A-DF36CBAE0027}" type="presParOf" srcId="{646D8F98-6E52-B747-96DB-242B9314C34B}" destId="{0218962A-EFAF-BC44-9117-3E8AFE559769}" srcOrd="3" destOrd="0" presId="urn:microsoft.com/office/officeart/2005/8/layout/vList3"/>
    <dgm:cxn modelId="{400DC4FB-4E21-CA47-931B-7394961E51F7}" type="presParOf" srcId="{646D8F98-6E52-B747-96DB-242B9314C34B}" destId="{0A1CEB6E-5B2E-5547-AA7E-296595B54635}" srcOrd="4" destOrd="0" presId="urn:microsoft.com/office/officeart/2005/8/layout/vList3"/>
    <dgm:cxn modelId="{54D2183D-CD9F-0148-9091-AA2639819CF5}" type="presParOf" srcId="{0A1CEB6E-5B2E-5547-AA7E-296595B54635}" destId="{496935CB-BAAE-274D-8D59-5ABCC8C9B483}" srcOrd="0" destOrd="0" presId="urn:microsoft.com/office/officeart/2005/8/layout/vList3"/>
    <dgm:cxn modelId="{CA1B7AF3-56FD-9B40-9174-52019F4DEEB6}" type="presParOf" srcId="{0A1CEB6E-5B2E-5547-AA7E-296595B54635}" destId="{606A6ADF-FBD1-4B41-8CD4-EA6003FAF68B}" srcOrd="1" destOrd="0" presId="urn:microsoft.com/office/officeart/2005/8/layout/vList3"/>
    <dgm:cxn modelId="{B9E0DF8B-6CD2-694E-9277-16F7105032C9}" type="presParOf" srcId="{646D8F98-6E52-B747-96DB-242B9314C34B}" destId="{DA52B06A-5591-0C42-B1B3-5287EEE3BBB4}" srcOrd="5" destOrd="0" presId="urn:microsoft.com/office/officeart/2005/8/layout/vList3"/>
    <dgm:cxn modelId="{5700E1E2-689B-CB4E-9EC1-03BD7B201BB2}" type="presParOf" srcId="{646D8F98-6E52-B747-96DB-242B9314C34B}" destId="{C6B87B24-C45A-B44B-8E9B-B59269467495}" srcOrd="6" destOrd="0" presId="urn:microsoft.com/office/officeart/2005/8/layout/vList3"/>
    <dgm:cxn modelId="{EBC75965-874C-294E-B945-D986C7E1D360}" type="presParOf" srcId="{C6B87B24-C45A-B44B-8E9B-B59269467495}" destId="{46B7C601-6AD0-574C-B2AE-7A5FF9C69095}" srcOrd="0" destOrd="0" presId="urn:microsoft.com/office/officeart/2005/8/layout/vList3"/>
    <dgm:cxn modelId="{CA14A6A9-A74B-8042-A981-BD9DAA103A75}" type="presParOf" srcId="{C6B87B24-C45A-B44B-8E9B-B59269467495}" destId="{10CD72A5-CE96-4641-AAA8-02AF7089C737}" srcOrd="1" destOrd="0" presId="urn:microsoft.com/office/officeart/2005/8/layout/vList3"/>
    <dgm:cxn modelId="{79F7E371-7A6C-C342-B965-D9A0D1E6F36E}" type="presParOf" srcId="{646D8F98-6E52-B747-96DB-242B9314C34B}" destId="{E2982984-58F3-B147-BF13-0A9226B775B0}" srcOrd="7" destOrd="0" presId="urn:microsoft.com/office/officeart/2005/8/layout/vList3"/>
    <dgm:cxn modelId="{B3A38543-EF62-7B4B-A587-D38709BC344E}" type="presParOf" srcId="{646D8F98-6E52-B747-96DB-242B9314C34B}" destId="{A0DD7CB6-0C82-F946-B9F5-7EB356A7F80A}" srcOrd="8" destOrd="0" presId="urn:microsoft.com/office/officeart/2005/8/layout/vList3"/>
    <dgm:cxn modelId="{C0331AA1-4BDB-0C42-9E6B-3A8B70D09DD1}" type="presParOf" srcId="{A0DD7CB6-0C82-F946-B9F5-7EB356A7F80A}" destId="{9AC53E28-EFD0-4247-8609-CEF3CA429466}" srcOrd="0" destOrd="0" presId="urn:microsoft.com/office/officeart/2005/8/layout/vList3"/>
    <dgm:cxn modelId="{96DA525D-1607-B946-BA72-8BF902CC1093}" type="presParOf" srcId="{A0DD7CB6-0C82-F946-B9F5-7EB356A7F80A}" destId="{62C1AB9A-3FAA-374C-9BF9-1E6FE235C01F}" srcOrd="1" destOrd="0" presId="urn:microsoft.com/office/officeart/2005/8/layout/vList3"/>
    <dgm:cxn modelId="{E89F0CD7-655D-9340-8E7E-965DEB3C3A8F}" type="presParOf" srcId="{646D8F98-6E52-B747-96DB-242B9314C34B}" destId="{08601D08-1DCF-BA42-AD60-23CA16D92419}" srcOrd="9" destOrd="0" presId="urn:microsoft.com/office/officeart/2005/8/layout/vList3"/>
    <dgm:cxn modelId="{760F8E15-D4DD-D949-BDAF-5E5921872123}" type="presParOf" srcId="{646D8F98-6E52-B747-96DB-242B9314C34B}" destId="{1EBB415C-9CA8-0647-BF6C-CA289155B2E0}" srcOrd="10" destOrd="0" presId="urn:microsoft.com/office/officeart/2005/8/layout/vList3"/>
    <dgm:cxn modelId="{47216B67-E1AA-A140-8379-9FDE331BEBF2}" type="presParOf" srcId="{1EBB415C-9CA8-0647-BF6C-CA289155B2E0}" destId="{1851CD2C-6318-564A-8E59-E82C96B08880}" srcOrd="0" destOrd="0" presId="urn:microsoft.com/office/officeart/2005/8/layout/vList3"/>
    <dgm:cxn modelId="{0E3A2F1D-B538-3F4A-BF19-809DD23531EC}" type="presParOf" srcId="{1EBB415C-9CA8-0647-BF6C-CA289155B2E0}" destId="{C4D4DA19-9771-1F4B-AC0A-F6529138CD77}"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73606FF-2461-5747-A4CF-5BC7E39370A3}" type="doc">
      <dgm:prSet loTypeId="urn:microsoft.com/office/officeart/2005/8/layout/vList3" loCatId="" qsTypeId="urn:microsoft.com/office/officeart/2005/8/quickstyle/simple1#2" qsCatId="simple" csTypeId="urn:microsoft.com/office/officeart/2005/8/colors/accent1_2#2" csCatId="accent1" phldr="1"/>
      <dgm:spPr/>
      <dgm:t>
        <a:bodyPr/>
        <a:lstStyle/>
        <a:p>
          <a:endParaRPr lang="en-GB"/>
        </a:p>
      </dgm:t>
    </dgm:pt>
    <dgm:pt modelId="{06B96A4E-F9C9-434F-B5C7-525E0731DF2F}">
      <dgm:prSet phldrT="[Text]" custT="1"/>
      <dgm:spPr/>
      <dgm:t>
        <a:bodyPr/>
        <a:lstStyle/>
        <a:p>
          <a:pPr algn="l"/>
          <a:r>
            <a:rPr lang="en-GB" sz="2000"/>
            <a:t>Introduction</a:t>
          </a:r>
        </a:p>
      </dgm:t>
    </dgm:pt>
    <dgm:pt modelId="{CD1F563A-23E0-3E4A-9B87-767C214C616B}" type="parTrans" cxnId="{7C6137AD-4353-E645-96ED-058174C6D763}">
      <dgm:prSet/>
      <dgm:spPr/>
      <dgm:t>
        <a:bodyPr/>
        <a:lstStyle/>
        <a:p>
          <a:endParaRPr lang="en-GB" sz="1600"/>
        </a:p>
      </dgm:t>
    </dgm:pt>
    <dgm:pt modelId="{5158566D-0EA3-704C-B8BB-7BB35070C58D}" type="sibTrans" cxnId="{7C6137AD-4353-E645-96ED-058174C6D763}">
      <dgm:prSet/>
      <dgm:spPr/>
      <dgm:t>
        <a:bodyPr/>
        <a:lstStyle/>
        <a:p>
          <a:endParaRPr lang="en-GB" sz="1600"/>
        </a:p>
      </dgm:t>
    </dgm:pt>
    <dgm:pt modelId="{16D101B2-D9F3-894F-A22C-3790CD033F9F}">
      <dgm:prSet phldrT="[Text]" custT="1"/>
      <dgm:spPr/>
      <dgm:t>
        <a:bodyPr/>
        <a:lstStyle/>
        <a:p>
          <a:pPr algn="l"/>
          <a:r>
            <a:rPr lang="en-GB" sz="2000"/>
            <a:t>A timeline of Deepfake</a:t>
          </a:r>
        </a:p>
      </dgm:t>
    </dgm:pt>
    <dgm:pt modelId="{86909EA1-A395-B245-A8C8-D179836674CC}" type="parTrans" cxnId="{61CE6917-F05D-CF47-BAFF-7CA8148DCE7B}">
      <dgm:prSet/>
      <dgm:spPr/>
      <dgm:t>
        <a:bodyPr/>
        <a:lstStyle/>
        <a:p>
          <a:endParaRPr lang="en-GB" sz="1600"/>
        </a:p>
      </dgm:t>
    </dgm:pt>
    <dgm:pt modelId="{9341F14E-9562-A240-B33B-CAB36EC4B5AD}" type="sibTrans" cxnId="{61CE6917-F05D-CF47-BAFF-7CA8148DCE7B}">
      <dgm:prSet/>
      <dgm:spPr/>
      <dgm:t>
        <a:bodyPr/>
        <a:lstStyle/>
        <a:p>
          <a:endParaRPr lang="en-GB" sz="1600"/>
        </a:p>
      </dgm:t>
    </dgm:pt>
    <dgm:pt modelId="{215B1AD7-8144-4743-B588-8C5E0BDDD00B}">
      <dgm:prSet phldrT="[Text]" custT="1"/>
      <dgm:spPr/>
      <dgm:t>
        <a:bodyPr/>
        <a:lstStyle/>
        <a:p>
          <a:pPr algn="l"/>
          <a:r>
            <a:rPr lang="en-GB" sz="2000"/>
            <a:t>State-of-the-Art Deepfake Generation</a:t>
          </a:r>
        </a:p>
      </dgm:t>
    </dgm:pt>
    <dgm:pt modelId="{870A1029-54A4-7942-861A-3DCB73A26A1F}" type="parTrans" cxnId="{2384EF43-1E1E-A64A-8C39-CC786A0647D0}">
      <dgm:prSet/>
      <dgm:spPr/>
      <dgm:t>
        <a:bodyPr/>
        <a:lstStyle/>
        <a:p>
          <a:endParaRPr lang="en-GB" sz="1600"/>
        </a:p>
      </dgm:t>
    </dgm:pt>
    <dgm:pt modelId="{88CC0B05-FE16-A041-A0F2-A9328E140F68}" type="sibTrans" cxnId="{2384EF43-1E1E-A64A-8C39-CC786A0647D0}">
      <dgm:prSet/>
      <dgm:spPr/>
      <dgm:t>
        <a:bodyPr/>
        <a:lstStyle/>
        <a:p>
          <a:endParaRPr lang="en-GB" sz="1600"/>
        </a:p>
      </dgm:t>
    </dgm:pt>
    <dgm:pt modelId="{3604FB07-01C4-A040-8EA3-42A8A0EAE4FD}">
      <dgm:prSet phldrT="[Text]" custT="1"/>
      <dgm:spPr/>
      <dgm:t>
        <a:bodyPr/>
        <a:lstStyle/>
        <a:p>
          <a:pPr algn="l"/>
          <a:r>
            <a:rPr lang="en-GB" sz="2000"/>
            <a:t>State-of-the-Art Deepfake Defence</a:t>
          </a:r>
        </a:p>
      </dgm:t>
    </dgm:pt>
    <dgm:pt modelId="{FFB45E17-06C8-844E-AA14-97AEADF2CFCC}" type="parTrans" cxnId="{F42946B8-FFB8-2344-AC9D-0878666A19D1}">
      <dgm:prSet/>
      <dgm:spPr/>
      <dgm:t>
        <a:bodyPr/>
        <a:lstStyle/>
        <a:p>
          <a:endParaRPr lang="en-GB" sz="1600"/>
        </a:p>
      </dgm:t>
    </dgm:pt>
    <dgm:pt modelId="{05AAA18E-6C97-DC48-A9F4-A04EBBC79B0D}" type="sibTrans" cxnId="{F42946B8-FFB8-2344-AC9D-0878666A19D1}">
      <dgm:prSet/>
      <dgm:spPr/>
      <dgm:t>
        <a:bodyPr/>
        <a:lstStyle/>
        <a:p>
          <a:endParaRPr lang="en-GB" sz="1600"/>
        </a:p>
      </dgm:t>
    </dgm:pt>
    <dgm:pt modelId="{A921FFE5-F3F0-884B-A85C-AF82B96DDFDA}">
      <dgm:prSet phldrT="[Text]" custT="1"/>
      <dgm:spPr/>
      <dgm:t>
        <a:bodyPr/>
        <a:lstStyle/>
        <a:p>
          <a:pPr algn="l"/>
          <a:r>
            <a:rPr lang="en-GB" sz="2000"/>
            <a:t>Our Research</a:t>
          </a:r>
        </a:p>
      </dgm:t>
    </dgm:pt>
    <dgm:pt modelId="{2561806A-1C1A-9D47-B39B-F2F65E8BE916}" type="parTrans" cxnId="{45C27461-455F-3A4B-AD1E-91AD108782AB}">
      <dgm:prSet/>
      <dgm:spPr/>
      <dgm:t>
        <a:bodyPr/>
        <a:lstStyle/>
        <a:p>
          <a:endParaRPr lang="en-GB" sz="1600"/>
        </a:p>
      </dgm:t>
    </dgm:pt>
    <dgm:pt modelId="{D92C1E8C-9B19-364A-80EF-A6A09D83FE25}" type="sibTrans" cxnId="{45C27461-455F-3A4B-AD1E-91AD108782AB}">
      <dgm:prSet/>
      <dgm:spPr/>
      <dgm:t>
        <a:bodyPr/>
        <a:lstStyle/>
        <a:p>
          <a:endParaRPr lang="en-GB" sz="1600"/>
        </a:p>
      </dgm:t>
    </dgm:pt>
    <dgm:pt modelId="{8596600E-6A1A-9E42-8BAD-67DBB2D925EA}">
      <dgm:prSet phldrT="[Text]" custT="1"/>
      <dgm:spPr/>
      <dgm:t>
        <a:bodyPr/>
        <a:lstStyle/>
        <a:p>
          <a:pPr algn="l"/>
          <a:r>
            <a:rPr lang="en-GB" sz="2000"/>
            <a:t>Hands-on-session</a:t>
          </a:r>
        </a:p>
      </dgm:t>
    </dgm:pt>
    <dgm:pt modelId="{F8A564E0-220B-1D40-963C-4022EF69E431}" type="parTrans" cxnId="{AE42C0EE-2DD4-C848-A824-0D69B22B62AA}">
      <dgm:prSet/>
      <dgm:spPr/>
      <dgm:t>
        <a:bodyPr/>
        <a:lstStyle/>
        <a:p>
          <a:endParaRPr lang="en-GB" sz="1600"/>
        </a:p>
      </dgm:t>
    </dgm:pt>
    <dgm:pt modelId="{3E1750D0-1308-4543-9E3D-0F5284A9274B}" type="sibTrans" cxnId="{AE42C0EE-2DD4-C848-A824-0D69B22B62AA}">
      <dgm:prSet/>
      <dgm:spPr/>
      <dgm:t>
        <a:bodyPr/>
        <a:lstStyle/>
        <a:p>
          <a:endParaRPr lang="en-GB" sz="1600"/>
        </a:p>
      </dgm:t>
    </dgm:pt>
    <dgm:pt modelId="{646D8F98-6E52-B747-96DB-242B9314C34B}" type="pres">
      <dgm:prSet presAssocID="{173606FF-2461-5747-A4CF-5BC7E39370A3}" presName="linearFlow" presStyleCnt="0">
        <dgm:presLayoutVars>
          <dgm:dir/>
          <dgm:resizeHandles val="exact"/>
        </dgm:presLayoutVars>
      </dgm:prSet>
      <dgm:spPr/>
    </dgm:pt>
    <dgm:pt modelId="{F67A0A30-9442-3744-96CE-79084396ADC7}" type="pres">
      <dgm:prSet presAssocID="{06B96A4E-F9C9-434F-B5C7-525E0731DF2F}" presName="composite" presStyleCnt="0"/>
      <dgm:spPr/>
    </dgm:pt>
    <dgm:pt modelId="{A8F4552C-0B7A-814C-ACE0-406141F931DE}" type="pres">
      <dgm:prSet presAssocID="{06B96A4E-F9C9-434F-B5C7-525E0731DF2F}" presName="imgShp" presStyleLbl="fgImgPlace1" presStyleIdx="0" presStyleCnt="6" custLinFactNeighborX="-5386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solidFill>
            <a:schemeClr val="accent1"/>
          </a:solidFill>
        </a:ln>
      </dgm:spPr>
      <dgm:extLst>
        <a:ext uri="{E40237B7-FDA0-4F09-8148-C483321AD2D9}">
          <dgm14:cNvPr xmlns:dgm14="http://schemas.microsoft.com/office/drawing/2010/diagram" id="0" name="" descr="Paper with solid fill"/>
        </a:ext>
      </dgm:extLst>
    </dgm:pt>
    <dgm:pt modelId="{FE5828AC-9284-2646-B1BC-40C48907CBAE}" type="pres">
      <dgm:prSet presAssocID="{06B96A4E-F9C9-434F-B5C7-525E0731DF2F}" presName="txShp" presStyleLbl="node1" presStyleIdx="0" presStyleCnt="6">
        <dgm:presLayoutVars>
          <dgm:bulletEnabled val="1"/>
        </dgm:presLayoutVars>
      </dgm:prSet>
      <dgm:spPr/>
    </dgm:pt>
    <dgm:pt modelId="{A269F920-E3E6-B84E-A7B7-C218F5FB2565}" type="pres">
      <dgm:prSet presAssocID="{5158566D-0EA3-704C-B8BB-7BB35070C58D}" presName="spacing" presStyleCnt="0"/>
      <dgm:spPr/>
    </dgm:pt>
    <dgm:pt modelId="{AD38A2CA-147A-4941-BDCB-A2DA8E7B770C}" type="pres">
      <dgm:prSet presAssocID="{16D101B2-D9F3-894F-A22C-3790CD033F9F}" presName="composite" presStyleCnt="0"/>
      <dgm:spPr/>
    </dgm:pt>
    <dgm:pt modelId="{624AD994-FCBD-7C4A-A17B-25A9B8AE173B}" type="pres">
      <dgm:prSet presAssocID="{16D101B2-D9F3-894F-A22C-3790CD033F9F}" presName="imgShp" presStyleLbl="fgImgPlace1" presStyleIdx="1" presStyleCnt="6" custLinFactNeighborX="-5386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solidFill>
            <a:schemeClr val="accent1"/>
          </a:solidFill>
        </a:ln>
      </dgm:spPr>
      <dgm:extLst>
        <a:ext uri="{E40237B7-FDA0-4F09-8148-C483321AD2D9}">
          <dgm14:cNvPr xmlns:dgm14="http://schemas.microsoft.com/office/drawing/2010/diagram" id="0" name="" descr="Branching diagram with solid fill"/>
        </a:ext>
      </dgm:extLst>
    </dgm:pt>
    <dgm:pt modelId="{B18E58E2-9F07-4A4F-8A06-974156A78A30}" type="pres">
      <dgm:prSet presAssocID="{16D101B2-D9F3-894F-A22C-3790CD033F9F}" presName="txShp" presStyleLbl="node1" presStyleIdx="1" presStyleCnt="6">
        <dgm:presLayoutVars>
          <dgm:bulletEnabled val="1"/>
        </dgm:presLayoutVars>
      </dgm:prSet>
      <dgm:spPr/>
    </dgm:pt>
    <dgm:pt modelId="{0218962A-EFAF-BC44-9117-3E8AFE559769}" type="pres">
      <dgm:prSet presAssocID="{9341F14E-9562-A240-B33B-CAB36EC4B5AD}" presName="spacing" presStyleCnt="0"/>
      <dgm:spPr/>
    </dgm:pt>
    <dgm:pt modelId="{0A1CEB6E-5B2E-5547-AA7E-296595B54635}" type="pres">
      <dgm:prSet presAssocID="{215B1AD7-8144-4743-B588-8C5E0BDDD00B}" presName="composite" presStyleCnt="0"/>
      <dgm:spPr/>
    </dgm:pt>
    <dgm:pt modelId="{496935CB-BAAE-274D-8D59-5ABCC8C9B483}" type="pres">
      <dgm:prSet presAssocID="{215B1AD7-8144-4743-B588-8C5E0BDDD00B}" presName="imgShp" presStyleLbl="fgImgPlace1" presStyleIdx="2" presStyleCnt="6" custLinFactNeighborX="-5386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solidFill>
            <a:schemeClr val="accent1"/>
          </a:solidFill>
        </a:ln>
      </dgm:spPr>
      <dgm:extLst>
        <a:ext uri="{E40237B7-FDA0-4F09-8148-C483321AD2D9}">
          <dgm14:cNvPr xmlns:dgm14="http://schemas.microsoft.com/office/drawing/2010/diagram" id="0" name="" descr="Sword with solid fill"/>
        </a:ext>
      </dgm:extLst>
    </dgm:pt>
    <dgm:pt modelId="{606A6ADF-FBD1-4B41-8CD4-EA6003FAF68B}" type="pres">
      <dgm:prSet presAssocID="{215B1AD7-8144-4743-B588-8C5E0BDDD00B}" presName="txShp" presStyleLbl="node1" presStyleIdx="2" presStyleCnt="6">
        <dgm:presLayoutVars>
          <dgm:bulletEnabled val="1"/>
        </dgm:presLayoutVars>
      </dgm:prSet>
      <dgm:spPr/>
    </dgm:pt>
    <dgm:pt modelId="{DA52B06A-5591-0C42-B1B3-5287EEE3BBB4}" type="pres">
      <dgm:prSet presAssocID="{88CC0B05-FE16-A041-A0F2-A9328E140F68}" presName="spacing" presStyleCnt="0"/>
      <dgm:spPr/>
    </dgm:pt>
    <dgm:pt modelId="{C6B87B24-C45A-B44B-8E9B-B59269467495}" type="pres">
      <dgm:prSet presAssocID="{3604FB07-01C4-A040-8EA3-42A8A0EAE4FD}" presName="composite" presStyleCnt="0"/>
      <dgm:spPr/>
    </dgm:pt>
    <dgm:pt modelId="{46B7C601-6AD0-574C-B2AE-7A5FF9C69095}" type="pres">
      <dgm:prSet presAssocID="{3604FB07-01C4-A040-8EA3-42A8A0EAE4FD}" presName="imgShp" presStyleLbl="fgImgPlace1" presStyleIdx="3" presStyleCnt="6" custLinFactNeighborX="-5386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solidFill>
            <a:schemeClr val="accent1"/>
          </a:solidFill>
        </a:ln>
      </dgm:spPr>
      <dgm:extLst>
        <a:ext uri="{E40237B7-FDA0-4F09-8148-C483321AD2D9}">
          <dgm14:cNvPr xmlns:dgm14="http://schemas.microsoft.com/office/drawing/2010/diagram" id="0" name="" descr="Shield with solid fill"/>
        </a:ext>
      </dgm:extLst>
    </dgm:pt>
    <dgm:pt modelId="{10CD72A5-CE96-4641-AAA8-02AF7089C737}" type="pres">
      <dgm:prSet presAssocID="{3604FB07-01C4-A040-8EA3-42A8A0EAE4FD}" presName="txShp" presStyleLbl="node1" presStyleIdx="3" presStyleCnt="6">
        <dgm:presLayoutVars>
          <dgm:bulletEnabled val="1"/>
        </dgm:presLayoutVars>
      </dgm:prSet>
      <dgm:spPr/>
    </dgm:pt>
    <dgm:pt modelId="{E2982984-58F3-B147-BF13-0A9226B775B0}" type="pres">
      <dgm:prSet presAssocID="{05AAA18E-6C97-DC48-A9F4-A04EBBC79B0D}" presName="spacing" presStyleCnt="0"/>
      <dgm:spPr/>
    </dgm:pt>
    <dgm:pt modelId="{A0DD7CB6-0C82-F946-B9F5-7EB356A7F80A}" type="pres">
      <dgm:prSet presAssocID="{A921FFE5-F3F0-884B-A85C-AF82B96DDFDA}" presName="composite" presStyleCnt="0"/>
      <dgm:spPr/>
    </dgm:pt>
    <dgm:pt modelId="{9AC53E28-EFD0-4247-8609-CEF3CA429466}" type="pres">
      <dgm:prSet presAssocID="{A921FFE5-F3F0-884B-A85C-AF82B96DDFDA}" presName="imgShp" presStyleLbl="fgImgPlace1" presStyleIdx="4" presStyleCnt="6" custLinFactNeighborX="-5386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solidFill>
            <a:schemeClr val="accent1"/>
          </a:solidFill>
        </a:ln>
      </dgm:spPr>
      <dgm:extLst>
        <a:ext uri="{E40237B7-FDA0-4F09-8148-C483321AD2D9}">
          <dgm14:cNvPr xmlns:dgm14="http://schemas.microsoft.com/office/drawing/2010/diagram" id="0" name="" descr="Desk with solid fill"/>
        </a:ext>
      </dgm:extLst>
    </dgm:pt>
    <dgm:pt modelId="{62C1AB9A-3FAA-374C-9BF9-1E6FE235C01F}" type="pres">
      <dgm:prSet presAssocID="{A921FFE5-F3F0-884B-A85C-AF82B96DDFDA}" presName="txShp" presStyleLbl="node1" presStyleIdx="4" presStyleCnt="6">
        <dgm:presLayoutVars>
          <dgm:bulletEnabled val="1"/>
        </dgm:presLayoutVars>
      </dgm:prSet>
      <dgm:spPr/>
    </dgm:pt>
    <dgm:pt modelId="{08601D08-1DCF-BA42-AD60-23CA16D92419}" type="pres">
      <dgm:prSet presAssocID="{D92C1E8C-9B19-364A-80EF-A6A09D83FE25}" presName="spacing" presStyleCnt="0"/>
      <dgm:spPr/>
    </dgm:pt>
    <dgm:pt modelId="{1EBB415C-9CA8-0647-BF6C-CA289155B2E0}" type="pres">
      <dgm:prSet presAssocID="{8596600E-6A1A-9E42-8BAD-67DBB2D925EA}" presName="composite" presStyleCnt="0"/>
      <dgm:spPr/>
    </dgm:pt>
    <dgm:pt modelId="{1851CD2C-6318-564A-8E59-E82C96B08880}" type="pres">
      <dgm:prSet presAssocID="{8596600E-6A1A-9E42-8BAD-67DBB2D925EA}" presName="imgShp" presStyleLbl="fgImgPlace1" presStyleIdx="5" presStyleCnt="6" custLinFactNeighborX="-53865"/>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a:solidFill>
            <a:schemeClr val="accent1"/>
          </a:solidFill>
        </a:ln>
      </dgm:spPr>
      <dgm:extLst>
        <a:ext uri="{E40237B7-FDA0-4F09-8148-C483321AD2D9}">
          <dgm14:cNvPr xmlns:dgm14="http://schemas.microsoft.com/office/drawing/2010/diagram" id="0" name="" descr="Gears with solid fill"/>
        </a:ext>
      </dgm:extLst>
    </dgm:pt>
    <dgm:pt modelId="{C4D4DA19-9771-1F4B-AC0A-F6529138CD77}" type="pres">
      <dgm:prSet presAssocID="{8596600E-6A1A-9E42-8BAD-67DBB2D925EA}" presName="txShp" presStyleLbl="node1" presStyleIdx="5" presStyleCnt="6">
        <dgm:presLayoutVars>
          <dgm:bulletEnabled val="1"/>
        </dgm:presLayoutVars>
      </dgm:prSet>
      <dgm:spPr/>
    </dgm:pt>
  </dgm:ptLst>
  <dgm:cxnLst>
    <dgm:cxn modelId="{D8913D04-DBDE-DB44-9629-F42696D58438}" type="presOf" srcId="{173606FF-2461-5747-A4CF-5BC7E39370A3}" destId="{646D8F98-6E52-B747-96DB-242B9314C34B}" srcOrd="0" destOrd="0" presId="urn:microsoft.com/office/officeart/2005/8/layout/vList3"/>
    <dgm:cxn modelId="{61CE6917-F05D-CF47-BAFF-7CA8148DCE7B}" srcId="{173606FF-2461-5747-A4CF-5BC7E39370A3}" destId="{16D101B2-D9F3-894F-A22C-3790CD033F9F}" srcOrd="1" destOrd="0" parTransId="{86909EA1-A395-B245-A8C8-D179836674CC}" sibTransId="{9341F14E-9562-A240-B33B-CAB36EC4B5AD}"/>
    <dgm:cxn modelId="{8EFB9921-23F5-134F-A283-830186EFD7C5}" type="presOf" srcId="{3604FB07-01C4-A040-8EA3-42A8A0EAE4FD}" destId="{10CD72A5-CE96-4641-AAA8-02AF7089C737}" srcOrd="0" destOrd="0" presId="urn:microsoft.com/office/officeart/2005/8/layout/vList3"/>
    <dgm:cxn modelId="{9E84CA39-31BD-2246-8A94-F7D41D8E8A15}" type="presOf" srcId="{215B1AD7-8144-4743-B588-8C5E0BDDD00B}" destId="{606A6ADF-FBD1-4B41-8CD4-EA6003FAF68B}" srcOrd="0" destOrd="0" presId="urn:microsoft.com/office/officeart/2005/8/layout/vList3"/>
    <dgm:cxn modelId="{2384EF43-1E1E-A64A-8C39-CC786A0647D0}" srcId="{173606FF-2461-5747-A4CF-5BC7E39370A3}" destId="{215B1AD7-8144-4743-B588-8C5E0BDDD00B}" srcOrd="2" destOrd="0" parTransId="{870A1029-54A4-7942-861A-3DCB73A26A1F}" sibTransId="{88CC0B05-FE16-A041-A0F2-A9328E140F68}"/>
    <dgm:cxn modelId="{86E30A61-99D9-B840-B924-B4F6B67B6EB7}" type="presOf" srcId="{16D101B2-D9F3-894F-A22C-3790CD033F9F}" destId="{B18E58E2-9F07-4A4F-8A06-974156A78A30}" srcOrd="0" destOrd="0" presId="urn:microsoft.com/office/officeart/2005/8/layout/vList3"/>
    <dgm:cxn modelId="{45C27461-455F-3A4B-AD1E-91AD108782AB}" srcId="{173606FF-2461-5747-A4CF-5BC7E39370A3}" destId="{A921FFE5-F3F0-884B-A85C-AF82B96DDFDA}" srcOrd="4" destOrd="0" parTransId="{2561806A-1C1A-9D47-B39B-F2F65E8BE916}" sibTransId="{D92C1E8C-9B19-364A-80EF-A6A09D83FE25}"/>
    <dgm:cxn modelId="{0BF93386-D0D9-454A-86C2-5120A93CD1B8}" type="presOf" srcId="{A921FFE5-F3F0-884B-A85C-AF82B96DDFDA}" destId="{62C1AB9A-3FAA-374C-9BF9-1E6FE235C01F}" srcOrd="0" destOrd="0" presId="urn:microsoft.com/office/officeart/2005/8/layout/vList3"/>
    <dgm:cxn modelId="{7C6137AD-4353-E645-96ED-058174C6D763}" srcId="{173606FF-2461-5747-A4CF-5BC7E39370A3}" destId="{06B96A4E-F9C9-434F-B5C7-525E0731DF2F}" srcOrd="0" destOrd="0" parTransId="{CD1F563A-23E0-3E4A-9B87-767C214C616B}" sibTransId="{5158566D-0EA3-704C-B8BB-7BB35070C58D}"/>
    <dgm:cxn modelId="{F42946B8-FFB8-2344-AC9D-0878666A19D1}" srcId="{173606FF-2461-5747-A4CF-5BC7E39370A3}" destId="{3604FB07-01C4-A040-8EA3-42A8A0EAE4FD}" srcOrd="3" destOrd="0" parTransId="{FFB45E17-06C8-844E-AA14-97AEADF2CFCC}" sibTransId="{05AAA18E-6C97-DC48-A9F4-A04EBBC79B0D}"/>
    <dgm:cxn modelId="{705444C7-F06B-E34E-8605-1F1EF640BF2F}" type="presOf" srcId="{8596600E-6A1A-9E42-8BAD-67DBB2D925EA}" destId="{C4D4DA19-9771-1F4B-AC0A-F6529138CD77}" srcOrd="0" destOrd="0" presId="urn:microsoft.com/office/officeart/2005/8/layout/vList3"/>
    <dgm:cxn modelId="{CC7BAFCB-9378-7146-9F74-69BBAA98AE40}" type="presOf" srcId="{06B96A4E-F9C9-434F-B5C7-525E0731DF2F}" destId="{FE5828AC-9284-2646-B1BC-40C48907CBAE}" srcOrd="0" destOrd="0" presId="urn:microsoft.com/office/officeart/2005/8/layout/vList3"/>
    <dgm:cxn modelId="{AE42C0EE-2DD4-C848-A824-0D69B22B62AA}" srcId="{173606FF-2461-5747-A4CF-5BC7E39370A3}" destId="{8596600E-6A1A-9E42-8BAD-67DBB2D925EA}" srcOrd="5" destOrd="0" parTransId="{F8A564E0-220B-1D40-963C-4022EF69E431}" sibTransId="{3E1750D0-1308-4543-9E3D-0F5284A9274B}"/>
    <dgm:cxn modelId="{022DCA82-83A5-974B-9AA9-24AF0FE62CD9}" type="presParOf" srcId="{646D8F98-6E52-B747-96DB-242B9314C34B}" destId="{F67A0A30-9442-3744-96CE-79084396ADC7}" srcOrd="0" destOrd="0" presId="urn:microsoft.com/office/officeart/2005/8/layout/vList3"/>
    <dgm:cxn modelId="{86D0D615-C150-B24D-845C-C30A1E97D140}" type="presParOf" srcId="{F67A0A30-9442-3744-96CE-79084396ADC7}" destId="{A8F4552C-0B7A-814C-ACE0-406141F931DE}" srcOrd="0" destOrd="0" presId="urn:microsoft.com/office/officeart/2005/8/layout/vList3"/>
    <dgm:cxn modelId="{B7C1EA7F-D8AA-EB49-B1F8-062005F23CAB}" type="presParOf" srcId="{F67A0A30-9442-3744-96CE-79084396ADC7}" destId="{FE5828AC-9284-2646-B1BC-40C48907CBAE}" srcOrd="1" destOrd="0" presId="urn:microsoft.com/office/officeart/2005/8/layout/vList3"/>
    <dgm:cxn modelId="{36AF3790-C570-8B4F-A288-F6005F84C698}" type="presParOf" srcId="{646D8F98-6E52-B747-96DB-242B9314C34B}" destId="{A269F920-E3E6-B84E-A7B7-C218F5FB2565}" srcOrd="1" destOrd="0" presId="urn:microsoft.com/office/officeart/2005/8/layout/vList3"/>
    <dgm:cxn modelId="{79AAF680-8723-8F41-A769-C5AC7069AECE}" type="presParOf" srcId="{646D8F98-6E52-B747-96DB-242B9314C34B}" destId="{AD38A2CA-147A-4941-BDCB-A2DA8E7B770C}" srcOrd="2" destOrd="0" presId="urn:microsoft.com/office/officeart/2005/8/layout/vList3"/>
    <dgm:cxn modelId="{D501E092-C976-CD43-A6C7-BBE1A74A02FD}" type="presParOf" srcId="{AD38A2CA-147A-4941-BDCB-A2DA8E7B770C}" destId="{624AD994-FCBD-7C4A-A17B-25A9B8AE173B}" srcOrd="0" destOrd="0" presId="urn:microsoft.com/office/officeart/2005/8/layout/vList3"/>
    <dgm:cxn modelId="{7F7C59DC-2071-4F41-A974-EC1D6FEBAE40}" type="presParOf" srcId="{AD38A2CA-147A-4941-BDCB-A2DA8E7B770C}" destId="{B18E58E2-9F07-4A4F-8A06-974156A78A30}" srcOrd="1" destOrd="0" presId="urn:microsoft.com/office/officeart/2005/8/layout/vList3"/>
    <dgm:cxn modelId="{B63AC26F-07D4-9F46-956A-DF36CBAE0027}" type="presParOf" srcId="{646D8F98-6E52-B747-96DB-242B9314C34B}" destId="{0218962A-EFAF-BC44-9117-3E8AFE559769}" srcOrd="3" destOrd="0" presId="urn:microsoft.com/office/officeart/2005/8/layout/vList3"/>
    <dgm:cxn modelId="{400DC4FB-4E21-CA47-931B-7394961E51F7}" type="presParOf" srcId="{646D8F98-6E52-B747-96DB-242B9314C34B}" destId="{0A1CEB6E-5B2E-5547-AA7E-296595B54635}" srcOrd="4" destOrd="0" presId="urn:microsoft.com/office/officeart/2005/8/layout/vList3"/>
    <dgm:cxn modelId="{54D2183D-CD9F-0148-9091-AA2639819CF5}" type="presParOf" srcId="{0A1CEB6E-5B2E-5547-AA7E-296595B54635}" destId="{496935CB-BAAE-274D-8D59-5ABCC8C9B483}" srcOrd="0" destOrd="0" presId="urn:microsoft.com/office/officeart/2005/8/layout/vList3"/>
    <dgm:cxn modelId="{CA1B7AF3-56FD-9B40-9174-52019F4DEEB6}" type="presParOf" srcId="{0A1CEB6E-5B2E-5547-AA7E-296595B54635}" destId="{606A6ADF-FBD1-4B41-8CD4-EA6003FAF68B}" srcOrd="1" destOrd="0" presId="urn:microsoft.com/office/officeart/2005/8/layout/vList3"/>
    <dgm:cxn modelId="{B9E0DF8B-6CD2-694E-9277-16F7105032C9}" type="presParOf" srcId="{646D8F98-6E52-B747-96DB-242B9314C34B}" destId="{DA52B06A-5591-0C42-B1B3-5287EEE3BBB4}" srcOrd="5" destOrd="0" presId="urn:microsoft.com/office/officeart/2005/8/layout/vList3"/>
    <dgm:cxn modelId="{5700E1E2-689B-CB4E-9EC1-03BD7B201BB2}" type="presParOf" srcId="{646D8F98-6E52-B747-96DB-242B9314C34B}" destId="{C6B87B24-C45A-B44B-8E9B-B59269467495}" srcOrd="6" destOrd="0" presId="urn:microsoft.com/office/officeart/2005/8/layout/vList3"/>
    <dgm:cxn modelId="{EBC75965-874C-294E-B945-D986C7E1D360}" type="presParOf" srcId="{C6B87B24-C45A-B44B-8E9B-B59269467495}" destId="{46B7C601-6AD0-574C-B2AE-7A5FF9C69095}" srcOrd="0" destOrd="0" presId="urn:microsoft.com/office/officeart/2005/8/layout/vList3"/>
    <dgm:cxn modelId="{CA14A6A9-A74B-8042-A981-BD9DAA103A75}" type="presParOf" srcId="{C6B87B24-C45A-B44B-8E9B-B59269467495}" destId="{10CD72A5-CE96-4641-AAA8-02AF7089C737}" srcOrd="1" destOrd="0" presId="urn:microsoft.com/office/officeart/2005/8/layout/vList3"/>
    <dgm:cxn modelId="{79F7E371-7A6C-C342-B965-D9A0D1E6F36E}" type="presParOf" srcId="{646D8F98-6E52-B747-96DB-242B9314C34B}" destId="{E2982984-58F3-B147-BF13-0A9226B775B0}" srcOrd="7" destOrd="0" presId="urn:microsoft.com/office/officeart/2005/8/layout/vList3"/>
    <dgm:cxn modelId="{B3A38543-EF62-7B4B-A587-D38709BC344E}" type="presParOf" srcId="{646D8F98-6E52-B747-96DB-242B9314C34B}" destId="{A0DD7CB6-0C82-F946-B9F5-7EB356A7F80A}" srcOrd="8" destOrd="0" presId="urn:microsoft.com/office/officeart/2005/8/layout/vList3"/>
    <dgm:cxn modelId="{C0331AA1-4BDB-0C42-9E6B-3A8B70D09DD1}" type="presParOf" srcId="{A0DD7CB6-0C82-F946-B9F5-7EB356A7F80A}" destId="{9AC53E28-EFD0-4247-8609-CEF3CA429466}" srcOrd="0" destOrd="0" presId="urn:microsoft.com/office/officeart/2005/8/layout/vList3"/>
    <dgm:cxn modelId="{96DA525D-1607-B946-BA72-8BF902CC1093}" type="presParOf" srcId="{A0DD7CB6-0C82-F946-B9F5-7EB356A7F80A}" destId="{62C1AB9A-3FAA-374C-9BF9-1E6FE235C01F}" srcOrd="1" destOrd="0" presId="urn:microsoft.com/office/officeart/2005/8/layout/vList3"/>
    <dgm:cxn modelId="{E89F0CD7-655D-9340-8E7E-965DEB3C3A8F}" type="presParOf" srcId="{646D8F98-6E52-B747-96DB-242B9314C34B}" destId="{08601D08-1DCF-BA42-AD60-23CA16D92419}" srcOrd="9" destOrd="0" presId="urn:microsoft.com/office/officeart/2005/8/layout/vList3"/>
    <dgm:cxn modelId="{760F8E15-D4DD-D949-BDAF-5E5921872123}" type="presParOf" srcId="{646D8F98-6E52-B747-96DB-242B9314C34B}" destId="{1EBB415C-9CA8-0647-BF6C-CA289155B2E0}" srcOrd="10" destOrd="0" presId="urn:microsoft.com/office/officeart/2005/8/layout/vList3"/>
    <dgm:cxn modelId="{47216B67-E1AA-A140-8379-9FDE331BEBF2}" type="presParOf" srcId="{1EBB415C-9CA8-0647-BF6C-CA289155B2E0}" destId="{1851CD2C-6318-564A-8E59-E82C96B08880}" srcOrd="0" destOrd="0" presId="urn:microsoft.com/office/officeart/2005/8/layout/vList3"/>
    <dgm:cxn modelId="{0E3A2F1D-B538-3F4A-BF19-809DD23531EC}" type="presParOf" srcId="{1EBB415C-9CA8-0647-BF6C-CA289155B2E0}" destId="{C4D4DA19-9771-1F4B-AC0A-F6529138CD77}"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5828AC-9284-2646-B1BC-40C48907CBAE}">
      <dsp:nvSpPr>
        <dsp:cNvPr id="0" name=""/>
        <dsp:cNvSpPr/>
      </dsp:nvSpPr>
      <dsp:spPr>
        <a:xfrm rot="10800000">
          <a:off x="1541923" y="4769"/>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Introduction</a:t>
          </a:r>
        </a:p>
      </dsp:txBody>
      <dsp:txXfrm rot="10800000">
        <a:off x="1722407" y="4769"/>
        <a:ext cx="5224636" cy="721935"/>
      </dsp:txXfrm>
    </dsp:sp>
    <dsp:sp modelId="{A8F4552C-0B7A-814C-ACE0-406141F931DE}">
      <dsp:nvSpPr>
        <dsp:cNvPr id="0" name=""/>
        <dsp:cNvSpPr/>
      </dsp:nvSpPr>
      <dsp:spPr>
        <a:xfrm>
          <a:off x="792085" y="4769"/>
          <a:ext cx="721935" cy="721935"/>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B18E58E2-9F07-4A4F-8A06-974156A78A30}">
      <dsp:nvSpPr>
        <dsp:cNvPr id="0" name=""/>
        <dsp:cNvSpPr/>
      </dsp:nvSpPr>
      <dsp:spPr>
        <a:xfrm rot="10800000">
          <a:off x="1541923" y="942207"/>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A timeline of Deepfake</a:t>
          </a:r>
        </a:p>
      </dsp:txBody>
      <dsp:txXfrm rot="10800000">
        <a:off x="1722407" y="942207"/>
        <a:ext cx="5224636" cy="721935"/>
      </dsp:txXfrm>
    </dsp:sp>
    <dsp:sp modelId="{624AD994-FCBD-7C4A-A17B-25A9B8AE173B}">
      <dsp:nvSpPr>
        <dsp:cNvPr id="0" name=""/>
        <dsp:cNvSpPr/>
      </dsp:nvSpPr>
      <dsp:spPr>
        <a:xfrm>
          <a:off x="792085" y="942207"/>
          <a:ext cx="721935" cy="721935"/>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06A6ADF-FBD1-4B41-8CD4-EA6003FAF68B}">
      <dsp:nvSpPr>
        <dsp:cNvPr id="0" name=""/>
        <dsp:cNvSpPr/>
      </dsp:nvSpPr>
      <dsp:spPr>
        <a:xfrm rot="10800000">
          <a:off x="1541923" y="1879646"/>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State-of-the-Art Deepfake Creation</a:t>
          </a:r>
        </a:p>
      </dsp:txBody>
      <dsp:txXfrm rot="10800000">
        <a:off x="1722407" y="1879646"/>
        <a:ext cx="5224636" cy="721935"/>
      </dsp:txXfrm>
    </dsp:sp>
    <dsp:sp modelId="{496935CB-BAAE-274D-8D59-5ABCC8C9B483}">
      <dsp:nvSpPr>
        <dsp:cNvPr id="0" name=""/>
        <dsp:cNvSpPr/>
      </dsp:nvSpPr>
      <dsp:spPr>
        <a:xfrm>
          <a:off x="792085" y="1879646"/>
          <a:ext cx="721935" cy="721935"/>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10CD72A5-CE96-4641-AAA8-02AF7089C737}">
      <dsp:nvSpPr>
        <dsp:cNvPr id="0" name=""/>
        <dsp:cNvSpPr/>
      </dsp:nvSpPr>
      <dsp:spPr>
        <a:xfrm rot="10800000">
          <a:off x="1541923" y="2817085"/>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State-of-the-Art Deepfake Defence</a:t>
          </a:r>
        </a:p>
      </dsp:txBody>
      <dsp:txXfrm rot="10800000">
        <a:off x="1722407" y="2817085"/>
        <a:ext cx="5224636" cy="721935"/>
      </dsp:txXfrm>
    </dsp:sp>
    <dsp:sp modelId="{46B7C601-6AD0-574C-B2AE-7A5FF9C69095}">
      <dsp:nvSpPr>
        <dsp:cNvPr id="0" name=""/>
        <dsp:cNvSpPr/>
      </dsp:nvSpPr>
      <dsp:spPr>
        <a:xfrm>
          <a:off x="792085" y="2817085"/>
          <a:ext cx="721935" cy="721935"/>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2C1AB9A-3FAA-374C-9BF9-1E6FE235C01F}">
      <dsp:nvSpPr>
        <dsp:cNvPr id="0" name=""/>
        <dsp:cNvSpPr/>
      </dsp:nvSpPr>
      <dsp:spPr>
        <a:xfrm rot="10800000">
          <a:off x="1541923" y="3754523"/>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Our Research</a:t>
          </a:r>
        </a:p>
      </dsp:txBody>
      <dsp:txXfrm rot="10800000">
        <a:off x="1722407" y="3754523"/>
        <a:ext cx="5224636" cy="721935"/>
      </dsp:txXfrm>
    </dsp:sp>
    <dsp:sp modelId="{9AC53E28-EFD0-4247-8609-CEF3CA429466}">
      <dsp:nvSpPr>
        <dsp:cNvPr id="0" name=""/>
        <dsp:cNvSpPr/>
      </dsp:nvSpPr>
      <dsp:spPr>
        <a:xfrm>
          <a:off x="792085" y="3754523"/>
          <a:ext cx="721935" cy="721935"/>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C4D4DA19-9771-1F4B-AC0A-F6529138CD77}">
      <dsp:nvSpPr>
        <dsp:cNvPr id="0" name=""/>
        <dsp:cNvSpPr/>
      </dsp:nvSpPr>
      <dsp:spPr>
        <a:xfrm rot="10800000">
          <a:off x="1541923" y="4691962"/>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Hands-on-session</a:t>
          </a:r>
        </a:p>
      </dsp:txBody>
      <dsp:txXfrm rot="10800000">
        <a:off x="1722407" y="4691962"/>
        <a:ext cx="5224636" cy="721935"/>
      </dsp:txXfrm>
    </dsp:sp>
    <dsp:sp modelId="{1851CD2C-6318-564A-8E59-E82C96B08880}">
      <dsp:nvSpPr>
        <dsp:cNvPr id="0" name=""/>
        <dsp:cNvSpPr/>
      </dsp:nvSpPr>
      <dsp:spPr>
        <a:xfrm>
          <a:off x="792085" y="4691962"/>
          <a:ext cx="721935" cy="721935"/>
        </a:xfrm>
        <a:prstGeom prst="ellipse">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5828AC-9284-2646-B1BC-40C48907CBAE}">
      <dsp:nvSpPr>
        <dsp:cNvPr id="0" name=""/>
        <dsp:cNvSpPr/>
      </dsp:nvSpPr>
      <dsp:spPr>
        <a:xfrm rot="10800000">
          <a:off x="1541923" y="4769"/>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Introduction</a:t>
          </a:r>
        </a:p>
      </dsp:txBody>
      <dsp:txXfrm rot="10800000">
        <a:off x="1722407" y="4769"/>
        <a:ext cx="5224636" cy="721935"/>
      </dsp:txXfrm>
    </dsp:sp>
    <dsp:sp modelId="{A8F4552C-0B7A-814C-ACE0-406141F931DE}">
      <dsp:nvSpPr>
        <dsp:cNvPr id="0" name=""/>
        <dsp:cNvSpPr/>
      </dsp:nvSpPr>
      <dsp:spPr>
        <a:xfrm>
          <a:off x="792085" y="4769"/>
          <a:ext cx="721935" cy="721935"/>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B18E58E2-9F07-4A4F-8A06-974156A78A30}">
      <dsp:nvSpPr>
        <dsp:cNvPr id="0" name=""/>
        <dsp:cNvSpPr/>
      </dsp:nvSpPr>
      <dsp:spPr>
        <a:xfrm rot="10800000">
          <a:off x="1541923" y="942207"/>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A timeline of Deepfake</a:t>
          </a:r>
        </a:p>
      </dsp:txBody>
      <dsp:txXfrm rot="10800000">
        <a:off x="1722407" y="942207"/>
        <a:ext cx="5224636" cy="721935"/>
      </dsp:txXfrm>
    </dsp:sp>
    <dsp:sp modelId="{624AD994-FCBD-7C4A-A17B-25A9B8AE173B}">
      <dsp:nvSpPr>
        <dsp:cNvPr id="0" name=""/>
        <dsp:cNvSpPr/>
      </dsp:nvSpPr>
      <dsp:spPr>
        <a:xfrm>
          <a:off x="792085" y="942207"/>
          <a:ext cx="721935" cy="721935"/>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06A6ADF-FBD1-4B41-8CD4-EA6003FAF68B}">
      <dsp:nvSpPr>
        <dsp:cNvPr id="0" name=""/>
        <dsp:cNvSpPr/>
      </dsp:nvSpPr>
      <dsp:spPr>
        <a:xfrm rot="10800000">
          <a:off x="1541923" y="1879646"/>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State-of-the-Art Deepfake Creation</a:t>
          </a:r>
        </a:p>
      </dsp:txBody>
      <dsp:txXfrm rot="10800000">
        <a:off x="1722407" y="1879646"/>
        <a:ext cx="5224636" cy="721935"/>
      </dsp:txXfrm>
    </dsp:sp>
    <dsp:sp modelId="{496935CB-BAAE-274D-8D59-5ABCC8C9B483}">
      <dsp:nvSpPr>
        <dsp:cNvPr id="0" name=""/>
        <dsp:cNvSpPr/>
      </dsp:nvSpPr>
      <dsp:spPr>
        <a:xfrm>
          <a:off x="792085" y="1879646"/>
          <a:ext cx="721935" cy="721935"/>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10CD72A5-CE96-4641-AAA8-02AF7089C737}">
      <dsp:nvSpPr>
        <dsp:cNvPr id="0" name=""/>
        <dsp:cNvSpPr/>
      </dsp:nvSpPr>
      <dsp:spPr>
        <a:xfrm rot="10800000">
          <a:off x="1541923" y="2817085"/>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State-of-the-Art Deepfake Defence</a:t>
          </a:r>
        </a:p>
      </dsp:txBody>
      <dsp:txXfrm rot="10800000">
        <a:off x="1722407" y="2817085"/>
        <a:ext cx="5224636" cy="721935"/>
      </dsp:txXfrm>
    </dsp:sp>
    <dsp:sp modelId="{46B7C601-6AD0-574C-B2AE-7A5FF9C69095}">
      <dsp:nvSpPr>
        <dsp:cNvPr id="0" name=""/>
        <dsp:cNvSpPr/>
      </dsp:nvSpPr>
      <dsp:spPr>
        <a:xfrm>
          <a:off x="792085" y="2817085"/>
          <a:ext cx="721935" cy="721935"/>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2C1AB9A-3FAA-374C-9BF9-1E6FE235C01F}">
      <dsp:nvSpPr>
        <dsp:cNvPr id="0" name=""/>
        <dsp:cNvSpPr/>
      </dsp:nvSpPr>
      <dsp:spPr>
        <a:xfrm rot="10800000">
          <a:off x="1541923" y="3754523"/>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Our Research</a:t>
          </a:r>
        </a:p>
      </dsp:txBody>
      <dsp:txXfrm rot="10800000">
        <a:off x="1722407" y="3754523"/>
        <a:ext cx="5224636" cy="721935"/>
      </dsp:txXfrm>
    </dsp:sp>
    <dsp:sp modelId="{9AC53E28-EFD0-4247-8609-CEF3CA429466}">
      <dsp:nvSpPr>
        <dsp:cNvPr id="0" name=""/>
        <dsp:cNvSpPr/>
      </dsp:nvSpPr>
      <dsp:spPr>
        <a:xfrm>
          <a:off x="792085" y="3754523"/>
          <a:ext cx="721935" cy="721935"/>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C4D4DA19-9771-1F4B-AC0A-F6529138CD77}">
      <dsp:nvSpPr>
        <dsp:cNvPr id="0" name=""/>
        <dsp:cNvSpPr/>
      </dsp:nvSpPr>
      <dsp:spPr>
        <a:xfrm rot="10800000">
          <a:off x="1541923" y="4691962"/>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91440" rIns="170688" bIns="91440" numCol="1" spcCol="1270" anchor="ctr" anchorCtr="0">
          <a:noAutofit/>
        </a:bodyPr>
        <a:lstStyle/>
        <a:p>
          <a:pPr marL="0" lvl="0" indent="0" algn="l" defTabSz="1066800">
            <a:lnSpc>
              <a:spcPct val="90000"/>
            </a:lnSpc>
            <a:spcBef>
              <a:spcPct val="0"/>
            </a:spcBef>
            <a:spcAft>
              <a:spcPct val="35000"/>
            </a:spcAft>
            <a:buNone/>
          </a:pPr>
          <a:r>
            <a:rPr lang="en-GB" sz="2400" kern="1200"/>
            <a:t>Hands-on-session</a:t>
          </a:r>
        </a:p>
      </dsp:txBody>
      <dsp:txXfrm rot="10800000">
        <a:off x="1722407" y="4691962"/>
        <a:ext cx="5224636" cy="721935"/>
      </dsp:txXfrm>
    </dsp:sp>
    <dsp:sp modelId="{1851CD2C-6318-564A-8E59-E82C96B08880}">
      <dsp:nvSpPr>
        <dsp:cNvPr id="0" name=""/>
        <dsp:cNvSpPr/>
      </dsp:nvSpPr>
      <dsp:spPr>
        <a:xfrm>
          <a:off x="792085" y="4691962"/>
          <a:ext cx="721935" cy="721935"/>
        </a:xfrm>
        <a:prstGeom prst="ellipse">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5828AC-9284-2646-B1BC-40C48907CBAE}">
      <dsp:nvSpPr>
        <dsp:cNvPr id="0" name=""/>
        <dsp:cNvSpPr/>
      </dsp:nvSpPr>
      <dsp:spPr>
        <a:xfrm rot="10800000">
          <a:off x="1541923" y="4769"/>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Introduction</a:t>
          </a:r>
        </a:p>
      </dsp:txBody>
      <dsp:txXfrm rot="10800000">
        <a:off x="1722407" y="4769"/>
        <a:ext cx="5224636" cy="721935"/>
      </dsp:txXfrm>
    </dsp:sp>
    <dsp:sp modelId="{A8F4552C-0B7A-814C-ACE0-406141F931DE}">
      <dsp:nvSpPr>
        <dsp:cNvPr id="0" name=""/>
        <dsp:cNvSpPr/>
      </dsp:nvSpPr>
      <dsp:spPr>
        <a:xfrm>
          <a:off x="792085" y="4769"/>
          <a:ext cx="721935" cy="721935"/>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B18E58E2-9F07-4A4F-8A06-974156A78A30}">
      <dsp:nvSpPr>
        <dsp:cNvPr id="0" name=""/>
        <dsp:cNvSpPr/>
      </dsp:nvSpPr>
      <dsp:spPr>
        <a:xfrm rot="10800000">
          <a:off x="1541923" y="942207"/>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A timeline of Deepfake</a:t>
          </a:r>
        </a:p>
      </dsp:txBody>
      <dsp:txXfrm rot="10800000">
        <a:off x="1722407" y="942207"/>
        <a:ext cx="5224636" cy="721935"/>
      </dsp:txXfrm>
    </dsp:sp>
    <dsp:sp modelId="{624AD994-FCBD-7C4A-A17B-25A9B8AE173B}">
      <dsp:nvSpPr>
        <dsp:cNvPr id="0" name=""/>
        <dsp:cNvSpPr/>
      </dsp:nvSpPr>
      <dsp:spPr>
        <a:xfrm>
          <a:off x="792085" y="942207"/>
          <a:ext cx="721935" cy="721935"/>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06A6ADF-FBD1-4B41-8CD4-EA6003FAF68B}">
      <dsp:nvSpPr>
        <dsp:cNvPr id="0" name=""/>
        <dsp:cNvSpPr/>
      </dsp:nvSpPr>
      <dsp:spPr>
        <a:xfrm rot="10800000">
          <a:off x="1541923" y="1879646"/>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State-of-the-Art Deepfake Generation</a:t>
          </a:r>
        </a:p>
      </dsp:txBody>
      <dsp:txXfrm rot="10800000">
        <a:off x="1722407" y="1879646"/>
        <a:ext cx="5224636" cy="721935"/>
      </dsp:txXfrm>
    </dsp:sp>
    <dsp:sp modelId="{496935CB-BAAE-274D-8D59-5ABCC8C9B483}">
      <dsp:nvSpPr>
        <dsp:cNvPr id="0" name=""/>
        <dsp:cNvSpPr/>
      </dsp:nvSpPr>
      <dsp:spPr>
        <a:xfrm>
          <a:off x="792085" y="1879646"/>
          <a:ext cx="721935" cy="721935"/>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10CD72A5-CE96-4641-AAA8-02AF7089C737}">
      <dsp:nvSpPr>
        <dsp:cNvPr id="0" name=""/>
        <dsp:cNvSpPr/>
      </dsp:nvSpPr>
      <dsp:spPr>
        <a:xfrm rot="10800000">
          <a:off x="1541923" y="2817085"/>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State-of-the-Art Deepfake Defence</a:t>
          </a:r>
        </a:p>
      </dsp:txBody>
      <dsp:txXfrm rot="10800000">
        <a:off x="1722407" y="2817085"/>
        <a:ext cx="5224636" cy="721935"/>
      </dsp:txXfrm>
    </dsp:sp>
    <dsp:sp modelId="{46B7C601-6AD0-574C-B2AE-7A5FF9C69095}">
      <dsp:nvSpPr>
        <dsp:cNvPr id="0" name=""/>
        <dsp:cNvSpPr/>
      </dsp:nvSpPr>
      <dsp:spPr>
        <a:xfrm>
          <a:off x="792085" y="2817085"/>
          <a:ext cx="721935" cy="721935"/>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2C1AB9A-3FAA-374C-9BF9-1E6FE235C01F}">
      <dsp:nvSpPr>
        <dsp:cNvPr id="0" name=""/>
        <dsp:cNvSpPr/>
      </dsp:nvSpPr>
      <dsp:spPr>
        <a:xfrm rot="10800000">
          <a:off x="1541923" y="3754523"/>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Our Research</a:t>
          </a:r>
        </a:p>
      </dsp:txBody>
      <dsp:txXfrm rot="10800000">
        <a:off x="1722407" y="3754523"/>
        <a:ext cx="5224636" cy="721935"/>
      </dsp:txXfrm>
    </dsp:sp>
    <dsp:sp modelId="{9AC53E28-EFD0-4247-8609-CEF3CA429466}">
      <dsp:nvSpPr>
        <dsp:cNvPr id="0" name=""/>
        <dsp:cNvSpPr/>
      </dsp:nvSpPr>
      <dsp:spPr>
        <a:xfrm>
          <a:off x="792085" y="3754523"/>
          <a:ext cx="721935" cy="721935"/>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C4D4DA19-9771-1F4B-AC0A-F6529138CD77}">
      <dsp:nvSpPr>
        <dsp:cNvPr id="0" name=""/>
        <dsp:cNvSpPr/>
      </dsp:nvSpPr>
      <dsp:spPr>
        <a:xfrm rot="10800000">
          <a:off x="1541923" y="4691962"/>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Hands-on-session</a:t>
          </a:r>
        </a:p>
      </dsp:txBody>
      <dsp:txXfrm rot="10800000">
        <a:off x="1722407" y="4691962"/>
        <a:ext cx="5224636" cy="721935"/>
      </dsp:txXfrm>
    </dsp:sp>
    <dsp:sp modelId="{1851CD2C-6318-564A-8E59-E82C96B08880}">
      <dsp:nvSpPr>
        <dsp:cNvPr id="0" name=""/>
        <dsp:cNvSpPr/>
      </dsp:nvSpPr>
      <dsp:spPr>
        <a:xfrm>
          <a:off x="792085" y="4691962"/>
          <a:ext cx="721935" cy="721935"/>
        </a:xfrm>
        <a:prstGeom prst="ellipse">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35D777-0892-A24F-9476-BBE98694D2A1}">
      <dsp:nvSpPr>
        <dsp:cNvPr id="0" name=""/>
        <dsp:cNvSpPr/>
      </dsp:nvSpPr>
      <dsp:spPr>
        <a:xfrm>
          <a:off x="929949" y="0"/>
          <a:ext cx="4676060" cy="1870424"/>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6C8C3A-F7D2-D243-BD60-305F00BAA80F}">
      <dsp:nvSpPr>
        <dsp:cNvPr id="0" name=""/>
        <dsp:cNvSpPr/>
      </dsp:nvSpPr>
      <dsp:spPr>
        <a:xfrm>
          <a:off x="1469145" y="327324"/>
          <a:ext cx="1543099" cy="91650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4676" rIns="0" bIns="80010" numCol="1" spcCol="1270" anchor="ctr" anchorCtr="0">
          <a:noAutofit/>
        </a:bodyPr>
        <a:lstStyle/>
        <a:p>
          <a:pPr marL="0" lvl="0" indent="0" algn="ctr" defTabSz="933450">
            <a:lnSpc>
              <a:spcPct val="90000"/>
            </a:lnSpc>
            <a:spcBef>
              <a:spcPct val="0"/>
            </a:spcBef>
            <a:spcAft>
              <a:spcPct val="35000"/>
            </a:spcAft>
            <a:buNone/>
          </a:pPr>
          <a:r>
            <a:rPr lang="en-GB" sz="2100" kern="1200"/>
            <a:t>Low quality</a:t>
          </a:r>
        </a:p>
        <a:p>
          <a:pPr marL="0" lvl="0" indent="0" algn="ctr" defTabSz="933450">
            <a:lnSpc>
              <a:spcPct val="90000"/>
            </a:lnSpc>
            <a:spcBef>
              <a:spcPct val="0"/>
            </a:spcBef>
            <a:spcAft>
              <a:spcPct val="35000"/>
            </a:spcAft>
            <a:buNone/>
          </a:pPr>
          <a:r>
            <a:rPr lang="en-GB" sz="2100" kern="1200"/>
            <a:t>high number </a:t>
          </a:r>
        </a:p>
      </dsp:txBody>
      <dsp:txXfrm>
        <a:off x="1469145" y="327324"/>
        <a:ext cx="1543099" cy="916507"/>
      </dsp:txXfrm>
    </dsp:sp>
    <dsp:sp modelId="{12C0DFFF-938E-3747-9A86-3C715AB827AF}">
      <dsp:nvSpPr>
        <dsp:cNvPr id="0" name=""/>
        <dsp:cNvSpPr/>
      </dsp:nvSpPr>
      <dsp:spPr>
        <a:xfrm>
          <a:off x="3246048" y="626592"/>
          <a:ext cx="1823663" cy="91650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4676" rIns="0" bIns="80010" numCol="1" spcCol="1270" anchor="ctr" anchorCtr="0">
          <a:noAutofit/>
        </a:bodyPr>
        <a:lstStyle/>
        <a:p>
          <a:pPr marL="0" lvl="0" indent="0" algn="ctr" defTabSz="933450">
            <a:lnSpc>
              <a:spcPct val="90000"/>
            </a:lnSpc>
            <a:spcBef>
              <a:spcPct val="0"/>
            </a:spcBef>
            <a:spcAft>
              <a:spcPct val="35000"/>
            </a:spcAft>
            <a:buNone/>
          </a:pPr>
          <a:r>
            <a:rPr lang="en-GB" sz="2100" kern="1200"/>
            <a:t>High quality</a:t>
          </a:r>
        </a:p>
        <a:p>
          <a:pPr marL="0" lvl="0" indent="0" algn="ctr" defTabSz="933450">
            <a:lnSpc>
              <a:spcPct val="90000"/>
            </a:lnSpc>
            <a:spcBef>
              <a:spcPct val="0"/>
            </a:spcBef>
            <a:spcAft>
              <a:spcPct val="35000"/>
            </a:spcAft>
            <a:buNone/>
          </a:pPr>
          <a:r>
            <a:rPr lang="en-GB" sz="2100" kern="1200"/>
            <a:t>low number</a:t>
          </a:r>
        </a:p>
      </dsp:txBody>
      <dsp:txXfrm>
        <a:off x="3246048" y="626592"/>
        <a:ext cx="1823663" cy="9165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5828AC-9284-2646-B1BC-40C48907CBAE}">
      <dsp:nvSpPr>
        <dsp:cNvPr id="0" name=""/>
        <dsp:cNvSpPr/>
      </dsp:nvSpPr>
      <dsp:spPr>
        <a:xfrm rot="10800000">
          <a:off x="1541923" y="4769"/>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Introduction</a:t>
          </a:r>
        </a:p>
      </dsp:txBody>
      <dsp:txXfrm rot="10800000">
        <a:off x="1722407" y="4769"/>
        <a:ext cx="5224636" cy="721935"/>
      </dsp:txXfrm>
    </dsp:sp>
    <dsp:sp modelId="{A8F4552C-0B7A-814C-ACE0-406141F931DE}">
      <dsp:nvSpPr>
        <dsp:cNvPr id="0" name=""/>
        <dsp:cNvSpPr/>
      </dsp:nvSpPr>
      <dsp:spPr>
        <a:xfrm>
          <a:off x="792085" y="4769"/>
          <a:ext cx="721935" cy="721935"/>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B18E58E2-9F07-4A4F-8A06-974156A78A30}">
      <dsp:nvSpPr>
        <dsp:cNvPr id="0" name=""/>
        <dsp:cNvSpPr/>
      </dsp:nvSpPr>
      <dsp:spPr>
        <a:xfrm rot="10800000">
          <a:off x="1541923" y="942207"/>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A timeline of Deepfake</a:t>
          </a:r>
        </a:p>
      </dsp:txBody>
      <dsp:txXfrm rot="10800000">
        <a:off x="1722407" y="942207"/>
        <a:ext cx="5224636" cy="721935"/>
      </dsp:txXfrm>
    </dsp:sp>
    <dsp:sp modelId="{624AD994-FCBD-7C4A-A17B-25A9B8AE173B}">
      <dsp:nvSpPr>
        <dsp:cNvPr id="0" name=""/>
        <dsp:cNvSpPr/>
      </dsp:nvSpPr>
      <dsp:spPr>
        <a:xfrm>
          <a:off x="792085" y="942207"/>
          <a:ext cx="721935" cy="721935"/>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06A6ADF-FBD1-4B41-8CD4-EA6003FAF68B}">
      <dsp:nvSpPr>
        <dsp:cNvPr id="0" name=""/>
        <dsp:cNvSpPr/>
      </dsp:nvSpPr>
      <dsp:spPr>
        <a:xfrm rot="10800000">
          <a:off x="1541923" y="1879646"/>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State-of-the-Art Deepfake Generation</a:t>
          </a:r>
        </a:p>
      </dsp:txBody>
      <dsp:txXfrm rot="10800000">
        <a:off x="1722407" y="1879646"/>
        <a:ext cx="5224636" cy="721935"/>
      </dsp:txXfrm>
    </dsp:sp>
    <dsp:sp modelId="{496935CB-BAAE-274D-8D59-5ABCC8C9B483}">
      <dsp:nvSpPr>
        <dsp:cNvPr id="0" name=""/>
        <dsp:cNvSpPr/>
      </dsp:nvSpPr>
      <dsp:spPr>
        <a:xfrm>
          <a:off x="792085" y="1879646"/>
          <a:ext cx="721935" cy="721935"/>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10CD72A5-CE96-4641-AAA8-02AF7089C737}">
      <dsp:nvSpPr>
        <dsp:cNvPr id="0" name=""/>
        <dsp:cNvSpPr/>
      </dsp:nvSpPr>
      <dsp:spPr>
        <a:xfrm rot="10800000">
          <a:off x="1541923" y="2817085"/>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State-of-the-Art Deepfake Defence</a:t>
          </a:r>
        </a:p>
      </dsp:txBody>
      <dsp:txXfrm rot="10800000">
        <a:off x="1722407" y="2817085"/>
        <a:ext cx="5224636" cy="721935"/>
      </dsp:txXfrm>
    </dsp:sp>
    <dsp:sp modelId="{46B7C601-6AD0-574C-B2AE-7A5FF9C69095}">
      <dsp:nvSpPr>
        <dsp:cNvPr id="0" name=""/>
        <dsp:cNvSpPr/>
      </dsp:nvSpPr>
      <dsp:spPr>
        <a:xfrm>
          <a:off x="792085" y="2817085"/>
          <a:ext cx="721935" cy="721935"/>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2C1AB9A-3FAA-374C-9BF9-1E6FE235C01F}">
      <dsp:nvSpPr>
        <dsp:cNvPr id="0" name=""/>
        <dsp:cNvSpPr/>
      </dsp:nvSpPr>
      <dsp:spPr>
        <a:xfrm rot="10800000">
          <a:off x="1541923" y="3754523"/>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Our Research</a:t>
          </a:r>
        </a:p>
      </dsp:txBody>
      <dsp:txXfrm rot="10800000">
        <a:off x="1722407" y="3754523"/>
        <a:ext cx="5224636" cy="721935"/>
      </dsp:txXfrm>
    </dsp:sp>
    <dsp:sp modelId="{9AC53E28-EFD0-4247-8609-CEF3CA429466}">
      <dsp:nvSpPr>
        <dsp:cNvPr id="0" name=""/>
        <dsp:cNvSpPr/>
      </dsp:nvSpPr>
      <dsp:spPr>
        <a:xfrm>
          <a:off x="792085" y="3754523"/>
          <a:ext cx="721935" cy="721935"/>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C4D4DA19-9771-1F4B-AC0A-F6529138CD77}">
      <dsp:nvSpPr>
        <dsp:cNvPr id="0" name=""/>
        <dsp:cNvSpPr/>
      </dsp:nvSpPr>
      <dsp:spPr>
        <a:xfrm rot="10800000">
          <a:off x="1541923" y="4691962"/>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Hands-on-session</a:t>
          </a:r>
        </a:p>
      </dsp:txBody>
      <dsp:txXfrm rot="10800000">
        <a:off x="1722407" y="4691962"/>
        <a:ext cx="5224636" cy="721935"/>
      </dsp:txXfrm>
    </dsp:sp>
    <dsp:sp modelId="{1851CD2C-6318-564A-8E59-E82C96B08880}">
      <dsp:nvSpPr>
        <dsp:cNvPr id="0" name=""/>
        <dsp:cNvSpPr/>
      </dsp:nvSpPr>
      <dsp:spPr>
        <a:xfrm>
          <a:off x="792085" y="4691962"/>
          <a:ext cx="721935" cy="721935"/>
        </a:xfrm>
        <a:prstGeom prst="ellipse">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5828AC-9284-2646-B1BC-40C48907CBAE}">
      <dsp:nvSpPr>
        <dsp:cNvPr id="0" name=""/>
        <dsp:cNvSpPr/>
      </dsp:nvSpPr>
      <dsp:spPr>
        <a:xfrm rot="10800000">
          <a:off x="1541923" y="4769"/>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Introduction</a:t>
          </a:r>
        </a:p>
      </dsp:txBody>
      <dsp:txXfrm rot="10800000">
        <a:off x="1722407" y="4769"/>
        <a:ext cx="5224636" cy="721935"/>
      </dsp:txXfrm>
    </dsp:sp>
    <dsp:sp modelId="{A8F4552C-0B7A-814C-ACE0-406141F931DE}">
      <dsp:nvSpPr>
        <dsp:cNvPr id="0" name=""/>
        <dsp:cNvSpPr/>
      </dsp:nvSpPr>
      <dsp:spPr>
        <a:xfrm>
          <a:off x="792085" y="4769"/>
          <a:ext cx="721935" cy="721935"/>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B18E58E2-9F07-4A4F-8A06-974156A78A30}">
      <dsp:nvSpPr>
        <dsp:cNvPr id="0" name=""/>
        <dsp:cNvSpPr/>
      </dsp:nvSpPr>
      <dsp:spPr>
        <a:xfrm rot="10800000">
          <a:off x="1541923" y="942207"/>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A timeline of Deepfake</a:t>
          </a:r>
        </a:p>
      </dsp:txBody>
      <dsp:txXfrm rot="10800000">
        <a:off x="1722407" y="942207"/>
        <a:ext cx="5224636" cy="721935"/>
      </dsp:txXfrm>
    </dsp:sp>
    <dsp:sp modelId="{624AD994-FCBD-7C4A-A17B-25A9B8AE173B}">
      <dsp:nvSpPr>
        <dsp:cNvPr id="0" name=""/>
        <dsp:cNvSpPr/>
      </dsp:nvSpPr>
      <dsp:spPr>
        <a:xfrm>
          <a:off x="792085" y="942207"/>
          <a:ext cx="721935" cy="721935"/>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06A6ADF-FBD1-4B41-8CD4-EA6003FAF68B}">
      <dsp:nvSpPr>
        <dsp:cNvPr id="0" name=""/>
        <dsp:cNvSpPr/>
      </dsp:nvSpPr>
      <dsp:spPr>
        <a:xfrm rot="10800000">
          <a:off x="1541923" y="1879646"/>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State-of-the-Art Deepfake Generation</a:t>
          </a:r>
        </a:p>
      </dsp:txBody>
      <dsp:txXfrm rot="10800000">
        <a:off x="1722407" y="1879646"/>
        <a:ext cx="5224636" cy="721935"/>
      </dsp:txXfrm>
    </dsp:sp>
    <dsp:sp modelId="{496935CB-BAAE-274D-8D59-5ABCC8C9B483}">
      <dsp:nvSpPr>
        <dsp:cNvPr id="0" name=""/>
        <dsp:cNvSpPr/>
      </dsp:nvSpPr>
      <dsp:spPr>
        <a:xfrm>
          <a:off x="792085" y="1879646"/>
          <a:ext cx="721935" cy="721935"/>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10CD72A5-CE96-4641-AAA8-02AF7089C737}">
      <dsp:nvSpPr>
        <dsp:cNvPr id="0" name=""/>
        <dsp:cNvSpPr/>
      </dsp:nvSpPr>
      <dsp:spPr>
        <a:xfrm rot="10800000">
          <a:off x="1541923" y="2817085"/>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State-of-the-Art Deepfake Defence</a:t>
          </a:r>
        </a:p>
      </dsp:txBody>
      <dsp:txXfrm rot="10800000">
        <a:off x="1722407" y="2817085"/>
        <a:ext cx="5224636" cy="721935"/>
      </dsp:txXfrm>
    </dsp:sp>
    <dsp:sp modelId="{46B7C601-6AD0-574C-B2AE-7A5FF9C69095}">
      <dsp:nvSpPr>
        <dsp:cNvPr id="0" name=""/>
        <dsp:cNvSpPr/>
      </dsp:nvSpPr>
      <dsp:spPr>
        <a:xfrm>
          <a:off x="792085" y="2817085"/>
          <a:ext cx="721935" cy="721935"/>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62C1AB9A-3FAA-374C-9BF9-1E6FE235C01F}">
      <dsp:nvSpPr>
        <dsp:cNvPr id="0" name=""/>
        <dsp:cNvSpPr/>
      </dsp:nvSpPr>
      <dsp:spPr>
        <a:xfrm rot="10800000">
          <a:off x="1541923" y="3754523"/>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Our Research</a:t>
          </a:r>
        </a:p>
      </dsp:txBody>
      <dsp:txXfrm rot="10800000">
        <a:off x="1722407" y="3754523"/>
        <a:ext cx="5224636" cy="721935"/>
      </dsp:txXfrm>
    </dsp:sp>
    <dsp:sp modelId="{9AC53E28-EFD0-4247-8609-CEF3CA429466}">
      <dsp:nvSpPr>
        <dsp:cNvPr id="0" name=""/>
        <dsp:cNvSpPr/>
      </dsp:nvSpPr>
      <dsp:spPr>
        <a:xfrm>
          <a:off x="792085" y="3754523"/>
          <a:ext cx="721935" cy="721935"/>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C4D4DA19-9771-1F4B-AC0A-F6529138CD77}">
      <dsp:nvSpPr>
        <dsp:cNvPr id="0" name=""/>
        <dsp:cNvSpPr/>
      </dsp:nvSpPr>
      <dsp:spPr>
        <a:xfrm rot="10800000">
          <a:off x="1541923" y="4691962"/>
          <a:ext cx="5405120" cy="72193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8353" tIns="76200" rIns="142240" bIns="76200" numCol="1" spcCol="1270" anchor="ctr" anchorCtr="0">
          <a:noAutofit/>
        </a:bodyPr>
        <a:lstStyle/>
        <a:p>
          <a:pPr marL="0" lvl="0" indent="0" algn="l" defTabSz="889000">
            <a:lnSpc>
              <a:spcPct val="90000"/>
            </a:lnSpc>
            <a:spcBef>
              <a:spcPct val="0"/>
            </a:spcBef>
            <a:spcAft>
              <a:spcPct val="35000"/>
            </a:spcAft>
            <a:buNone/>
          </a:pPr>
          <a:r>
            <a:rPr lang="en-GB" sz="2000" kern="1200"/>
            <a:t>Hands-on-session</a:t>
          </a:r>
        </a:p>
      </dsp:txBody>
      <dsp:txXfrm rot="10800000">
        <a:off x="1722407" y="4691962"/>
        <a:ext cx="5224636" cy="721935"/>
      </dsp:txXfrm>
    </dsp:sp>
    <dsp:sp modelId="{1851CD2C-6318-564A-8E59-E82C96B08880}">
      <dsp:nvSpPr>
        <dsp:cNvPr id="0" name=""/>
        <dsp:cNvSpPr/>
      </dsp:nvSpPr>
      <dsp:spPr>
        <a:xfrm>
          <a:off x="792085" y="4691962"/>
          <a:ext cx="721935" cy="721935"/>
        </a:xfrm>
        <a:prstGeom prst="ellipse">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20/10/2026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20/10/2026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github.com/facefusion/facefusion"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github.com/TencentARC/PhotoMaker"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ync.so/"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gooey.ai/Lipsync/"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i.org/10.18653/v1/2024.acl-long.673"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8" Type="http://schemas.openxmlformats.org/officeDocument/2006/relationships/hyperlink" Target="https://openaccess.thecvf.com/content/CVPR2025/html/Guan_AudCast_Audio-Driven_Human_Video_Generation_by_Cascaded_Diffusion_Transformers_CVPR_2025_paper.html" TargetMode="External"/><Relationship Id="rId3" Type="http://schemas.openxmlformats.org/officeDocument/2006/relationships/hyperlink" Target="https://proceedings.neurips.cc/paper_files/paper/2024/hash/34239f60eca7ce9bee5280aaf81362d8-Abstract-Datasets_and_Benchmarks_Track.html" TargetMode="External"/><Relationship Id="rId7" Type="http://schemas.openxmlformats.org/officeDocument/2006/relationships/hyperlink" Target="https://openaccess.thecvf.com/content/CVPR2025/html/Corona_VLOGGER_Multimodal_Diffusion_for_Embodied_Avatar_Synthesis_CVPR_2025_paper.html"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openaccess.thecvf.com/content/CVPR2025/html/Zhen_Teller_Real-Time_Streaming_Audio-Driven_Portrait_Animation_with_Autoregressive_Motion_Generation_CVPR_2025_paper.html" TargetMode="External"/><Relationship Id="rId5" Type="http://schemas.openxmlformats.org/officeDocument/2006/relationships/hyperlink" Target="https://openaccess.thecvf.com/content/CVPR2025/html/Ji_Sonic_Shifting_Focus_to_Global_Audio_Perception_in_Portrait_Animation_CVPR_2025_paper.html" TargetMode="External"/><Relationship Id="rId4" Type="http://schemas.openxmlformats.org/officeDocument/2006/relationships/hyperlink" Target="https://openaccess.thecvf.com/content/CVPR2023/html/Zhang_SadTalker_Learning_Realistic_3D_Motion_Coefficients_for_Stylized_Audio-Driven_Single_CVPR_2023_paper.html"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oi.org/10.1007/978-3-030-66823-5_14" TargetMode="External"/><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hyperlink" Target="https://doi.org/10.1109/WACVW50321.2020.9096939"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github.com/ShieldMnt/invisible-watermark#supported-algorithms"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doi.org/10.1109/CVPR52729.2023.00402"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doi.org/10.1109/CVPR52729.2023.00402"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lipsync.video/"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a:buChar char="•"/>
              <a:defRPr/>
            </a:pPr>
            <a:endParaRPr>
              <a:cs typeface="Calibri"/>
            </a:endParaRPr>
          </a:p>
        </p:txBody>
      </p:sp>
      <p:sp>
        <p:nvSpPr>
          <p:cNvPr id="4" name="Slide Number Placeholder 3"/>
          <p:cNvSpPr>
            <a:spLocks noGrp="1"/>
          </p:cNvSpPr>
          <p:nvPr>
            <p:ph type="sldNum" sz="quarter" idx="5"/>
          </p:nvPr>
        </p:nvSpPr>
        <p:spPr bwMode="auto"/>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0EF05BAA-92F6-4DEA-A832-E4B15A2F525C}" type="slidenum">
              <a:rPr kumimoji="0" lang="en-AU" sz="1200" b="0" i="0" u="none" strike="noStrike" kern="0" cap="none" spc="0" normalizeH="0" baseline="0" noProof="0">
                <a:ln>
                  <a:noFill/>
                </a:ln>
                <a:solidFill>
                  <a:prstClr val="black"/>
                </a:solidFill>
                <a:effectLst/>
                <a:uLnTx/>
                <a:uFillTx/>
                <a:latin typeface="Calibri"/>
                <a:cs typeface="Arial"/>
              </a:rPr>
              <a:pPr marL="0" marR="0" lvl="0" indent="0" algn="r" defTabSz="914400" eaLnBrk="1" fontAlgn="auto" latinLnBrk="0" hangingPunct="1">
                <a:lnSpc>
                  <a:spcPct val="100000"/>
                </a:lnSpc>
                <a:spcBef>
                  <a:spcPts val="0"/>
                </a:spcBef>
                <a:spcAft>
                  <a:spcPts val="0"/>
                </a:spcAft>
                <a:buClrTx/>
                <a:buSzTx/>
                <a:buFontTx/>
                <a:buNone/>
                <a:tabLst/>
                <a:defRPr/>
              </a:pPr>
              <a:t>1</a:t>
            </a:fld>
            <a:endParaRPr kumimoji="0" lang="en-AU" sz="1200" b="0" i="0" u="none" strike="noStrike" kern="0" cap="none" spc="0" normalizeH="0" baseline="0" noProof="0">
              <a:ln>
                <a:noFill/>
              </a:ln>
              <a:solidFill>
                <a:prstClr val="black"/>
              </a:solidFill>
              <a:effectLst/>
              <a:uLnTx/>
              <a:uFillTx/>
              <a:latin typeface="Calibri"/>
              <a:cs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EF05BAA-92F6-4DEA-A832-E4B15A2F525C}" type="slidenum">
              <a:rPr lang="en-AU" smtClean="0"/>
              <a:t>3</a:t>
            </a:fld>
            <a:endParaRPr lang="en-AU"/>
          </a:p>
        </p:txBody>
      </p:sp>
    </p:spTree>
    <p:extLst>
      <p:ext uri="{BB962C8B-B14F-4D97-AF65-F5344CB8AC3E}">
        <p14:creationId xmlns:p14="http://schemas.microsoft.com/office/powerpoint/2010/main" val="883867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EF05BAA-92F6-4DEA-A832-E4B15A2F525C}" type="slidenum">
              <a:rPr lang="en-AU" smtClean="0"/>
              <a:t>4</a:t>
            </a:fld>
            <a:endParaRPr lang="en-AU"/>
          </a:p>
        </p:txBody>
      </p:sp>
    </p:spTree>
    <p:extLst>
      <p:ext uri="{BB962C8B-B14F-4D97-AF65-F5344CB8AC3E}">
        <p14:creationId xmlns:p14="http://schemas.microsoft.com/office/powerpoint/2010/main" val="695361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F05BAA-92F6-4DEA-A832-E4B15A2F525C}" type="slidenum">
              <a:rPr lang="en-AU" smtClean="0"/>
              <a:t>6</a:t>
            </a:fld>
            <a:endParaRPr lang="en-AU"/>
          </a:p>
        </p:txBody>
      </p:sp>
    </p:spTree>
    <p:extLst>
      <p:ext uri="{BB962C8B-B14F-4D97-AF65-F5344CB8AC3E}">
        <p14:creationId xmlns:p14="http://schemas.microsoft.com/office/powerpoint/2010/main" val="602719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23CBF-83FC-D5B3-4AAF-D0FF9C7DB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824F1-513A-C9F2-5040-151B75409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F951B6-333D-0FAE-85DF-D0D85232AD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A565B9-F521-7BEA-1E22-15121B1DEC6B}"/>
              </a:ext>
            </a:extLst>
          </p:cNvPr>
          <p:cNvSpPr>
            <a:spLocks noGrp="1"/>
          </p:cNvSpPr>
          <p:nvPr>
            <p:ph type="sldNum" sz="quarter" idx="5"/>
          </p:nvPr>
        </p:nvSpPr>
        <p:spPr/>
        <p:txBody>
          <a:bodyPr/>
          <a:lstStyle/>
          <a:p>
            <a:fld id="{0EF05BAA-92F6-4DEA-A832-E4B15A2F525C}" type="slidenum">
              <a:rPr lang="en-AU" smtClean="0"/>
              <a:t>7</a:t>
            </a:fld>
            <a:endParaRPr lang="en-AU"/>
          </a:p>
        </p:txBody>
      </p:sp>
    </p:spTree>
    <p:extLst>
      <p:ext uri="{BB962C8B-B14F-4D97-AF65-F5344CB8AC3E}">
        <p14:creationId xmlns:p14="http://schemas.microsoft.com/office/powerpoint/2010/main" val="2414038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AU" dirty="0"/>
              <a:t>Authentic </a:t>
            </a:r>
            <a:r>
              <a:rPr lang="en-AU" dirty="0" err="1"/>
              <a:t>Protrait</a:t>
            </a:r>
            <a:r>
              <a:rPr lang="en-AU" dirty="0"/>
              <a:t> [7]</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AU" dirty="0"/>
              <a:t>Face swap with </a:t>
            </a:r>
            <a:r>
              <a:rPr lang="en-AU" dirty="0" err="1"/>
              <a:t>facefusion</a:t>
            </a:r>
            <a:r>
              <a:rPr lang="en-AU" dirty="0"/>
              <a:t> [8]</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AU" dirty="0"/>
              <a:t>Fully synthetic portrait with </a:t>
            </a:r>
            <a:r>
              <a:rPr lang="en-AU" dirty="0" err="1"/>
              <a:t>PhotoMaker</a:t>
            </a:r>
            <a:r>
              <a:rPr lang="en-AU" dirty="0"/>
              <a:t> [9]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[7] https://</a:t>
            </a:r>
            <a:r>
              <a:rPr lang="en-AU" dirty="0" err="1"/>
              <a:t>github.com</a:t>
            </a:r>
            <a:r>
              <a:rPr lang="en-AU" dirty="0"/>
              <a:t>/</a:t>
            </a:r>
            <a:r>
              <a:rPr lang="en-AU" dirty="0" err="1"/>
              <a:t>NVlabs</a:t>
            </a:r>
            <a:r>
              <a:rPr lang="en-AU" dirty="0"/>
              <a:t>/</a:t>
            </a:r>
            <a:r>
              <a:rPr lang="en-AU" dirty="0" err="1"/>
              <a:t>ffhq</a:t>
            </a:r>
            <a:r>
              <a:rPr lang="en-AU" dirty="0"/>
              <a:t>-dataset (22938)</a:t>
            </a:r>
            <a:br>
              <a:rPr lang="en-AU" dirty="0"/>
            </a:br>
            <a:r>
              <a:rPr lang="en-AU" dirty="0"/>
              <a:t>[8] </a:t>
            </a:r>
            <a:r>
              <a:rPr lang="en-AU" dirty="0">
                <a:hlinkClick r:id="rId3"/>
              </a:rPr>
              <a:t>https://github.com/facefusion/facefusion</a:t>
            </a:r>
            <a:br>
              <a:rPr lang="en-AU" dirty="0"/>
            </a:br>
            <a:r>
              <a:rPr lang="en-AU" dirty="0"/>
              <a:t>[9] </a:t>
            </a:r>
            <a:r>
              <a:rPr lang="en-AU" dirty="0">
                <a:hlinkClick r:id="rId4"/>
              </a:rPr>
              <a:t>https://github.com/TencentARC/PhotoMaker</a:t>
            </a:r>
            <a:endParaRPr lang="en-AU" dirty="0"/>
          </a:p>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8</a:t>
            </a:fld>
            <a:endParaRPr lang="en-AU"/>
          </a:p>
        </p:txBody>
      </p:sp>
    </p:spTree>
    <p:extLst>
      <p:ext uri="{BB962C8B-B14F-4D97-AF65-F5344CB8AC3E}">
        <p14:creationId xmlns:p14="http://schemas.microsoft.com/office/powerpoint/2010/main" val="2389055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EF05BAA-92F6-4DEA-A832-E4B15A2F525C}" type="slidenum">
              <a:rPr lang="en-AU" smtClean="0"/>
              <a:t>9</a:t>
            </a:fld>
            <a:endParaRPr lang="en-AU"/>
          </a:p>
        </p:txBody>
      </p:sp>
    </p:spTree>
    <p:extLst>
      <p:ext uri="{BB962C8B-B14F-4D97-AF65-F5344CB8AC3E}">
        <p14:creationId xmlns:p14="http://schemas.microsoft.com/office/powerpoint/2010/main" val="1258048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EF05BAA-92F6-4DEA-A832-E4B15A2F525C}" type="slidenum">
              <a:rPr lang="en-AU" smtClean="0"/>
              <a:t>10</a:t>
            </a:fld>
            <a:endParaRPr lang="en-AU"/>
          </a:p>
        </p:txBody>
      </p:sp>
    </p:spTree>
    <p:extLst>
      <p:ext uri="{BB962C8B-B14F-4D97-AF65-F5344CB8AC3E}">
        <p14:creationId xmlns:p14="http://schemas.microsoft.com/office/powerpoint/2010/main" val="2727964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32AA2-65BE-9AF8-2A43-7115FB339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917B2-351B-7EF6-BAF8-BE1A8550E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2459D-78F3-AE52-BDC4-E2FAE0A4C7A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40A6723C-771D-C33E-748B-F256972E67B4}"/>
              </a:ext>
            </a:extLst>
          </p:cNvPr>
          <p:cNvSpPr>
            <a:spLocks noGrp="1"/>
          </p:cNvSpPr>
          <p:nvPr>
            <p:ph type="sldNum" sz="quarter" idx="5"/>
          </p:nvPr>
        </p:nvSpPr>
        <p:spPr/>
        <p:txBody>
          <a:bodyPr/>
          <a:lstStyle/>
          <a:p>
            <a:fld id="{0EF05BAA-92F6-4DEA-A832-E4B15A2F525C}" type="slidenum">
              <a:rPr lang="en-AU" smtClean="0"/>
              <a:t>11</a:t>
            </a:fld>
            <a:endParaRPr lang="en-AU"/>
          </a:p>
        </p:txBody>
      </p:sp>
    </p:spTree>
    <p:extLst>
      <p:ext uri="{BB962C8B-B14F-4D97-AF65-F5344CB8AC3E}">
        <p14:creationId xmlns:p14="http://schemas.microsoft.com/office/powerpoint/2010/main" val="2229730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12</a:t>
            </a:fld>
            <a:endParaRPr lang="en-AU"/>
          </a:p>
        </p:txBody>
      </p:sp>
    </p:spTree>
    <p:extLst>
      <p:ext uri="{BB962C8B-B14F-4D97-AF65-F5344CB8AC3E}">
        <p14:creationId xmlns:p14="http://schemas.microsoft.com/office/powerpoint/2010/main" val="2933804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pPr marL="285750" lvl="0" indent="-285750">
              <a:buFont typeface="Arial" panose="020B0604020202020204" pitchFamily="34" charset="0"/>
              <a:buChar char="•"/>
            </a:pPr>
            <a:r>
              <a:rPr lang="en-AU" sz="1400" dirty="0"/>
              <a:t>Audio:</a:t>
            </a:r>
          </a:p>
          <a:p>
            <a:pPr marL="742950" lvl="1" indent="-285750">
              <a:buFont typeface="Arial" panose="020B0604020202020204" pitchFamily="34" charset="0"/>
              <a:buChar char="•"/>
            </a:pPr>
            <a:r>
              <a:rPr lang="en-AU" sz="1400" dirty="0" err="1"/>
              <a:t>PlayHT</a:t>
            </a:r>
            <a:r>
              <a:rPr lang="en-AU" sz="1400" dirty="0"/>
              <a:t> AI (1 hours no fee)</a:t>
            </a:r>
          </a:p>
          <a:p>
            <a:pPr marL="285750" lvl="0" indent="-285750">
              <a:buFont typeface="Arial" panose="020B0604020202020204" pitchFamily="34" charset="0"/>
              <a:buChar char="•"/>
            </a:pPr>
            <a:r>
              <a:rPr lang="en-AU" sz="1400" dirty="0"/>
              <a:t> Video</a:t>
            </a:r>
          </a:p>
          <a:p>
            <a:pPr marL="742950" lvl="1" indent="-285750">
              <a:buFont typeface="Arial" panose="020B0604020202020204" pitchFamily="34" charset="0"/>
              <a:buChar char="•"/>
            </a:pPr>
            <a:r>
              <a:rPr lang="en-AU" sz="1400" dirty="0"/>
              <a:t>Paid </a:t>
            </a:r>
            <a:r>
              <a:rPr lang="en-AU" sz="1400" dirty="0">
                <a:sym typeface="Wingdings" pitchFamily="2" charset="2"/>
              </a:rPr>
              <a:t> </a:t>
            </a:r>
            <a:r>
              <a:rPr lang="en-AU" sz="1400" dirty="0">
                <a:sym typeface="Wingdings" pitchFamily="2" charset="2"/>
                <a:hlinkClick r:id="rId3"/>
              </a:rPr>
              <a:t>https://sync.so/</a:t>
            </a:r>
            <a:r>
              <a:rPr lang="en-AU" sz="1400" dirty="0">
                <a:sym typeface="Wingdings" pitchFamily="2" charset="2"/>
              </a:rPr>
              <a:t> (30 minutes)</a:t>
            </a:r>
          </a:p>
          <a:p>
            <a:pPr marL="742950" lvl="1" indent="-285750">
              <a:buFont typeface="Arial" panose="020B0604020202020204" pitchFamily="34" charset="0"/>
              <a:buChar char="•"/>
            </a:pPr>
            <a:r>
              <a:rPr lang="en-AU" sz="1400" dirty="0">
                <a:sym typeface="Wingdings" pitchFamily="2" charset="2"/>
              </a:rPr>
              <a:t>Free  </a:t>
            </a:r>
            <a:r>
              <a:rPr lang="en-AU" sz="1400" dirty="0">
                <a:sym typeface="Wingdings" pitchFamily="2" charset="2"/>
                <a:hlinkClick r:id="rId4"/>
              </a:rPr>
              <a:t>https://gooey.ai/Lipsync/</a:t>
            </a:r>
            <a:r>
              <a:rPr lang="en-AU" sz="1400" dirty="0">
                <a:sym typeface="Wingdings" pitchFamily="2" charset="2"/>
              </a:rPr>
              <a:t> (40 minutes)</a:t>
            </a:r>
          </a:p>
          <a:p>
            <a:endParaRPr 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200" i="1" dirty="0">
                <a:highlight>
                  <a:srgbClr val="FFFF00"/>
                </a:highlight>
                <a:sym typeface="Wingdings" pitchFamily="2" charset="2"/>
              </a:rPr>
              <a:t>Quote:</a:t>
            </a:r>
            <a:r>
              <a:rPr lang="en-AU" sz="1200" i="1" dirty="0">
                <a:sym typeface="Wingdings" pitchFamily="2" charset="2"/>
              </a:rPr>
              <a:t> The study provides evidence that deepfake technology has become truly accessible to the average internet user. </a:t>
            </a:r>
            <a:r>
              <a:rPr lang="en-AU" sz="1200" i="1" dirty="0"/>
              <a:t>With just a few hours and no training or equipment, a first year undergraduate student was capable of generating deceptive deepfake misinformation. Participants were mostly unaware of the true purpose of the study, and even when prompted, were not more likely to identify the deepfake version of the fake story than the text or audio versions. </a:t>
            </a:r>
          </a:p>
          <a:p>
            <a:endParaRPr lang="en-US" dirty="0"/>
          </a:p>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13</a:t>
            </a:fld>
            <a:endParaRPr lang="en-AU"/>
          </a:p>
        </p:txBody>
      </p:sp>
    </p:spTree>
    <p:extLst>
      <p:ext uri="{BB962C8B-B14F-4D97-AF65-F5344CB8AC3E}">
        <p14:creationId xmlns:p14="http://schemas.microsoft.com/office/powerpoint/2010/main" val="2498589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14</a:t>
            </a:fld>
            <a:endParaRPr lang="en-AU"/>
          </a:p>
        </p:txBody>
      </p:sp>
    </p:spTree>
    <p:extLst>
      <p:ext uri="{BB962C8B-B14F-4D97-AF65-F5344CB8AC3E}">
        <p14:creationId xmlns:p14="http://schemas.microsoft.com/office/powerpoint/2010/main" val="770675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164247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C0845-393E-A90E-711F-0E5B8062A4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C3122-FBC6-4DB3-186E-5D1EB18E2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EDE75-EA23-087A-D6F4-558D8D28C03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A68F35B-E18B-958C-C1FE-B724D2381029}"/>
              </a:ext>
            </a:extLst>
          </p:cNvPr>
          <p:cNvSpPr>
            <a:spLocks noGrp="1"/>
          </p:cNvSpPr>
          <p:nvPr>
            <p:ph type="sldNum" sz="quarter" idx="5"/>
          </p:nvPr>
        </p:nvSpPr>
        <p:spPr/>
        <p:txBody>
          <a:bodyPr/>
          <a:lstStyle/>
          <a:p>
            <a:fld id="{0EF05BAA-92F6-4DEA-A832-E4B15A2F525C}" type="slidenum">
              <a:rPr lang="en-AU" smtClean="0"/>
              <a:t>16</a:t>
            </a:fld>
            <a:endParaRPr lang="en-AU"/>
          </a:p>
        </p:txBody>
      </p:sp>
    </p:spTree>
    <p:extLst>
      <p:ext uri="{BB962C8B-B14F-4D97-AF65-F5344CB8AC3E}">
        <p14:creationId xmlns:p14="http://schemas.microsoft.com/office/powerpoint/2010/main" val="4207955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788F5-FF2D-2117-6EDC-6D49E6DFE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1B421-0A0C-B867-AA3E-4DFC6DE5C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AFE458-E9BB-B3F9-63A5-6A56D1AB43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4D0A12-E339-A0F8-E64F-500AB70463FB}"/>
              </a:ext>
            </a:extLst>
          </p:cNvPr>
          <p:cNvSpPr>
            <a:spLocks noGrp="1"/>
          </p:cNvSpPr>
          <p:nvPr>
            <p:ph type="sldNum" sz="quarter" idx="5"/>
          </p:nvPr>
        </p:nvSpPr>
        <p:spPr/>
        <p:txBody>
          <a:bodyPr/>
          <a:lstStyle/>
          <a:p>
            <a:fld id="{0EF05BAA-92F6-4DEA-A832-E4B15A2F525C}" type="slidenum">
              <a:rPr lang="en-AU" smtClean="0"/>
              <a:t>17</a:t>
            </a:fld>
            <a:endParaRPr lang="en-AU"/>
          </a:p>
        </p:txBody>
      </p:sp>
    </p:spTree>
    <p:extLst>
      <p:ext uri="{BB962C8B-B14F-4D97-AF65-F5344CB8AC3E}">
        <p14:creationId xmlns:p14="http://schemas.microsoft.com/office/powerpoint/2010/main" val="536800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CA48C-677D-F611-45AF-703F8C6E6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018B8-44D2-2577-E28B-4CC6D3DFF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980F8-4547-D403-ED81-469B3667B44D}"/>
              </a:ext>
            </a:extLst>
          </p:cNvPr>
          <p:cNvSpPr>
            <a:spLocks noGrp="1"/>
          </p:cNvSpPr>
          <p:nvPr>
            <p:ph type="body" idx="1"/>
          </p:nvPr>
        </p:nvSpPr>
        <p:spPr/>
        <p:txBody>
          <a:bodyPr/>
          <a:lstStyle/>
          <a:p>
            <a:r>
              <a:rPr lang="en-US" dirty="0"/>
              <a:t>[31] https://</a:t>
            </a:r>
            <a:r>
              <a:rPr lang="en-US" dirty="0" err="1"/>
              <a:t>consumer.ftc.gov</a:t>
            </a:r>
            <a:r>
              <a:rPr lang="en-US" dirty="0"/>
              <a:t>/articles/scammers-use-fake-emergencies-steal-your-money</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[34] P. Peng, P.-Y. Huang, S.-W. Li, A. Mohamed, and D. </a:t>
            </a:r>
            <a:r>
              <a:rPr lang="en-AU" dirty="0" err="1"/>
              <a:t>Harwath</a:t>
            </a:r>
            <a:r>
              <a:rPr lang="en-AU" dirty="0"/>
              <a:t>, “</a:t>
            </a:r>
            <a:r>
              <a:rPr lang="en-AU" dirty="0" err="1"/>
              <a:t>VoiceCraft</a:t>
            </a:r>
            <a:r>
              <a:rPr lang="en-AU" dirty="0"/>
              <a:t>: Zero-Shot Speech Editing and Text-to-Speech in the Wild,” in Proceedings of the 62nd Annual Meeting of the Association for Computational Linguistics (Volume 1: Long Papers), Bangkok, Thailand: Association for Computational Linguistics, 2024, pp. 12442–12462. </a:t>
            </a:r>
            <a:r>
              <a:rPr lang="en-AU" dirty="0" err="1"/>
              <a:t>doi</a:t>
            </a:r>
            <a:r>
              <a:rPr lang="en-AU" dirty="0"/>
              <a:t>: </a:t>
            </a:r>
            <a:r>
              <a:rPr lang="en-AU" dirty="0">
                <a:hlinkClick r:id="rId3"/>
              </a:rPr>
              <a:t>10.18653/v1/2024.acl-long.673</a:t>
            </a:r>
            <a:r>
              <a:rPr lang="en-AU"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[35] Y. A. Li, C. Han, V. S. Raghavan, G. Mischler, and N. </a:t>
            </a:r>
            <a:r>
              <a:rPr lang="en-AU" dirty="0" err="1"/>
              <a:t>Mesgarani</a:t>
            </a:r>
            <a:r>
              <a:rPr lang="en-AU" dirty="0"/>
              <a:t>, “</a:t>
            </a:r>
            <a:r>
              <a:rPr lang="en-AU" dirty="0" err="1"/>
              <a:t>StyleTTS</a:t>
            </a:r>
            <a:r>
              <a:rPr lang="en-AU" dirty="0"/>
              <a:t> 2: Towards Human-Level Text-to-Speech through Style Diffusion and Adversarial Training with Large Speech Language Models”.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112D2B4-629B-6A32-0E7E-8884527AC268}"/>
              </a:ext>
            </a:extLst>
          </p:cNvPr>
          <p:cNvSpPr>
            <a:spLocks noGrp="1"/>
          </p:cNvSpPr>
          <p:nvPr>
            <p:ph type="sldNum" sz="quarter" idx="5"/>
          </p:nvPr>
        </p:nvSpPr>
        <p:spPr/>
        <p:txBody>
          <a:bodyPr/>
          <a:lstStyle/>
          <a:p>
            <a:fld id="{0EF05BAA-92F6-4DEA-A832-E4B15A2F525C}" type="slidenum">
              <a:rPr lang="en-AU" smtClean="0"/>
              <a:t>18</a:t>
            </a:fld>
            <a:endParaRPr lang="en-AU"/>
          </a:p>
        </p:txBody>
      </p:sp>
    </p:spTree>
    <p:extLst>
      <p:ext uri="{BB962C8B-B14F-4D97-AF65-F5344CB8AC3E}">
        <p14:creationId xmlns:p14="http://schemas.microsoft.com/office/powerpoint/2010/main" val="3704766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8AF9C-EF74-96DF-11A9-BA6E310EE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A3DC7-3F83-E57D-F39B-9A54C62A7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CDD3D-FE42-3BA5-1DCF-432E874417F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EFA459-D07B-4705-FFBA-FA8FF32D78FC}"/>
              </a:ext>
            </a:extLst>
          </p:cNvPr>
          <p:cNvSpPr>
            <a:spLocks noGrp="1"/>
          </p:cNvSpPr>
          <p:nvPr>
            <p:ph type="sldNum" sz="quarter" idx="5"/>
          </p:nvPr>
        </p:nvSpPr>
        <p:spPr/>
        <p:txBody>
          <a:bodyPr/>
          <a:lstStyle/>
          <a:p>
            <a:fld id="{0EF05BAA-92F6-4DEA-A832-E4B15A2F525C}" type="slidenum">
              <a:rPr lang="en-AU" smtClean="0"/>
              <a:t>19</a:t>
            </a:fld>
            <a:endParaRPr lang="en-AU"/>
          </a:p>
        </p:txBody>
      </p:sp>
    </p:spTree>
    <p:extLst>
      <p:ext uri="{BB962C8B-B14F-4D97-AF65-F5344CB8AC3E}">
        <p14:creationId xmlns:p14="http://schemas.microsoft.com/office/powerpoint/2010/main" val="459123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1BBD0-E501-D922-BA4B-A6E48507A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DAE85-9BB1-A0BA-37F3-EFBE06BAB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D188EB-0911-B11B-0BE8-0F2B4C9D20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FEC8F-B1D1-A841-6830-CA92A415C1C1}"/>
              </a:ext>
            </a:extLst>
          </p:cNvPr>
          <p:cNvSpPr>
            <a:spLocks noGrp="1"/>
          </p:cNvSpPr>
          <p:nvPr>
            <p:ph type="sldNum" sz="quarter" idx="5"/>
          </p:nvPr>
        </p:nvSpPr>
        <p:spPr/>
        <p:txBody>
          <a:bodyPr/>
          <a:lstStyle/>
          <a:p>
            <a:fld id="{0EF05BAA-92F6-4DEA-A832-E4B15A2F525C}" type="slidenum">
              <a:rPr lang="en-AU" smtClean="0"/>
              <a:t>20</a:t>
            </a:fld>
            <a:endParaRPr lang="en-AU"/>
          </a:p>
        </p:txBody>
      </p:sp>
    </p:spTree>
    <p:extLst>
      <p:ext uri="{BB962C8B-B14F-4D97-AF65-F5344CB8AC3E}">
        <p14:creationId xmlns:p14="http://schemas.microsoft.com/office/powerpoint/2010/main" val="2222222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D82DF-845B-FBBC-A8AE-7CB30AA14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AEB50-2A81-54AB-4005-A6760ADB6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FF3DC-1219-599B-9818-2C43EB51364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69FEAB7-4F5A-A82C-F542-B4B28897B0A0}"/>
              </a:ext>
            </a:extLst>
          </p:cNvPr>
          <p:cNvSpPr>
            <a:spLocks noGrp="1"/>
          </p:cNvSpPr>
          <p:nvPr>
            <p:ph type="sldNum" sz="quarter" idx="5"/>
          </p:nvPr>
        </p:nvSpPr>
        <p:spPr/>
        <p:txBody>
          <a:bodyPr/>
          <a:lstStyle/>
          <a:p>
            <a:fld id="{0EF05BAA-92F6-4DEA-A832-E4B15A2F525C}" type="slidenum">
              <a:rPr lang="en-AU" smtClean="0"/>
              <a:t>21</a:t>
            </a:fld>
            <a:endParaRPr lang="en-AU"/>
          </a:p>
        </p:txBody>
      </p:sp>
    </p:spTree>
    <p:extLst>
      <p:ext uri="{BB962C8B-B14F-4D97-AF65-F5344CB8AC3E}">
        <p14:creationId xmlns:p14="http://schemas.microsoft.com/office/powerpoint/2010/main" val="3725525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[37] Z. Yan et al., "DF40: Toward Next-Generation Deepfake Detection," in Advances in Neural Information Processing Systems, Datasets and Benchmarks Track, vol. 37, 2024. [Online]. Available: </a:t>
            </a:r>
            <a:r>
              <a:rPr lang="en-AU" dirty="0">
                <a:hlinkClick r:id="rId3"/>
              </a:rPr>
              <a:t>https://proceedings.neurips.cc/paper_files/paper/2024/hash/34239f60eca7ce9bee5280aaf81362d8-Abstract-Datasets_and_Benchmarks_Track.html</a:t>
            </a:r>
            <a:r>
              <a:rPr lang="en-AU" dirty="0"/>
              <a:t>. [Accessed: Sep. 10, 2026].</a:t>
            </a:r>
            <a:br>
              <a:rPr lang="en-AU" dirty="0"/>
            </a:br>
            <a:r>
              <a:rPr lang="en-AU" dirty="0"/>
              <a:t>[38] W. Zhang et al., "</a:t>
            </a:r>
            <a:r>
              <a:rPr lang="en-AU" dirty="0" err="1"/>
              <a:t>SadTalker</a:t>
            </a:r>
            <a:r>
              <a:rPr lang="en-AU" dirty="0"/>
              <a:t>: Learning Realistic 3D Motion Coefficients for Stylized Audio-Driven Single Image Talking Face Animation," in Proc. IEEE/CVF Conf. Computer Vision and Pattern Recognition (CVPR), 2023. [Online]. Available: </a:t>
            </a:r>
            <a:r>
              <a:rPr lang="en-AU" dirty="0">
                <a:hlinkClick r:id="rId4"/>
              </a:rPr>
              <a:t>https://openaccess.thecvf.com/content/CVPR2023/html/Zhang_SadTalker_Learning_Realistic_3D_Motion_Coefficients_for_Stylized_Audio-Driven_Single_CVPR_2023_paper.html</a:t>
            </a:r>
            <a:r>
              <a:rPr lang="en-AU" dirty="0"/>
              <a:t>. [Accessed: Sep. 10, 2026].</a:t>
            </a:r>
            <a:br>
              <a:rPr lang="en-AU" dirty="0"/>
            </a:br>
            <a:r>
              <a:rPr lang="en-AU" dirty="0"/>
              <a:t>[39] X. Ji et al., "Sonic: Shifting Focus to Global Audio Perception in Portrait Animation," in Proc. IEEE/CVF Conf. Computer Vision and Pattern Recognition (CVPR), 2025. [Online]. Available: </a:t>
            </a:r>
            <a:r>
              <a:rPr lang="en-AU" dirty="0">
                <a:hlinkClick r:id="rId5"/>
              </a:rPr>
              <a:t>https://openaccess.thecvf.com/content/CVPR2025/html/Ji_Sonic_Shifting_Focus_to_Global_Audio_Perception_in_Portrait_Animation_CVPR_2025_paper.html</a:t>
            </a:r>
            <a:r>
              <a:rPr lang="en-AU" dirty="0"/>
              <a:t>. [Accessed: Sep. 10, 2026].</a:t>
            </a:r>
            <a:br>
              <a:rPr lang="en-AU" dirty="0"/>
            </a:br>
            <a:r>
              <a:rPr lang="en-AU" dirty="0"/>
              <a:t>[40] D. Zhen et al., "Teller: Real-Time Streaming Audio-Driven Portrait Animation with Autoregressive Motion Generation," in Proc. IEEE/CVF Conf. Computer Vision and Pattern Recognition (CVPR), 2025. [Online]. Available: </a:t>
            </a:r>
            <a:r>
              <a:rPr lang="en-AU" dirty="0">
                <a:hlinkClick r:id="rId6"/>
              </a:rPr>
              <a:t>https://openaccess.thecvf.com/content/CVPR2025/html/Zhen_Teller_Real-Time_Streaming_Audio-Driven_Portrait_Animation_with_Autoregressive_Motion_Generation_CVPR_2025_paper.html</a:t>
            </a:r>
            <a:r>
              <a:rPr lang="en-AU" dirty="0"/>
              <a:t>. [Accessed: Sep. 10, 2026].</a:t>
            </a:r>
            <a:br>
              <a:rPr lang="en-AU" dirty="0"/>
            </a:br>
            <a:r>
              <a:rPr lang="en-AU" dirty="0"/>
              <a:t>[41] E. Corona, A. Zanfir, E. G. </a:t>
            </a:r>
            <a:r>
              <a:rPr lang="en-AU" dirty="0" err="1"/>
              <a:t>Bazavan</a:t>
            </a:r>
            <a:r>
              <a:rPr lang="en-AU" dirty="0"/>
              <a:t>, N. </a:t>
            </a:r>
            <a:r>
              <a:rPr lang="en-AU" dirty="0" err="1"/>
              <a:t>Kolotouros</a:t>
            </a:r>
            <a:r>
              <a:rPr lang="en-AU" dirty="0"/>
              <a:t>, T. </a:t>
            </a:r>
            <a:r>
              <a:rPr lang="en-AU" dirty="0" err="1"/>
              <a:t>Alldieck</a:t>
            </a:r>
            <a:r>
              <a:rPr lang="en-AU" dirty="0"/>
              <a:t>, and C. </a:t>
            </a:r>
            <a:r>
              <a:rPr lang="en-AU" dirty="0" err="1"/>
              <a:t>Sminchisescu</a:t>
            </a:r>
            <a:r>
              <a:rPr lang="en-AU" dirty="0"/>
              <a:t>, "VLOGGER: Multimodal Diffusion for Embodied Avatar Synthesis," in Proc. IEEE/CVF Conf. Computer Vision and Pattern Recognition (CVPR), 2025. [Online]. Available: </a:t>
            </a:r>
            <a:r>
              <a:rPr lang="en-AU" dirty="0">
                <a:hlinkClick r:id="rId7"/>
              </a:rPr>
              <a:t>https://openaccess.thecvf.com/content/CVPR2025/html/Corona_VLOGGER_Multimodal_Diffusion_for_Embodied_Avatar_Synthesis_CVPR_2025_paper.html</a:t>
            </a:r>
            <a:r>
              <a:rPr lang="en-AU" dirty="0"/>
              <a:t>. [Accessed: Sep. 10, 2026].</a:t>
            </a:r>
            <a:br>
              <a:rPr lang="en-AU" dirty="0"/>
            </a:br>
            <a:r>
              <a:rPr lang="en-AU" dirty="0"/>
              <a:t>[42] J. Guan et al., "</a:t>
            </a:r>
            <a:r>
              <a:rPr lang="en-AU" dirty="0" err="1"/>
              <a:t>AudCast</a:t>
            </a:r>
            <a:r>
              <a:rPr lang="en-AU" dirty="0"/>
              <a:t>: Audio-Driven Human Video Generation by Cascaded Diffusion Transformers," in Proc. IEEE/CVF Conf. Computer Vision and Pattern Recognition (CVPR), 2025. [Online]. Available: </a:t>
            </a:r>
            <a:r>
              <a:rPr lang="en-AU" dirty="0">
                <a:hlinkClick r:id="rId8"/>
              </a:rPr>
              <a:t>https://openaccess.thecvf.com/content/CVPR2025/html/Guan_AudCast_Audio-Driven_Human_Video_Generation_by_Cascaded_Diffusion_Transformers_CVPR_2025_paper.html</a:t>
            </a:r>
            <a:r>
              <a:rPr lang="en-AU" dirty="0"/>
              <a:t>. [Accessed: Sep. 10, 2026].</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EF05BAA-92F6-4DEA-A832-E4B15A2F525C}" type="slidenum">
              <a:rPr lang="en-AU" smtClean="0"/>
              <a:t>23</a:t>
            </a:fld>
            <a:endParaRPr lang="en-AU"/>
          </a:p>
        </p:txBody>
      </p:sp>
    </p:spTree>
    <p:extLst>
      <p:ext uri="{BB962C8B-B14F-4D97-AF65-F5344CB8AC3E}">
        <p14:creationId xmlns:p14="http://schemas.microsoft.com/office/powerpoint/2010/main" val="12411128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EF05BAA-92F6-4DEA-A832-E4B15A2F525C}" type="slidenum">
              <a:rPr lang="en-AU" smtClean="0"/>
              <a:t>24</a:t>
            </a:fld>
            <a:endParaRPr lang="en-AU"/>
          </a:p>
        </p:txBody>
      </p:sp>
    </p:spTree>
    <p:extLst>
      <p:ext uri="{BB962C8B-B14F-4D97-AF65-F5344CB8AC3E}">
        <p14:creationId xmlns:p14="http://schemas.microsoft.com/office/powerpoint/2010/main" val="667973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B4B3D-CD25-CC11-5BA0-7F13EB3CF3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6D83D-51EA-F453-1618-FA520555E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AAD16-08DE-B11E-E234-265C01C375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2D9721-E05C-D1C3-279C-2107E66BE1AF}"/>
              </a:ext>
            </a:extLst>
          </p:cNvPr>
          <p:cNvSpPr>
            <a:spLocks noGrp="1"/>
          </p:cNvSpPr>
          <p:nvPr>
            <p:ph type="sldNum" sz="quarter" idx="5"/>
          </p:nvPr>
        </p:nvSpPr>
        <p:spPr/>
        <p:txBody>
          <a:bodyPr/>
          <a:lstStyle/>
          <a:p>
            <a:fld id="{0EF05BAA-92F6-4DEA-A832-E4B15A2F525C}" type="slidenum">
              <a:rPr lang="en-AU" smtClean="0"/>
              <a:t>25</a:t>
            </a:fld>
            <a:endParaRPr lang="en-AU"/>
          </a:p>
        </p:txBody>
      </p:sp>
    </p:spTree>
    <p:extLst>
      <p:ext uri="{BB962C8B-B14F-4D97-AF65-F5344CB8AC3E}">
        <p14:creationId xmlns:p14="http://schemas.microsoft.com/office/powerpoint/2010/main" val="3477083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A67BA-185B-4259-2D1B-BF92DAABB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09445-93DA-515E-EF11-299017ADA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0FAA7-31FD-6847-0B42-B93E474687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2C0A83-1DFA-E08C-0039-01E079274506}"/>
              </a:ext>
            </a:extLst>
          </p:cNvPr>
          <p:cNvSpPr>
            <a:spLocks noGrp="1"/>
          </p:cNvSpPr>
          <p:nvPr>
            <p:ph type="sldNum" sz="quarter" idx="5"/>
          </p:nvPr>
        </p:nvSpPr>
        <p:spPr/>
        <p:txBody>
          <a:bodyPr/>
          <a:lstStyle/>
          <a:p>
            <a:fld id="{0EF05BAA-92F6-4DEA-A832-E4B15A2F525C}" type="slidenum">
              <a:rPr lang="en-AU" smtClean="0"/>
              <a:t>26</a:t>
            </a:fld>
            <a:endParaRPr lang="en-AU"/>
          </a:p>
        </p:txBody>
      </p:sp>
    </p:spTree>
    <p:extLst>
      <p:ext uri="{BB962C8B-B14F-4D97-AF65-F5344CB8AC3E}">
        <p14:creationId xmlns:p14="http://schemas.microsoft.com/office/powerpoint/2010/main" val="11136606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5393E-0DFB-28F2-7D42-C82B8EB9F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62E5D-FB4B-19FF-F786-BB1BD161D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2BEC6-F8A1-FC63-F9D1-8A4E51714E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738C51-87FB-3094-4F71-429D6D1FED17}"/>
              </a:ext>
            </a:extLst>
          </p:cNvPr>
          <p:cNvSpPr>
            <a:spLocks noGrp="1"/>
          </p:cNvSpPr>
          <p:nvPr>
            <p:ph type="sldNum" sz="quarter" idx="5"/>
          </p:nvPr>
        </p:nvSpPr>
        <p:spPr/>
        <p:txBody>
          <a:bodyPr/>
          <a:lstStyle/>
          <a:p>
            <a:fld id="{0EF05BAA-92F6-4DEA-A832-E4B15A2F525C}" type="slidenum">
              <a:rPr lang="en-AU" smtClean="0"/>
              <a:t>27</a:t>
            </a:fld>
            <a:endParaRPr lang="en-AU"/>
          </a:p>
        </p:txBody>
      </p:sp>
    </p:spTree>
    <p:extLst>
      <p:ext uri="{BB962C8B-B14F-4D97-AF65-F5344CB8AC3E}">
        <p14:creationId xmlns:p14="http://schemas.microsoft.com/office/powerpoint/2010/main" val="33100301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1D559-3746-E17C-4C43-C060B9E74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CCC16-925F-8374-0F79-EDA40334D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9642E-B281-68BB-7B71-2F37FFFB0F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[44] N. Ruiz, S. A. </a:t>
            </a:r>
            <a:r>
              <a:rPr lang="en-AU" dirty="0" err="1"/>
              <a:t>Bargal</a:t>
            </a:r>
            <a:r>
              <a:rPr lang="en-AU" dirty="0"/>
              <a:t>, and S. </a:t>
            </a:r>
            <a:r>
              <a:rPr lang="en-AU" dirty="0" err="1"/>
              <a:t>Sclaroff</a:t>
            </a:r>
            <a:r>
              <a:rPr lang="en-AU" dirty="0"/>
              <a:t>, “Disrupting Deepfakes: Adversarial Attacks Against Conditional Image Translation Networks and Facial Manipulation Systems,” in </a:t>
            </a:r>
            <a:r>
              <a:rPr lang="en-AU" i="1" dirty="0"/>
              <a:t>Computer Vision – ECCV 2020 Workshops</a:t>
            </a:r>
            <a:r>
              <a:rPr lang="en-AU" dirty="0"/>
              <a:t>, vol. 12538, A. Bartoli and A. </a:t>
            </a:r>
            <a:r>
              <a:rPr lang="en-AU" dirty="0" err="1"/>
              <a:t>Fusiello</a:t>
            </a:r>
            <a:r>
              <a:rPr lang="en-AU" dirty="0"/>
              <a:t>, Eds., in Lecture Notes in Computer Science, vol. 12538. , Cham: Springer International Publishing, 2020, pp. 236–251. </a:t>
            </a:r>
            <a:r>
              <a:rPr lang="en-AU" dirty="0" err="1"/>
              <a:t>doi</a:t>
            </a:r>
            <a:r>
              <a:rPr lang="en-AU" dirty="0"/>
              <a:t>: </a:t>
            </a:r>
            <a:r>
              <a:rPr lang="en-AU" dirty="0">
                <a:hlinkClick r:id="rId3"/>
              </a:rPr>
              <a:t>10.1007/978-3-030-66823-5_14</a:t>
            </a:r>
            <a:r>
              <a:rPr lang="en-AU"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[45] C.-Y. Yeh, H.-W. Chen, S.-L. Tsai, and S.-D. Wang, “Disrupting Image-Translation-Based </a:t>
            </a:r>
            <a:r>
              <a:rPr lang="en-AU" dirty="0" err="1"/>
              <a:t>DeepFake</a:t>
            </a:r>
            <a:r>
              <a:rPr lang="en-AU" dirty="0"/>
              <a:t> Algorithms with Adversarial Attacks,” in </a:t>
            </a:r>
            <a:r>
              <a:rPr lang="en-AU" i="1" dirty="0"/>
              <a:t>2020 IEEE Winter Applications of Computer Vision Workshops (WACVW)</a:t>
            </a:r>
            <a:r>
              <a:rPr lang="en-AU" dirty="0"/>
              <a:t>, Snowmass Village, CO, USA: IEEE, Mar. 2020, pp. 53–62. </a:t>
            </a:r>
            <a:r>
              <a:rPr lang="en-AU" dirty="0" err="1"/>
              <a:t>doi</a:t>
            </a:r>
            <a:r>
              <a:rPr lang="en-AU" dirty="0"/>
              <a:t>: </a:t>
            </a:r>
            <a:r>
              <a:rPr lang="en-AU" dirty="0">
                <a:hlinkClick r:id="rId4"/>
              </a:rPr>
              <a:t>10.1109/WACVW50321.2020.9096939</a:t>
            </a:r>
            <a:r>
              <a:rPr lang="en-AU" dirty="0"/>
              <a:t>.</a:t>
            </a:r>
          </a:p>
        </p:txBody>
      </p:sp>
      <p:sp>
        <p:nvSpPr>
          <p:cNvPr id="4" name="Slide Number Placeholder 3">
            <a:extLst>
              <a:ext uri="{FF2B5EF4-FFF2-40B4-BE49-F238E27FC236}">
                <a16:creationId xmlns:a16="http://schemas.microsoft.com/office/drawing/2014/main" id="{41ABC0D8-D497-994B-7196-FE4B71B45FB3}"/>
              </a:ext>
            </a:extLst>
          </p:cNvPr>
          <p:cNvSpPr>
            <a:spLocks noGrp="1"/>
          </p:cNvSpPr>
          <p:nvPr>
            <p:ph type="sldNum" sz="quarter" idx="5"/>
          </p:nvPr>
        </p:nvSpPr>
        <p:spPr/>
        <p:txBody>
          <a:bodyPr/>
          <a:lstStyle/>
          <a:p>
            <a:fld id="{0EF05BAA-92F6-4DEA-A832-E4B15A2F525C}" type="slidenum">
              <a:rPr lang="en-AU" smtClean="0"/>
              <a:t>28</a:t>
            </a:fld>
            <a:endParaRPr lang="en-AU"/>
          </a:p>
        </p:txBody>
      </p:sp>
    </p:spTree>
    <p:extLst>
      <p:ext uri="{BB962C8B-B14F-4D97-AF65-F5344CB8AC3E}">
        <p14:creationId xmlns:p14="http://schemas.microsoft.com/office/powerpoint/2010/main" val="4263651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1AE31-1239-94AE-3B1A-5DCD40B7B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C451D-01EA-AF3B-AC94-88C8A51E2D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04E4E5-AF39-CE35-0A2E-CE87168530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5A5E8E-2D14-9F44-C6D7-0EC3B74FFA7C}"/>
              </a:ext>
            </a:extLst>
          </p:cNvPr>
          <p:cNvSpPr>
            <a:spLocks noGrp="1"/>
          </p:cNvSpPr>
          <p:nvPr>
            <p:ph type="sldNum" sz="quarter" idx="5"/>
          </p:nvPr>
        </p:nvSpPr>
        <p:spPr/>
        <p:txBody>
          <a:bodyPr/>
          <a:lstStyle/>
          <a:p>
            <a:fld id="{0EF05BAA-92F6-4DEA-A832-E4B15A2F525C}" type="slidenum">
              <a:rPr lang="en-AU" smtClean="0"/>
              <a:t>29</a:t>
            </a:fld>
            <a:endParaRPr lang="en-AU"/>
          </a:p>
        </p:txBody>
      </p:sp>
    </p:spTree>
    <p:extLst>
      <p:ext uri="{BB962C8B-B14F-4D97-AF65-F5344CB8AC3E}">
        <p14:creationId xmlns:p14="http://schemas.microsoft.com/office/powerpoint/2010/main" val="20245416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E53E-F6C1-9D93-CAE2-30D34903B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6908EA-1E72-B4A2-254A-BAA987A9C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DCE21-20A6-40D0-D41F-89F5FA4B2A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BE9944-DCC3-6606-AA40-D5D6C79AB750}"/>
              </a:ext>
            </a:extLst>
          </p:cNvPr>
          <p:cNvSpPr>
            <a:spLocks noGrp="1"/>
          </p:cNvSpPr>
          <p:nvPr>
            <p:ph type="sldNum" sz="quarter" idx="5"/>
          </p:nvPr>
        </p:nvSpPr>
        <p:spPr/>
        <p:txBody>
          <a:bodyPr/>
          <a:lstStyle/>
          <a:p>
            <a:fld id="{0EF05BAA-92F6-4DEA-A832-E4B15A2F525C}" type="slidenum">
              <a:rPr lang="en-AU" smtClean="0"/>
              <a:t>30</a:t>
            </a:fld>
            <a:endParaRPr lang="en-AU"/>
          </a:p>
        </p:txBody>
      </p:sp>
    </p:spTree>
    <p:extLst>
      <p:ext uri="{BB962C8B-B14F-4D97-AF65-F5344CB8AC3E}">
        <p14:creationId xmlns:p14="http://schemas.microsoft.com/office/powerpoint/2010/main" val="31407694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D85B-D2CE-BBCA-C53F-6259D05491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E3D05-3C05-3847-2DC9-2CEF9BC7D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2D00D-1040-615B-90F5-71C59A3325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C3C460-47B0-332A-ED1A-33A1FDDC4284}"/>
              </a:ext>
            </a:extLst>
          </p:cNvPr>
          <p:cNvSpPr>
            <a:spLocks noGrp="1"/>
          </p:cNvSpPr>
          <p:nvPr>
            <p:ph type="sldNum" sz="quarter" idx="5"/>
          </p:nvPr>
        </p:nvSpPr>
        <p:spPr/>
        <p:txBody>
          <a:bodyPr/>
          <a:lstStyle/>
          <a:p>
            <a:fld id="{0EF05BAA-92F6-4DEA-A832-E4B15A2F525C}" type="slidenum">
              <a:rPr lang="en-AU" smtClean="0"/>
              <a:t>31</a:t>
            </a:fld>
            <a:endParaRPr lang="en-AU"/>
          </a:p>
        </p:txBody>
      </p:sp>
    </p:spTree>
    <p:extLst>
      <p:ext uri="{BB962C8B-B14F-4D97-AF65-F5344CB8AC3E}">
        <p14:creationId xmlns:p14="http://schemas.microsoft.com/office/powerpoint/2010/main" val="19066699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C08C9-1C3B-9D20-6438-F0E2F65D0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4DEA8-4CA9-DCE7-DCA8-EDCDFD5AC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3A393-C9EC-F254-1DF5-FAD9FB8422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73626F-EA91-1704-187E-094D44711A65}"/>
              </a:ext>
            </a:extLst>
          </p:cNvPr>
          <p:cNvSpPr>
            <a:spLocks noGrp="1"/>
          </p:cNvSpPr>
          <p:nvPr>
            <p:ph type="sldNum" sz="quarter" idx="5"/>
          </p:nvPr>
        </p:nvSpPr>
        <p:spPr/>
        <p:txBody>
          <a:bodyPr/>
          <a:lstStyle/>
          <a:p>
            <a:fld id="{0EF05BAA-92F6-4DEA-A832-E4B15A2F525C}" type="slidenum">
              <a:rPr lang="en-AU" smtClean="0"/>
              <a:t>33</a:t>
            </a:fld>
            <a:endParaRPr lang="en-AU"/>
          </a:p>
        </p:txBody>
      </p:sp>
    </p:spTree>
    <p:extLst>
      <p:ext uri="{BB962C8B-B14F-4D97-AF65-F5344CB8AC3E}">
        <p14:creationId xmlns:p14="http://schemas.microsoft.com/office/powerpoint/2010/main" val="25551997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E679-FCD2-581E-C3F3-FBE314E3A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7FE25-E64E-091D-2686-85FC75720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D9F1B-B18A-2891-8C47-1DC0C61846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AAA9C89-FF58-005F-631A-C8A8A1B57F1B}"/>
              </a:ext>
            </a:extLst>
          </p:cNvPr>
          <p:cNvSpPr>
            <a:spLocks noGrp="1"/>
          </p:cNvSpPr>
          <p:nvPr>
            <p:ph type="sldNum" sz="quarter" idx="5"/>
          </p:nvPr>
        </p:nvSpPr>
        <p:spPr/>
        <p:txBody>
          <a:bodyPr/>
          <a:lstStyle/>
          <a:p>
            <a:fld id="{0EF05BAA-92F6-4DEA-A832-E4B15A2F525C}" type="slidenum">
              <a:rPr lang="en-AU" smtClean="0"/>
              <a:t>34</a:t>
            </a:fld>
            <a:endParaRPr lang="en-AU"/>
          </a:p>
        </p:txBody>
      </p:sp>
    </p:spTree>
    <p:extLst>
      <p:ext uri="{BB962C8B-B14F-4D97-AF65-F5344CB8AC3E}">
        <p14:creationId xmlns:p14="http://schemas.microsoft.com/office/powerpoint/2010/main" val="18656753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EF2C7-0446-8628-6174-1EC64DECD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BC7FF-11B5-9AC9-D364-89040A31E6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305F21-34C0-555F-7AEE-E273D2B569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Note that spatial approaches are generally easier to break than Frequency approaches, but in real life, it largely depends on the actual implementation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https://</a:t>
            </a:r>
            <a:r>
              <a:rPr lang="en-AU" sz="1200" kern="1200" dirty="0" err="1">
                <a:solidFill>
                  <a:schemeClr val="tx1"/>
                </a:solidFill>
                <a:effectLst/>
                <a:latin typeface="+mn-lt"/>
                <a:ea typeface="+mn-ea"/>
                <a:cs typeface="+mn-cs"/>
              </a:rPr>
              <a:t>github.com</a:t>
            </a:r>
            <a:r>
              <a:rPr lang="en-AU" sz="1200" kern="1200" dirty="0">
                <a:solidFill>
                  <a:schemeClr val="tx1"/>
                </a:solidFill>
                <a:effectLst/>
                <a:latin typeface="+mn-lt"/>
                <a:ea typeface="+mn-ea"/>
                <a:cs typeface="+mn-cs"/>
              </a:rPr>
              <a:t>/</a:t>
            </a:r>
            <a:r>
              <a:rPr lang="en-AU" sz="1200" kern="1200" dirty="0" err="1">
                <a:solidFill>
                  <a:schemeClr val="tx1"/>
                </a:solidFill>
                <a:effectLst/>
                <a:latin typeface="+mn-lt"/>
                <a:ea typeface="+mn-ea"/>
                <a:cs typeface="+mn-cs"/>
              </a:rPr>
              <a:t>facebookresearch</a:t>
            </a:r>
            <a:r>
              <a:rPr lang="en-AU" sz="1200" kern="1200" dirty="0">
                <a:solidFill>
                  <a:schemeClr val="tx1"/>
                </a:solidFill>
                <a:effectLst/>
                <a:latin typeface="+mn-lt"/>
                <a:ea typeface="+mn-ea"/>
                <a:cs typeface="+mn-cs"/>
              </a:rPr>
              <a:t>/</a:t>
            </a:r>
            <a:r>
              <a:rPr lang="en-AU" sz="1200" kern="1200" dirty="0" err="1">
                <a:solidFill>
                  <a:schemeClr val="tx1"/>
                </a:solidFill>
                <a:effectLst/>
                <a:latin typeface="+mn-lt"/>
                <a:ea typeface="+mn-ea"/>
                <a:cs typeface="+mn-cs"/>
              </a:rPr>
              <a:t>ssl_watermarking#watermarking</a:t>
            </a:r>
            <a:endParaRPr lang="en-A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hlinkClick r:id="rId3"/>
              </a:rPr>
              <a:t>https://github.com/ShieldMnt/invisible-watermark#supported-algorithms</a:t>
            </a: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D34150B-9A4B-143D-2E4D-4A92D2BA8399}"/>
              </a:ext>
            </a:extLst>
          </p:cNvPr>
          <p:cNvSpPr>
            <a:spLocks noGrp="1"/>
          </p:cNvSpPr>
          <p:nvPr>
            <p:ph type="sldNum" sz="quarter" idx="5"/>
          </p:nvPr>
        </p:nvSpPr>
        <p:spPr/>
        <p:txBody>
          <a:bodyPr/>
          <a:lstStyle/>
          <a:p>
            <a:fld id="{0EF05BAA-92F6-4DEA-A832-E4B15A2F525C}" type="slidenum">
              <a:rPr lang="en-AU" smtClean="0"/>
              <a:t>35</a:t>
            </a:fld>
            <a:endParaRPr lang="en-AU"/>
          </a:p>
        </p:txBody>
      </p:sp>
    </p:spTree>
    <p:extLst>
      <p:ext uri="{BB962C8B-B14F-4D97-AF65-F5344CB8AC3E}">
        <p14:creationId xmlns:p14="http://schemas.microsoft.com/office/powerpoint/2010/main" val="31249252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5095A-3BC4-6662-D663-1268F8A4A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F24FB-B434-3CCA-3B9E-896CA7931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D0CAD-6AE1-29A3-45B2-540CC3AC25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97FB00-500C-1CB2-985A-0BA3277DE284}"/>
              </a:ext>
            </a:extLst>
          </p:cNvPr>
          <p:cNvSpPr>
            <a:spLocks noGrp="1"/>
          </p:cNvSpPr>
          <p:nvPr>
            <p:ph type="sldNum" sz="quarter" idx="5"/>
          </p:nvPr>
        </p:nvSpPr>
        <p:spPr/>
        <p:txBody>
          <a:bodyPr/>
          <a:lstStyle/>
          <a:p>
            <a:fld id="{0EF05BAA-92F6-4DEA-A832-E4B15A2F525C}" type="slidenum">
              <a:rPr lang="en-AU" smtClean="0"/>
              <a:t>36</a:t>
            </a:fld>
            <a:endParaRPr lang="en-AU"/>
          </a:p>
        </p:txBody>
      </p:sp>
    </p:spTree>
    <p:extLst>
      <p:ext uri="{BB962C8B-B14F-4D97-AF65-F5344CB8AC3E}">
        <p14:creationId xmlns:p14="http://schemas.microsoft.com/office/powerpoint/2010/main" val="35819384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2338A-543B-7D55-93A0-BC4CDD252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77186-176C-B25D-300B-04899A64AE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B0EDF-ACA0-AD8E-1313-EC08AE2D54F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D07DAF61-BD08-0713-C5E1-5B30DD08AD6F}"/>
              </a:ext>
            </a:extLst>
          </p:cNvPr>
          <p:cNvSpPr>
            <a:spLocks noGrp="1"/>
          </p:cNvSpPr>
          <p:nvPr>
            <p:ph type="sldNum" sz="quarter" idx="5"/>
          </p:nvPr>
        </p:nvSpPr>
        <p:spPr/>
        <p:txBody>
          <a:bodyPr/>
          <a:lstStyle/>
          <a:p>
            <a:fld id="{0EF05BAA-92F6-4DEA-A832-E4B15A2F525C}" type="slidenum">
              <a:rPr lang="en-AU" smtClean="0"/>
              <a:t>37</a:t>
            </a:fld>
            <a:endParaRPr lang="en-AU"/>
          </a:p>
        </p:txBody>
      </p:sp>
    </p:spTree>
    <p:extLst>
      <p:ext uri="{BB962C8B-B14F-4D97-AF65-F5344CB8AC3E}">
        <p14:creationId xmlns:p14="http://schemas.microsoft.com/office/powerpoint/2010/main" val="14259892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B525-43F1-C45A-CA2B-C24DB3D52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2D31B-1D43-4344-1760-A6969EC4E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83AFC-9511-3E78-EAE7-FE26E48BCBDA}"/>
              </a:ext>
            </a:extLst>
          </p:cNvPr>
          <p:cNvSpPr>
            <a:spLocks noGrp="1"/>
          </p:cNvSpPr>
          <p:nvPr>
            <p:ph type="body" idx="1"/>
          </p:nvPr>
        </p:nvSpPr>
        <p:spPr/>
        <p:txBody>
          <a:bodyPr/>
          <a:lstStyle/>
          <a:p>
            <a:r>
              <a:rPr lang="en-AU" dirty="0">
                <a:effectLst/>
              </a:rPr>
              <a:t>[63] S. </a:t>
            </a:r>
            <a:r>
              <a:rPr lang="en-AU" dirty="0" err="1">
                <a:effectLst/>
              </a:rPr>
              <a:t>Baliah</a:t>
            </a:r>
            <a:r>
              <a:rPr lang="en-AU" dirty="0">
                <a:effectLst/>
              </a:rPr>
              <a:t>, Q. Lin, S. Liao, X. Liang, and M. H. Khan, “Realistic and Efficient Face Swapping: A Unified Approach with Diffusion Models”.</a:t>
            </a:r>
          </a:p>
          <a:p>
            <a:r>
              <a:rPr lang="en-AU" dirty="0">
                <a:effectLst/>
              </a:rPr>
              <a:t>[64] Z. Wang, J. Bao, W. Zhou, W. Wang, and H. Li, “</a:t>
            </a:r>
            <a:r>
              <a:rPr lang="en-AU" dirty="0" err="1">
                <a:effectLst/>
              </a:rPr>
              <a:t>AltFreezing</a:t>
            </a:r>
            <a:r>
              <a:rPr lang="en-AU" dirty="0">
                <a:effectLst/>
              </a:rPr>
              <a:t> for More General Video Face Forgery Detection,” in </a:t>
            </a:r>
            <a:r>
              <a:rPr lang="en-AU" i="1" dirty="0">
                <a:effectLst/>
              </a:rPr>
              <a:t>2023 IEEE/CVF Conference on Computer Vision and Pattern Recognition (CVPR)</a:t>
            </a:r>
            <a:r>
              <a:rPr lang="en-AU" dirty="0">
                <a:effectLst/>
              </a:rPr>
              <a:t>, Vancouver, BC, Canada: IEEE, Jun. 2023, pp. 4129–4138. </a:t>
            </a:r>
            <a:r>
              <a:rPr lang="en-AU" dirty="0" err="1">
                <a:effectLst/>
              </a:rPr>
              <a:t>doi</a:t>
            </a:r>
            <a:r>
              <a:rPr lang="en-AU" dirty="0">
                <a:effectLst/>
              </a:rPr>
              <a:t>: </a:t>
            </a:r>
            <a:r>
              <a:rPr lang="en-AU" dirty="0">
                <a:effectLst/>
                <a:hlinkClick r:id="rId3"/>
              </a:rPr>
              <a:t>10.1109/CVPR52729.2023.00402</a:t>
            </a:r>
            <a:r>
              <a:rPr lang="en-AU" dirty="0">
                <a:effectLst/>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[65]https://</a:t>
            </a:r>
            <a:r>
              <a:rPr lang="en-US" dirty="0" err="1"/>
              <a:t>csrc.nist.gov</a:t>
            </a:r>
            <a:r>
              <a:rPr lang="en-US" dirty="0"/>
              <a:t>/pubs/</a:t>
            </a:r>
            <a:r>
              <a:rPr lang="en-US" dirty="0" err="1"/>
              <a:t>sp</a:t>
            </a:r>
            <a:r>
              <a:rPr lang="en-US" dirty="0"/>
              <a:t>/800/63/a/4/final</a:t>
            </a:r>
          </a:p>
        </p:txBody>
      </p:sp>
      <p:sp>
        <p:nvSpPr>
          <p:cNvPr id="4" name="Slide Number Placeholder 3">
            <a:extLst>
              <a:ext uri="{FF2B5EF4-FFF2-40B4-BE49-F238E27FC236}">
                <a16:creationId xmlns:a16="http://schemas.microsoft.com/office/drawing/2014/main" id="{C483FFF3-8D93-0227-A5BD-17839E80FD29}"/>
              </a:ext>
            </a:extLst>
          </p:cNvPr>
          <p:cNvSpPr>
            <a:spLocks noGrp="1"/>
          </p:cNvSpPr>
          <p:nvPr>
            <p:ph type="sldNum" sz="quarter" idx="5"/>
          </p:nvPr>
        </p:nvSpPr>
        <p:spPr/>
        <p:txBody>
          <a:bodyPr/>
          <a:lstStyle/>
          <a:p>
            <a:fld id="{0EF05BAA-92F6-4DEA-A832-E4B15A2F525C}" type="slidenum">
              <a:rPr lang="en-AU" smtClean="0"/>
              <a:t>38</a:t>
            </a:fld>
            <a:endParaRPr lang="en-AU"/>
          </a:p>
        </p:txBody>
      </p:sp>
    </p:spTree>
    <p:extLst>
      <p:ext uri="{BB962C8B-B14F-4D97-AF65-F5344CB8AC3E}">
        <p14:creationId xmlns:p14="http://schemas.microsoft.com/office/powerpoint/2010/main" val="3524781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EF5BE-C097-1B5C-C406-C97271F12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EFD8A-88A2-AE45-7FA0-49F1CA4841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FBE5D-2C77-EE8C-6013-9CCEF242E6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3B797B54-0FB9-BEF5-5D76-C9FDBD78999C}"/>
              </a:ext>
            </a:extLst>
          </p:cNvPr>
          <p:cNvSpPr>
            <a:spLocks noGrp="1"/>
          </p:cNvSpPr>
          <p:nvPr>
            <p:ph type="sldNum" sz="quarter" idx="5"/>
          </p:nvPr>
        </p:nvSpPr>
        <p:spPr/>
        <p:txBody>
          <a:bodyPr/>
          <a:lstStyle/>
          <a:p>
            <a:fld id="{0EF05BAA-92F6-4DEA-A832-E4B15A2F525C}" type="slidenum">
              <a:rPr lang="en-AU" smtClean="0"/>
              <a:t>39</a:t>
            </a:fld>
            <a:endParaRPr lang="en-AU"/>
          </a:p>
        </p:txBody>
      </p:sp>
    </p:spTree>
    <p:extLst>
      <p:ext uri="{BB962C8B-B14F-4D97-AF65-F5344CB8AC3E}">
        <p14:creationId xmlns:p14="http://schemas.microsoft.com/office/powerpoint/2010/main" val="33426776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496B-DB70-3BF2-6F44-7BBF17BC8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DE459-C996-601C-4494-77221B34E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9276B-3C38-C7CD-7624-68D6296B09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To create this:</a:t>
            </a:r>
          </a:p>
          <a:p>
            <a:pPr marL="285750" lvl="0" indent="-285750">
              <a:buFont typeface="Arial" panose="020B0604020202020204" pitchFamily="34" charset="0"/>
              <a:buChar char="•"/>
            </a:pPr>
            <a:r>
              <a:rPr lang="en-AU" dirty="0"/>
              <a:t>Convert the image to weighted greyscale.</a:t>
            </a:r>
          </a:p>
          <a:p>
            <a:pPr marL="285750" lvl="0" indent="-285750">
              <a:buFont typeface="Arial" panose="020B0604020202020204" pitchFamily="34" charset="0"/>
              <a:buChar char="•"/>
            </a:pPr>
            <a:endParaRPr lang="en-AU" dirty="0"/>
          </a:p>
          <a:p>
            <a:pPr marL="285750" lvl="0" indent="-285750">
              <a:buFont typeface="Arial" panose="020B0604020202020204" pitchFamily="34" charset="0"/>
              <a:buChar char="•"/>
            </a:pPr>
            <a:r>
              <a:rPr lang="en-AU" dirty="0"/>
              <a:t>Gaussian-blur it using sigma </a:t>
            </a:r>
            <a:r>
              <a:rPr lang="en-AU" b="1" dirty="0"/>
              <a:t>1 pixel</a:t>
            </a:r>
            <a:r>
              <a:rPr lang="en-AU" dirty="0"/>
              <a:t>, a </a:t>
            </a:r>
            <a:r>
              <a:rPr lang="en-AU" b="1" dirty="0"/>
              <a:t>9×9 kernel</a:t>
            </a:r>
            <a:r>
              <a:rPr lang="en-AU" dirty="0"/>
              <a:t>, and reflected boundaries.</a:t>
            </a:r>
          </a:p>
          <a:p>
            <a:pPr marL="285750" lvl="0" indent="-285750">
              <a:buFont typeface="Arial" panose="020B0604020202020204" pitchFamily="34" charset="0"/>
              <a:buChar char="•"/>
            </a:pPr>
            <a:endParaRPr lang="en-AU" dirty="0"/>
          </a:p>
          <a:p>
            <a:pPr marL="285750" lvl="0" indent="-285750">
              <a:buFont typeface="Arial" panose="020B0604020202020204" pitchFamily="34" charset="0"/>
              <a:buChar char="•"/>
            </a:pPr>
            <a:r>
              <a:rPr lang="en-AU" dirty="0"/>
              <a:t>Subtract the blurred image from the greyscale image: </a:t>
            </a:r>
            <a:r>
              <a:rPr lang="en-AU" b="1" dirty="0"/>
              <a:t>high-pass = image − blurred image</a:t>
            </a:r>
            <a:r>
              <a:rPr lang="en-AU" dirty="0"/>
              <a:t>.</a:t>
            </a:r>
          </a:p>
          <a:p>
            <a:pPr marL="285750" lvl="0" indent="-285750">
              <a:buFont typeface="Arial" panose="020B0604020202020204" pitchFamily="34" charset="0"/>
              <a:buChar char="•"/>
            </a:pPr>
            <a:endParaRPr lang="en-AU" dirty="0"/>
          </a:p>
          <a:p>
            <a:pPr marL="285750" lvl="0" indent="-285750">
              <a:buFont typeface="Arial" panose="020B0604020202020204" pitchFamily="34" charset="0"/>
              <a:buChar char="•"/>
            </a:pPr>
            <a:r>
              <a:rPr lang="en-AU" dirty="0"/>
              <a:t>Amplify that residual </a:t>
            </a:r>
            <a:r>
              <a:rPr lang="en-AU" b="1" dirty="0"/>
              <a:t>16×</a:t>
            </a:r>
            <a:r>
              <a:rPr lang="en-AU" dirty="0"/>
              <a:t>, placing zero at middle grey (</a:t>
            </a:r>
            <a:r>
              <a:rPr lang="en-AU" b="1" dirty="0"/>
              <a:t>128</a:t>
            </a:r>
            <a:r>
              <a:rPr lang="en-AU" dirty="0"/>
              <a:t>), so fine detail becomes visible.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F2BAEE-7F80-09CF-2FD4-404966202291}"/>
              </a:ext>
            </a:extLst>
          </p:cNvPr>
          <p:cNvSpPr>
            <a:spLocks noGrp="1"/>
          </p:cNvSpPr>
          <p:nvPr>
            <p:ph type="sldNum" sz="quarter" idx="5"/>
          </p:nvPr>
        </p:nvSpPr>
        <p:spPr/>
        <p:txBody>
          <a:bodyPr/>
          <a:lstStyle/>
          <a:p>
            <a:fld id="{0EF05BAA-92F6-4DEA-A832-E4B15A2F525C}" type="slidenum">
              <a:rPr lang="en-AU" smtClean="0"/>
              <a:t>40</a:t>
            </a:fld>
            <a:endParaRPr lang="en-AU"/>
          </a:p>
        </p:txBody>
      </p:sp>
    </p:spTree>
    <p:extLst>
      <p:ext uri="{BB962C8B-B14F-4D97-AF65-F5344CB8AC3E}">
        <p14:creationId xmlns:p14="http://schemas.microsoft.com/office/powerpoint/2010/main" val="33127209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3A9C5-0A03-A419-1C3E-B49E37ED9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0D0C2-7818-FA51-DF9D-42B6D5E4F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D2F9D-325B-87C4-8418-34102A7F3F7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Error Level Analysis (ELA)</a:t>
            </a:r>
          </a:p>
        </p:txBody>
      </p:sp>
      <p:sp>
        <p:nvSpPr>
          <p:cNvPr id="4" name="Slide Number Placeholder 3">
            <a:extLst>
              <a:ext uri="{FF2B5EF4-FFF2-40B4-BE49-F238E27FC236}">
                <a16:creationId xmlns:a16="http://schemas.microsoft.com/office/drawing/2014/main" id="{53DBBA26-BB78-84D3-B701-EC20D66E8A4C}"/>
              </a:ext>
            </a:extLst>
          </p:cNvPr>
          <p:cNvSpPr>
            <a:spLocks noGrp="1"/>
          </p:cNvSpPr>
          <p:nvPr>
            <p:ph type="sldNum" sz="quarter" idx="5"/>
          </p:nvPr>
        </p:nvSpPr>
        <p:spPr/>
        <p:txBody>
          <a:bodyPr/>
          <a:lstStyle/>
          <a:p>
            <a:fld id="{0EF05BAA-92F6-4DEA-A832-E4B15A2F525C}" type="slidenum">
              <a:rPr lang="en-AU" smtClean="0"/>
              <a:t>41</a:t>
            </a:fld>
            <a:endParaRPr lang="en-AU"/>
          </a:p>
        </p:txBody>
      </p:sp>
    </p:spTree>
    <p:extLst>
      <p:ext uri="{BB962C8B-B14F-4D97-AF65-F5344CB8AC3E}">
        <p14:creationId xmlns:p14="http://schemas.microsoft.com/office/powerpoint/2010/main" val="4607904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F4DFA-008A-5CA8-9CA3-13490F667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BCA4B-1A28-E9A2-06CB-968CD6FA4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76E55-2F28-E162-709C-F16C65C1EA40}"/>
              </a:ext>
            </a:extLst>
          </p:cNvPr>
          <p:cNvSpPr>
            <a:spLocks noGrp="1"/>
          </p:cNvSpPr>
          <p:nvPr>
            <p:ph type="body" idx="1"/>
          </p:nvPr>
        </p:nvSpPr>
        <p:spPr/>
        <p:txBody>
          <a:bodyPr/>
          <a:lstStyle/>
          <a:p>
            <a:r>
              <a:rPr lang="en-AU" dirty="0">
                <a:effectLst/>
              </a:rPr>
              <a:t>[64] Z. Wang, J. Bao, W. Zhou, W. Wang, and H. Li, “</a:t>
            </a:r>
            <a:r>
              <a:rPr lang="en-AU" dirty="0" err="1">
                <a:effectLst/>
              </a:rPr>
              <a:t>AltFreezing</a:t>
            </a:r>
            <a:r>
              <a:rPr lang="en-AU" dirty="0">
                <a:effectLst/>
              </a:rPr>
              <a:t> for More General Video Face Forgery Detection,” in </a:t>
            </a:r>
            <a:r>
              <a:rPr lang="en-AU" i="1" dirty="0">
                <a:effectLst/>
              </a:rPr>
              <a:t>2023 IEEE/CVF Conference on Computer Vision and Pattern Recognition (CVPR)</a:t>
            </a:r>
            <a:r>
              <a:rPr lang="en-AU" dirty="0">
                <a:effectLst/>
              </a:rPr>
              <a:t>, Vancouver, BC, Canada: IEEE, Jun. 2023, pp. 4129–4138. </a:t>
            </a:r>
            <a:r>
              <a:rPr lang="en-AU" dirty="0" err="1">
                <a:effectLst/>
              </a:rPr>
              <a:t>doi</a:t>
            </a:r>
            <a:r>
              <a:rPr lang="en-AU" dirty="0">
                <a:effectLst/>
              </a:rPr>
              <a:t>: </a:t>
            </a:r>
            <a:r>
              <a:rPr lang="en-AU" dirty="0">
                <a:effectLst/>
                <a:hlinkClick r:id="rId3"/>
              </a:rPr>
              <a:t>10.1109/CVPR52729.2023.00402</a:t>
            </a:r>
            <a:r>
              <a:rPr lang="en-AU" dirty="0">
                <a:effectLst/>
              </a:rPr>
              <a:t>.</a:t>
            </a:r>
          </a:p>
        </p:txBody>
      </p:sp>
      <p:sp>
        <p:nvSpPr>
          <p:cNvPr id="4" name="Slide Number Placeholder 3">
            <a:extLst>
              <a:ext uri="{FF2B5EF4-FFF2-40B4-BE49-F238E27FC236}">
                <a16:creationId xmlns:a16="http://schemas.microsoft.com/office/drawing/2014/main" id="{01645991-12A4-C440-1331-B0B9DB3F27E4}"/>
              </a:ext>
            </a:extLst>
          </p:cNvPr>
          <p:cNvSpPr>
            <a:spLocks noGrp="1"/>
          </p:cNvSpPr>
          <p:nvPr>
            <p:ph type="sldNum" sz="quarter" idx="5"/>
          </p:nvPr>
        </p:nvSpPr>
        <p:spPr/>
        <p:txBody>
          <a:bodyPr/>
          <a:lstStyle/>
          <a:p>
            <a:fld id="{0EF05BAA-92F6-4DEA-A832-E4B15A2F525C}" type="slidenum">
              <a:rPr lang="en-AU" smtClean="0"/>
              <a:t>42</a:t>
            </a:fld>
            <a:endParaRPr lang="en-AU"/>
          </a:p>
        </p:txBody>
      </p:sp>
    </p:spTree>
    <p:extLst>
      <p:ext uri="{BB962C8B-B14F-4D97-AF65-F5344CB8AC3E}">
        <p14:creationId xmlns:p14="http://schemas.microsoft.com/office/powerpoint/2010/main" val="23458709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74769-4A1D-F8E6-24BA-45AE0BF4E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92A18-38A4-B1EB-A701-F5FE60A72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191CF-436B-4E30-644F-6CBB5D56B3E5}"/>
              </a:ext>
            </a:extLst>
          </p:cNvPr>
          <p:cNvSpPr>
            <a:spLocks noGrp="1"/>
          </p:cNvSpPr>
          <p:nvPr>
            <p:ph type="body" idx="1"/>
          </p:nvPr>
        </p:nvSpPr>
        <p:spPr/>
        <p:txBody>
          <a:bodyPr/>
          <a:lstStyle/>
          <a:p>
            <a:r>
              <a:rPr lang="en-AU" dirty="0">
                <a:hlinkClick r:id="rId3"/>
              </a:rPr>
              <a:t>https://lipsync.video/</a:t>
            </a:r>
            <a:endParaRPr lang="en-AU" dirty="0"/>
          </a:p>
          <a:p>
            <a:endParaRPr lang="en-AU" dirty="0"/>
          </a:p>
          <a:p>
            <a:r>
              <a:rPr lang="en-AU" dirty="0"/>
              <a:t>real audio, real photo, synthetic video</a:t>
            </a:r>
          </a:p>
          <a:p>
            <a:endParaRPr lang="en-AU" dirty="0"/>
          </a:p>
          <a:p>
            <a:endParaRPr lang="en-AU" dirty="0"/>
          </a:p>
          <a:p>
            <a:r>
              <a:rPr lang="en-AU" dirty="0"/>
              <a:t>[66] D. </a:t>
            </a:r>
            <a:r>
              <a:rPr lang="en-AU" dirty="0" err="1"/>
              <a:t>Temoshok</a:t>
            </a:r>
            <a:r>
              <a:rPr lang="en-AU" dirty="0"/>
              <a:t> et al., Digital Identity Guidelines: Identity Proofing and </a:t>
            </a:r>
            <a:r>
              <a:rPr lang="en-AU" dirty="0" err="1"/>
              <a:t>Enrollment</a:t>
            </a:r>
            <a:r>
              <a:rPr lang="en-AU" dirty="0"/>
              <a:t>, NIST SP 800-63A-4, Jul. 2025, sec. 3.14. [Online]. Available: https://</a:t>
            </a:r>
            <a:r>
              <a:rPr lang="en-AU" dirty="0" err="1"/>
              <a:t>csrc.nist.gov</a:t>
            </a:r>
            <a:r>
              <a:rPr lang="en-AU" dirty="0"/>
              <a:t>/pubs/</a:t>
            </a:r>
            <a:r>
              <a:rPr lang="en-AU" dirty="0" err="1"/>
              <a:t>sp</a:t>
            </a:r>
            <a:r>
              <a:rPr lang="en-AU" dirty="0"/>
              <a:t>/800/63/a/4/final</a:t>
            </a:r>
          </a:p>
          <a:p>
            <a:r>
              <a:rPr lang="en-AU" dirty="0"/>
              <a:t>NIST discusses manipulated-media indicators in remote identity proofing. These are warning signs, not a stand-alone authenticity decision.</a:t>
            </a:r>
          </a:p>
          <a:p>
            <a:endParaRPr lang="en-AU" dirty="0"/>
          </a:p>
        </p:txBody>
      </p:sp>
      <p:sp>
        <p:nvSpPr>
          <p:cNvPr id="4" name="Slide Number Placeholder 3">
            <a:extLst>
              <a:ext uri="{FF2B5EF4-FFF2-40B4-BE49-F238E27FC236}">
                <a16:creationId xmlns:a16="http://schemas.microsoft.com/office/drawing/2014/main" id="{5B8E9CD4-DAEE-7709-E5AE-AB51E7C8A17D}"/>
              </a:ext>
            </a:extLst>
          </p:cNvPr>
          <p:cNvSpPr>
            <a:spLocks noGrp="1"/>
          </p:cNvSpPr>
          <p:nvPr>
            <p:ph type="sldNum" sz="quarter" idx="5"/>
          </p:nvPr>
        </p:nvSpPr>
        <p:spPr/>
        <p:txBody>
          <a:bodyPr/>
          <a:lstStyle/>
          <a:p>
            <a:fld id="{0EF05BAA-92F6-4DEA-A832-E4B15A2F525C}" type="slidenum">
              <a:rPr lang="en-AU" smtClean="0"/>
              <a:t>43</a:t>
            </a:fld>
            <a:endParaRPr lang="en-AU"/>
          </a:p>
        </p:txBody>
      </p:sp>
    </p:spTree>
    <p:extLst>
      <p:ext uri="{BB962C8B-B14F-4D97-AF65-F5344CB8AC3E}">
        <p14:creationId xmlns:p14="http://schemas.microsoft.com/office/powerpoint/2010/main" val="40969552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5C178-FECE-A0F7-0408-D2D45249E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7A026-BA82-AD2D-DF71-E40874F9F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8F65D-0EDF-0516-8657-C542F67A9F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6440C2-78A0-E876-2092-794FCA65233C}"/>
              </a:ext>
            </a:extLst>
          </p:cNvPr>
          <p:cNvSpPr>
            <a:spLocks noGrp="1"/>
          </p:cNvSpPr>
          <p:nvPr>
            <p:ph type="sldNum" sz="quarter" idx="5"/>
          </p:nvPr>
        </p:nvSpPr>
        <p:spPr/>
        <p:txBody>
          <a:bodyPr/>
          <a:lstStyle/>
          <a:p>
            <a:fld id="{0EF05BAA-92F6-4DEA-A832-E4B15A2F525C}" type="slidenum">
              <a:rPr lang="en-AU" smtClean="0"/>
              <a:t>44</a:t>
            </a:fld>
            <a:endParaRPr lang="en-AU"/>
          </a:p>
        </p:txBody>
      </p:sp>
    </p:spTree>
    <p:extLst>
      <p:ext uri="{BB962C8B-B14F-4D97-AF65-F5344CB8AC3E}">
        <p14:creationId xmlns:p14="http://schemas.microsoft.com/office/powerpoint/2010/main" val="31774129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45</a:t>
            </a:fld>
            <a:endParaRPr lang="en-AU"/>
          </a:p>
        </p:txBody>
      </p:sp>
    </p:spTree>
    <p:extLst>
      <p:ext uri="{BB962C8B-B14F-4D97-AF65-F5344CB8AC3E}">
        <p14:creationId xmlns:p14="http://schemas.microsoft.com/office/powerpoint/2010/main" val="19171209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391BC-9DA8-5100-FFA2-2EC154C40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8AC41-86C2-8C63-378A-DB04A173CA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AF81A-B657-C514-A101-3D670E332A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1F9DC1-C368-4406-0689-5319C20504E5}"/>
              </a:ext>
            </a:extLst>
          </p:cNvPr>
          <p:cNvSpPr>
            <a:spLocks noGrp="1"/>
          </p:cNvSpPr>
          <p:nvPr>
            <p:ph type="sldNum" sz="quarter" idx="5"/>
          </p:nvPr>
        </p:nvSpPr>
        <p:spPr/>
        <p:txBody>
          <a:bodyPr/>
          <a:lstStyle/>
          <a:p>
            <a:fld id="{0EF05BAA-92F6-4DEA-A832-E4B15A2F525C}" type="slidenum">
              <a:rPr lang="en-AU" smtClean="0"/>
              <a:t>47</a:t>
            </a:fld>
            <a:endParaRPr lang="en-AU"/>
          </a:p>
        </p:txBody>
      </p:sp>
    </p:spTree>
    <p:extLst>
      <p:ext uri="{BB962C8B-B14F-4D97-AF65-F5344CB8AC3E}">
        <p14:creationId xmlns:p14="http://schemas.microsoft.com/office/powerpoint/2010/main" val="33218376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11E8E-4F88-192E-ABE7-B70547E13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22C49-DD14-C905-DA9E-0ABCBE0CA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19A4E-5D9D-D47F-2370-3E1AC807F8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2BCB36-1BFC-CB4E-8C04-D0719C425FE2}"/>
              </a:ext>
            </a:extLst>
          </p:cNvPr>
          <p:cNvSpPr>
            <a:spLocks noGrp="1"/>
          </p:cNvSpPr>
          <p:nvPr>
            <p:ph type="sldNum" sz="quarter" idx="5"/>
          </p:nvPr>
        </p:nvSpPr>
        <p:spPr/>
        <p:txBody>
          <a:bodyPr/>
          <a:lstStyle/>
          <a:p>
            <a:fld id="{0EF05BAA-92F6-4DEA-A832-E4B15A2F525C}" type="slidenum">
              <a:rPr lang="en-AU" smtClean="0"/>
              <a:t>48</a:t>
            </a:fld>
            <a:endParaRPr lang="en-AU"/>
          </a:p>
        </p:txBody>
      </p:sp>
    </p:spTree>
    <p:extLst>
      <p:ext uri="{BB962C8B-B14F-4D97-AF65-F5344CB8AC3E}">
        <p14:creationId xmlns:p14="http://schemas.microsoft.com/office/powerpoint/2010/main" val="20571985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B623F-E0C7-6330-6E47-513169AD2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033CF-232E-7660-24AC-E66680E0F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75B55-66A6-27DD-61C3-D1822715D3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0205FC-B890-48E7-E276-B779BDE65BA1}"/>
              </a:ext>
            </a:extLst>
          </p:cNvPr>
          <p:cNvSpPr>
            <a:spLocks noGrp="1"/>
          </p:cNvSpPr>
          <p:nvPr>
            <p:ph type="sldNum" sz="quarter" idx="5"/>
          </p:nvPr>
        </p:nvSpPr>
        <p:spPr/>
        <p:txBody>
          <a:bodyPr/>
          <a:lstStyle/>
          <a:p>
            <a:fld id="{0EF05BAA-92F6-4DEA-A832-E4B15A2F525C}" type="slidenum">
              <a:rPr lang="en-AU" smtClean="0"/>
              <a:t>49</a:t>
            </a:fld>
            <a:endParaRPr lang="en-AU"/>
          </a:p>
        </p:txBody>
      </p:sp>
    </p:spTree>
    <p:extLst>
      <p:ext uri="{BB962C8B-B14F-4D97-AF65-F5344CB8AC3E}">
        <p14:creationId xmlns:p14="http://schemas.microsoft.com/office/powerpoint/2010/main" val="19575216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F7775-8676-A24E-8C9F-0699EC185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6357D-7531-CD6A-F8A7-4492B855AB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7475AD-1F53-219E-5FB5-CF8CE3E1EBCE}"/>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8E49A978-91D1-8FA5-35B1-6CF9D75530F9}"/>
              </a:ext>
            </a:extLst>
          </p:cNvPr>
          <p:cNvSpPr>
            <a:spLocks noGrp="1"/>
          </p:cNvSpPr>
          <p:nvPr>
            <p:ph type="sldNum" sz="quarter" idx="5"/>
          </p:nvPr>
        </p:nvSpPr>
        <p:spPr/>
        <p:txBody>
          <a:bodyPr/>
          <a:lstStyle/>
          <a:p>
            <a:fld id="{0EF05BAA-92F6-4DEA-A832-E4B15A2F525C}" type="slidenum">
              <a:rPr lang="en-AU" smtClean="0"/>
              <a:t>50</a:t>
            </a:fld>
            <a:endParaRPr lang="en-AU"/>
          </a:p>
        </p:txBody>
      </p:sp>
    </p:spTree>
    <p:extLst>
      <p:ext uri="{BB962C8B-B14F-4D97-AF65-F5344CB8AC3E}">
        <p14:creationId xmlns:p14="http://schemas.microsoft.com/office/powerpoint/2010/main" val="30582394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367A2-C1EA-E4FC-5BC5-4C033AF379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5582A-0412-214E-792D-33CDDD4FA2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F6D4A-0C70-B236-BD33-3541778E8F8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75EC24B-38B7-0825-9C56-9EAFD2D53050}"/>
              </a:ext>
            </a:extLst>
          </p:cNvPr>
          <p:cNvSpPr>
            <a:spLocks noGrp="1"/>
          </p:cNvSpPr>
          <p:nvPr>
            <p:ph type="sldNum" sz="quarter" idx="5"/>
          </p:nvPr>
        </p:nvSpPr>
        <p:spPr/>
        <p:txBody>
          <a:bodyPr/>
          <a:lstStyle/>
          <a:p>
            <a:fld id="{0EF05BAA-92F6-4DEA-A832-E4B15A2F525C}" type="slidenum">
              <a:rPr lang="en-AU" smtClean="0"/>
              <a:t>51</a:t>
            </a:fld>
            <a:endParaRPr lang="en-AU"/>
          </a:p>
        </p:txBody>
      </p:sp>
    </p:spTree>
    <p:extLst>
      <p:ext uri="{BB962C8B-B14F-4D97-AF65-F5344CB8AC3E}">
        <p14:creationId xmlns:p14="http://schemas.microsoft.com/office/powerpoint/2010/main" val="38500073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9BE7D-340B-6607-E1B8-F5CB112D2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0485E-F864-3960-B893-92A85DCB8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B5D4C-A910-CEBD-C585-FE2FBA0E664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029DC4-95C7-738E-1E1F-5F70F8A1771D}"/>
              </a:ext>
            </a:extLst>
          </p:cNvPr>
          <p:cNvSpPr>
            <a:spLocks noGrp="1"/>
          </p:cNvSpPr>
          <p:nvPr>
            <p:ph type="sldNum" sz="quarter" idx="5"/>
          </p:nvPr>
        </p:nvSpPr>
        <p:spPr/>
        <p:txBody>
          <a:bodyPr/>
          <a:lstStyle/>
          <a:p>
            <a:fld id="{0EF05BAA-92F6-4DEA-A832-E4B15A2F525C}" type="slidenum">
              <a:rPr lang="en-AU" smtClean="0"/>
              <a:t>52</a:t>
            </a:fld>
            <a:endParaRPr lang="en-AU"/>
          </a:p>
        </p:txBody>
      </p:sp>
    </p:spTree>
    <p:extLst>
      <p:ext uri="{BB962C8B-B14F-4D97-AF65-F5344CB8AC3E}">
        <p14:creationId xmlns:p14="http://schemas.microsoft.com/office/powerpoint/2010/main" val="37453767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EF05BAA-92F6-4DEA-A832-E4B15A2F525C}" type="slidenum">
              <a:rPr lang="en-AU" smtClean="0"/>
              <a:t>53</a:t>
            </a:fld>
            <a:endParaRPr lang="en-AU"/>
          </a:p>
        </p:txBody>
      </p:sp>
    </p:spTree>
    <p:extLst>
      <p:ext uri="{BB962C8B-B14F-4D97-AF65-F5344CB8AC3E}">
        <p14:creationId xmlns:p14="http://schemas.microsoft.com/office/powerpoint/2010/main" val="16860353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0C909-5FCB-4F44-E00B-B6A1D1DAD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C24E9-493B-AFD9-3439-99FE087BF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5B6FD-C74A-0326-6EFE-618FACBF3B8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78FF3CC-A2D0-9F5F-23AF-1FD0E1597DEC}"/>
              </a:ext>
            </a:extLst>
          </p:cNvPr>
          <p:cNvSpPr>
            <a:spLocks noGrp="1"/>
          </p:cNvSpPr>
          <p:nvPr>
            <p:ph type="sldNum" sz="quarter" idx="5"/>
          </p:nvPr>
        </p:nvSpPr>
        <p:spPr/>
        <p:txBody>
          <a:bodyPr/>
          <a:lstStyle/>
          <a:p>
            <a:fld id="{0EF05BAA-92F6-4DEA-A832-E4B15A2F525C}" type="slidenum">
              <a:rPr lang="en-AU" smtClean="0"/>
              <a:t>54</a:t>
            </a:fld>
            <a:endParaRPr lang="en-AU"/>
          </a:p>
        </p:txBody>
      </p:sp>
    </p:spTree>
    <p:extLst>
      <p:ext uri="{BB962C8B-B14F-4D97-AF65-F5344CB8AC3E}">
        <p14:creationId xmlns:p14="http://schemas.microsoft.com/office/powerpoint/2010/main" val="27815797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D55C2-63EA-0AF2-14E5-79B5D19F4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66547-35FA-D751-66F7-FCFB277D8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007D8-218D-F033-4D91-0DEA69F1D39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6BC2BC98-7C07-9062-B07A-B061980A5D1E}"/>
              </a:ext>
            </a:extLst>
          </p:cNvPr>
          <p:cNvSpPr>
            <a:spLocks noGrp="1"/>
          </p:cNvSpPr>
          <p:nvPr>
            <p:ph type="sldNum" sz="quarter" idx="5"/>
          </p:nvPr>
        </p:nvSpPr>
        <p:spPr/>
        <p:txBody>
          <a:bodyPr/>
          <a:lstStyle/>
          <a:p>
            <a:fld id="{0EF05BAA-92F6-4DEA-A832-E4B15A2F525C}" type="slidenum">
              <a:rPr lang="en-AU" smtClean="0"/>
              <a:t>55</a:t>
            </a:fld>
            <a:endParaRPr lang="en-AU"/>
          </a:p>
        </p:txBody>
      </p:sp>
    </p:spTree>
    <p:extLst>
      <p:ext uri="{BB962C8B-B14F-4D97-AF65-F5344CB8AC3E}">
        <p14:creationId xmlns:p14="http://schemas.microsoft.com/office/powerpoint/2010/main" val="29167070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C9D08-30DE-380B-2EF5-7EF51FE78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253DC-74CB-9C5E-DBE0-3995774BA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EA8A1-F98D-8D2B-BBED-66ACA86741B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16E30C-3FEF-0C12-B957-92E370709CC9}"/>
              </a:ext>
            </a:extLst>
          </p:cNvPr>
          <p:cNvSpPr>
            <a:spLocks noGrp="1"/>
          </p:cNvSpPr>
          <p:nvPr>
            <p:ph type="sldNum" sz="quarter" idx="5"/>
          </p:nvPr>
        </p:nvSpPr>
        <p:spPr/>
        <p:txBody>
          <a:bodyPr/>
          <a:lstStyle/>
          <a:p>
            <a:fld id="{0EF05BAA-92F6-4DEA-A832-E4B15A2F525C}" type="slidenum">
              <a:rPr lang="en-AU" smtClean="0"/>
              <a:t>56</a:t>
            </a:fld>
            <a:endParaRPr lang="en-AU"/>
          </a:p>
        </p:txBody>
      </p:sp>
    </p:spTree>
    <p:extLst>
      <p:ext uri="{BB962C8B-B14F-4D97-AF65-F5344CB8AC3E}">
        <p14:creationId xmlns:p14="http://schemas.microsoft.com/office/powerpoint/2010/main" val="20966648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C37DC-2E99-BD15-176F-55E3E887E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05A4B-A6CC-352F-8629-6259691A96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3BC76-C786-2A87-3C4E-BA643C0ABDE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6B992BB-DAA8-938E-FB49-94AF4BF08DBC}"/>
              </a:ext>
            </a:extLst>
          </p:cNvPr>
          <p:cNvSpPr>
            <a:spLocks noGrp="1"/>
          </p:cNvSpPr>
          <p:nvPr>
            <p:ph type="sldNum" sz="quarter" idx="5"/>
          </p:nvPr>
        </p:nvSpPr>
        <p:spPr/>
        <p:txBody>
          <a:bodyPr/>
          <a:lstStyle/>
          <a:p>
            <a:fld id="{0EF05BAA-92F6-4DEA-A832-E4B15A2F525C}" type="slidenum">
              <a:rPr lang="en-AU" smtClean="0"/>
              <a:t>57</a:t>
            </a:fld>
            <a:endParaRPr lang="en-AU"/>
          </a:p>
        </p:txBody>
      </p:sp>
    </p:spTree>
    <p:extLst>
      <p:ext uri="{BB962C8B-B14F-4D97-AF65-F5344CB8AC3E}">
        <p14:creationId xmlns:p14="http://schemas.microsoft.com/office/powerpoint/2010/main" val="21478233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42AF3-E098-C706-7E3E-0532A1D5F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1B3E7-CF5F-116E-067F-BDA34C169A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17DDF-BB96-8518-2E65-67B22439D31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CEF74E3-D80E-651E-2B42-5BF4F043CB90}"/>
              </a:ext>
            </a:extLst>
          </p:cNvPr>
          <p:cNvSpPr>
            <a:spLocks noGrp="1"/>
          </p:cNvSpPr>
          <p:nvPr>
            <p:ph type="sldNum" sz="quarter" idx="5"/>
          </p:nvPr>
        </p:nvSpPr>
        <p:spPr/>
        <p:txBody>
          <a:bodyPr/>
          <a:lstStyle/>
          <a:p>
            <a:fld id="{0EF05BAA-92F6-4DEA-A832-E4B15A2F525C}" type="slidenum">
              <a:rPr lang="en-AU" smtClean="0"/>
              <a:t>58</a:t>
            </a:fld>
            <a:endParaRPr lang="en-AU"/>
          </a:p>
        </p:txBody>
      </p:sp>
    </p:spTree>
    <p:extLst>
      <p:ext uri="{BB962C8B-B14F-4D97-AF65-F5344CB8AC3E}">
        <p14:creationId xmlns:p14="http://schemas.microsoft.com/office/powerpoint/2010/main" val="2607672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DD64A-C502-AF95-F065-526348A8F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D7C8D-C824-066F-8C29-CA85C58B2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596A3-B698-D7FF-4B0E-71F046AC367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374DA73D-C526-5A50-D1A5-B5BB949D6878}"/>
              </a:ext>
            </a:extLst>
          </p:cNvPr>
          <p:cNvSpPr>
            <a:spLocks noGrp="1"/>
          </p:cNvSpPr>
          <p:nvPr>
            <p:ph type="sldNum" sz="quarter" idx="5"/>
          </p:nvPr>
        </p:nvSpPr>
        <p:spPr/>
        <p:txBody>
          <a:bodyPr/>
          <a:lstStyle/>
          <a:p>
            <a:fld id="{0EF05BAA-92F6-4DEA-A832-E4B15A2F525C}" type="slidenum">
              <a:rPr lang="en-AU" smtClean="0"/>
              <a:t>59</a:t>
            </a:fld>
            <a:endParaRPr lang="en-AU"/>
          </a:p>
        </p:txBody>
      </p:sp>
    </p:spTree>
    <p:extLst>
      <p:ext uri="{BB962C8B-B14F-4D97-AF65-F5344CB8AC3E}">
        <p14:creationId xmlns:p14="http://schemas.microsoft.com/office/powerpoint/2010/main" val="8544148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FF3B4-AC42-E9CD-575A-B258AD65E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8061E-90D6-BAA2-E079-C755B310B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F1C72-8283-9D59-D6BD-263163042D3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E009CE9-424C-5612-8C90-35C02170D5C7}"/>
              </a:ext>
            </a:extLst>
          </p:cNvPr>
          <p:cNvSpPr>
            <a:spLocks noGrp="1"/>
          </p:cNvSpPr>
          <p:nvPr>
            <p:ph type="sldNum" sz="quarter" idx="5"/>
          </p:nvPr>
        </p:nvSpPr>
        <p:spPr/>
        <p:txBody>
          <a:bodyPr/>
          <a:lstStyle/>
          <a:p>
            <a:fld id="{0EF05BAA-92F6-4DEA-A832-E4B15A2F525C}" type="slidenum">
              <a:rPr lang="en-AU" smtClean="0"/>
              <a:t>60</a:t>
            </a:fld>
            <a:endParaRPr lang="en-AU"/>
          </a:p>
        </p:txBody>
      </p:sp>
    </p:spTree>
    <p:extLst>
      <p:ext uri="{BB962C8B-B14F-4D97-AF65-F5344CB8AC3E}">
        <p14:creationId xmlns:p14="http://schemas.microsoft.com/office/powerpoint/2010/main" val="26192878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300B5-1471-1CDF-AAF8-C80149AA8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20818-7C59-C7C5-A4FA-C7D5C3F64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009EB-B53C-6EF3-120A-DECD15880A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567011C-6B6A-781C-9D6E-7ECBE6CA5D87}"/>
              </a:ext>
            </a:extLst>
          </p:cNvPr>
          <p:cNvSpPr>
            <a:spLocks noGrp="1"/>
          </p:cNvSpPr>
          <p:nvPr>
            <p:ph type="sldNum" sz="quarter" idx="5"/>
          </p:nvPr>
        </p:nvSpPr>
        <p:spPr/>
        <p:txBody>
          <a:bodyPr/>
          <a:lstStyle/>
          <a:p>
            <a:fld id="{0EF05BAA-92F6-4DEA-A832-E4B15A2F525C}" type="slidenum">
              <a:rPr lang="en-AU" smtClean="0"/>
              <a:t>61</a:t>
            </a:fld>
            <a:endParaRPr lang="en-AU"/>
          </a:p>
        </p:txBody>
      </p:sp>
    </p:spTree>
    <p:extLst>
      <p:ext uri="{BB962C8B-B14F-4D97-AF65-F5344CB8AC3E}">
        <p14:creationId xmlns:p14="http://schemas.microsoft.com/office/powerpoint/2010/main" val="17881333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7A569-E6AA-E6E8-115F-05017CF0D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3498C-1FE7-AE31-13B9-7120D9476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F1666-7797-75FD-5F50-B76F7E47E6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E01189-8B8D-7634-48C7-440D434E9EA5}"/>
              </a:ext>
            </a:extLst>
          </p:cNvPr>
          <p:cNvSpPr>
            <a:spLocks noGrp="1"/>
          </p:cNvSpPr>
          <p:nvPr>
            <p:ph type="sldNum" sz="quarter" idx="5"/>
          </p:nvPr>
        </p:nvSpPr>
        <p:spPr/>
        <p:txBody>
          <a:bodyPr/>
          <a:lstStyle/>
          <a:p>
            <a:fld id="{0EF05BAA-92F6-4DEA-A832-E4B15A2F525C}" type="slidenum">
              <a:rPr lang="en-AU" smtClean="0"/>
              <a:t>63</a:t>
            </a:fld>
            <a:endParaRPr lang="en-AU"/>
          </a:p>
        </p:txBody>
      </p:sp>
    </p:spTree>
    <p:extLst>
      <p:ext uri="{BB962C8B-B14F-4D97-AF65-F5344CB8AC3E}">
        <p14:creationId xmlns:p14="http://schemas.microsoft.com/office/powerpoint/2010/main" val="22409390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EF05BAA-92F6-4DEA-A832-E4B15A2F525C}" type="slidenum">
              <a:rPr lang="en-AU" smtClean="0"/>
              <a:t>64</a:t>
            </a:fld>
            <a:endParaRPr lang="en-AU"/>
          </a:p>
        </p:txBody>
      </p:sp>
    </p:spTree>
    <p:extLst>
      <p:ext uri="{BB962C8B-B14F-4D97-AF65-F5344CB8AC3E}">
        <p14:creationId xmlns:p14="http://schemas.microsoft.com/office/powerpoint/2010/main" val="910304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F05BAA-92F6-4DEA-A832-E4B15A2F525C}" type="slidenum">
              <a:rPr lang="en-AU" smtClean="0"/>
              <a:t>65</a:t>
            </a:fld>
            <a:endParaRPr lang="en-AU"/>
          </a:p>
        </p:txBody>
      </p:sp>
    </p:spTree>
    <p:extLst>
      <p:ext uri="{BB962C8B-B14F-4D97-AF65-F5344CB8AC3E}">
        <p14:creationId xmlns:p14="http://schemas.microsoft.com/office/powerpoint/2010/main" val="30412140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EF05BAA-92F6-4DEA-A832-E4B15A2F525C}" type="slidenum">
              <a:rPr lang="en-AU" smtClean="0"/>
              <a:t>66</a:t>
            </a:fld>
            <a:endParaRPr lang="en-AU"/>
          </a:p>
        </p:txBody>
      </p:sp>
    </p:spTree>
    <p:extLst>
      <p:ext uri="{BB962C8B-B14F-4D97-AF65-F5344CB8AC3E}">
        <p14:creationId xmlns:p14="http://schemas.microsoft.com/office/powerpoint/2010/main" val="7656992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F05BAA-92F6-4DEA-A832-E4B15A2F525C}" type="slidenum">
              <a:rPr lang="en-AU" smtClean="0"/>
              <a:t>67</a:t>
            </a:fld>
            <a:endParaRPr lang="en-AU"/>
          </a:p>
        </p:txBody>
      </p:sp>
    </p:spTree>
    <p:extLst>
      <p:ext uri="{BB962C8B-B14F-4D97-AF65-F5344CB8AC3E}">
        <p14:creationId xmlns:p14="http://schemas.microsoft.com/office/powerpoint/2010/main" val="26035586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BCD5-44E1-C089-DB59-B7D7D31D6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4036C-54E3-4A6A-897C-D8E5022891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7A4B7C-AF05-9BBA-5C7E-5C1CB045A89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AFBA17-A782-0E51-FB1D-49C19ED39361}"/>
              </a:ext>
            </a:extLst>
          </p:cNvPr>
          <p:cNvSpPr>
            <a:spLocks noGrp="1"/>
          </p:cNvSpPr>
          <p:nvPr>
            <p:ph type="sldNum" sz="quarter" idx="5"/>
          </p:nvPr>
        </p:nvSpPr>
        <p:spPr/>
        <p:txBody>
          <a:bodyPr/>
          <a:lstStyle/>
          <a:p>
            <a:fld id="{0EF05BAA-92F6-4DEA-A832-E4B15A2F525C}" type="slidenum">
              <a:rPr lang="en-AU" smtClean="0"/>
              <a:t>68</a:t>
            </a:fld>
            <a:endParaRPr lang="en-AU"/>
          </a:p>
        </p:txBody>
      </p:sp>
    </p:spTree>
    <p:extLst>
      <p:ext uri="{BB962C8B-B14F-4D97-AF65-F5344CB8AC3E}">
        <p14:creationId xmlns:p14="http://schemas.microsoft.com/office/powerpoint/2010/main" val="228558273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5963D-DB9C-BFFA-35D6-061E68377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9147E-3594-3898-E62D-A1D8E0CCA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3872F-FDF1-A248-4707-177D6ABCB2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1C231A-D7CA-21AF-C863-194AE8D57E98}"/>
              </a:ext>
            </a:extLst>
          </p:cNvPr>
          <p:cNvSpPr>
            <a:spLocks noGrp="1"/>
          </p:cNvSpPr>
          <p:nvPr>
            <p:ph type="sldNum" sz="quarter" idx="5"/>
          </p:nvPr>
        </p:nvSpPr>
        <p:spPr/>
        <p:txBody>
          <a:bodyPr/>
          <a:lstStyle/>
          <a:p>
            <a:fld id="{0EF05BAA-92F6-4DEA-A832-E4B15A2F525C}" type="slidenum">
              <a:rPr lang="en-AU" smtClean="0"/>
              <a:t>69</a:t>
            </a:fld>
            <a:endParaRPr lang="en-AU"/>
          </a:p>
        </p:txBody>
      </p:sp>
    </p:spTree>
    <p:extLst>
      <p:ext uri="{BB962C8B-B14F-4D97-AF65-F5344CB8AC3E}">
        <p14:creationId xmlns:p14="http://schemas.microsoft.com/office/powerpoint/2010/main" val="3417158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userDrawn="1"/>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a:t>[Title]</a:t>
            </a:r>
            <a:endParaRPr lang="en-AU"/>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userDrawn="1"/>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userDrawn="1"/>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a:t>[Title]</a:t>
            </a:r>
            <a:endParaRPr lang="en-AU"/>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a:t>[Subtitle]</a:t>
            </a:r>
          </a:p>
        </p:txBody>
      </p:sp>
      <p:sp>
        <p:nvSpPr>
          <p:cNvPr id="18" name="Right Triangle 3">
            <a:extLst>
              <a:ext uri="{FF2B5EF4-FFF2-40B4-BE49-F238E27FC236}">
                <a16:creationId xmlns:a16="http://schemas.microsoft.com/office/drawing/2014/main" id="{E49831C3-1265-4B26-84DA-16A7EC28AF5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a:t>[Title]</a:t>
            </a:r>
            <a:endParaRPr lang="en-AU"/>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a:t>[Subtitle]</a:t>
            </a:r>
          </a:p>
        </p:txBody>
      </p:sp>
      <p:sp>
        <p:nvSpPr>
          <p:cNvPr id="3" name="Rectangle 2">
            <a:extLst>
              <a:ext uri="{FF2B5EF4-FFF2-40B4-BE49-F238E27FC236}">
                <a16:creationId xmlns:a16="http://schemas.microsoft.com/office/drawing/2014/main" id="{19933EA7-FE92-4C6D-8733-61E671888999}"/>
              </a:ext>
            </a:extLst>
          </p:cNvPr>
          <p:cNvSpPr/>
          <p:nvPr userDrawn="1"/>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userDrawn="1"/>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userDrawn="1"/>
        </p:nvSpPr>
        <p:spPr>
          <a:xfrm>
            <a:off x="1" y="-1586050"/>
            <a:ext cx="7632171" cy="1384995"/>
          </a:xfrm>
          <a:prstGeom prst="rect">
            <a:avLst/>
          </a:prstGeom>
          <a:solidFill>
            <a:schemeClr val="accent1"/>
          </a:solidFill>
        </p:spPr>
        <p:txBody>
          <a:bodyPr wrap="square" rtlCol="0">
            <a:spAutoFit/>
          </a:bodyPr>
          <a:lstStyle/>
          <a:p>
            <a:r>
              <a:rPr lang="en-AU" sz="1400">
                <a:solidFill>
                  <a:schemeClr val="bg1"/>
                </a:solidFill>
              </a:rPr>
              <a:t>For this slide design, you can choose your own image </a:t>
            </a:r>
            <a:br>
              <a:rPr lang="en-AU" sz="1400">
                <a:solidFill>
                  <a:schemeClr val="bg1"/>
                </a:solidFill>
              </a:rPr>
            </a:br>
            <a:r>
              <a:rPr lang="en-AU" sz="1400">
                <a:solidFill>
                  <a:schemeClr val="bg1"/>
                </a:solidFill>
              </a:rPr>
              <a:t>by right-clicking somewhere on the slide, not in a content placeholder.</a:t>
            </a:r>
          </a:p>
          <a:p>
            <a:r>
              <a:rPr lang="en-US" sz="1400">
                <a:solidFill>
                  <a:schemeClr val="bg1"/>
                </a:solidFill>
              </a:rPr>
              <a:t>‘Format Background</a:t>
            </a:r>
          </a:p>
          <a:p>
            <a:r>
              <a:rPr lang="en-US" sz="1400">
                <a:solidFill>
                  <a:schemeClr val="bg1"/>
                </a:solidFill>
              </a:rPr>
              <a:t>Under the ‘Fill’ menu, ‘Picture’ is already selected</a:t>
            </a:r>
          </a:p>
          <a:p>
            <a:r>
              <a:rPr lang="en-US" sz="1400">
                <a:solidFill>
                  <a:schemeClr val="bg1"/>
                </a:solidFill>
              </a:rPr>
              <a:t>Go to the ‘File’ button and select another image</a:t>
            </a:r>
          </a:p>
          <a:p>
            <a:r>
              <a:rPr lang="en-US" sz="1400">
                <a:solidFill>
                  <a:schemeClr val="bg1"/>
                </a:solidFill>
              </a:rPr>
              <a:t>Change text </a:t>
            </a:r>
            <a:r>
              <a:rPr lang="en-US" sz="1400" err="1">
                <a:solidFill>
                  <a:schemeClr val="bg1"/>
                </a:solidFill>
              </a:rPr>
              <a:t>colour</a:t>
            </a:r>
            <a:r>
              <a:rPr lang="en-US" sz="1400">
                <a:solidFill>
                  <a:schemeClr val="bg1"/>
                </a:solidFill>
              </a:rPr>
              <a:t> as necessary to suit the image</a:t>
            </a:r>
            <a:endParaRPr lang="en-AU" sz="140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userDrawn="1"/>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userDrawn="1"/>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296788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userDrawn="1"/>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a:t>[Title]</a:t>
            </a:r>
            <a:endParaRPr lang="en-AU"/>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a:t>[Subtitle]</a:t>
            </a:r>
          </a:p>
        </p:txBody>
      </p:sp>
      <p:sp>
        <p:nvSpPr>
          <p:cNvPr id="11" name="Right Triangle 3">
            <a:extLst>
              <a:ext uri="{FF2B5EF4-FFF2-40B4-BE49-F238E27FC236}">
                <a16:creationId xmlns:a16="http://schemas.microsoft.com/office/drawing/2014/main" id="{DBA991DB-C059-4DB2-8D91-33D3F395188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419216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a:t>[Divider title]</a:t>
            </a:r>
            <a:endParaRPr lang="en-AU"/>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a:t>[Divider subtitle]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a:solidFill>
                  <a:schemeClr val="bg1"/>
                </a:solidFill>
              </a:rPr>
              <a:t>For this slide design, you can change the background colour</a:t>
            </a:r>
          </a:p>
          <a:p>
            <a:r>
              <a:rPr lang="en-AU" sz="1400">
                <a:solidFill>
                  <a:schemeClr val="bg1"/>
                </a:solidFill>
              </a:rPr>
              <a:t>by right-clicking somewhere on the slide, not in a content placeholder.</a:t>
            </a:r>
          </a:p>
          <a:p>
            <a:r>
              <a:rPr lang="en-US" sz="1400">
                <a:solidFill>
                  <a:schemeClr val="bg1"/>
                </a:solidFill>
              </a:rPr>
              <a:t>‘Format Background</a:t>
            </a:r>
          </a:p>
          <a:p>
            <a:r>
              <a:rPr lang="en-US" sz="1400">
                <a:solidFill>
                  <a:schemeClr val="bg1"/>
                </a:solidFill>
              </a:rPr>
              <a:t>Under the ‘Fill’ menu, ‘change ‘Solid fill’ to a </a:t>
            </a:r>
            <a:r>
              <a:rPr lang="en-US" sz="1400" err="1">
                <a:solidFill>
                  <a:schemeClr val="bg1"/>
                </a:solidFill>
              </a:rPr>
              <a:t>colour</a:t>
            </a:r>
            <a:r>
              <a:rPr lang="en-US" sz="1400">
                <a:solidFill>
                  <a:schemeClr val="bg1"/>
                </a:solidFill>
              </a:rPr>
              <a:t> from the palette</a:t>
            </a:r>
            <a:endParaRPr lang="en-AU" sz="140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userDrawn="1"/>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userDrawn="1"/>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userDrawn="1"/>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Edit Master text styles</a:t>
            </a:r>
          </a:p>
        </p:txBody>
      </p:sp>
      <p:sp>
        <p:nvSpPr>
          <p:cNvPr id="7" name="Rectangle 6">
            <a:extLst>
              <a:ext uri="{FF2B5EF4-FFF2-40B4-BE49-F238E27FC236}">
                <a16:creationId xmlns:a16="http://schemas.microsoft.com/office/drawing/2014/main" id="{8CAE7FD6-C4AB-456C-8186-F8E8B285CBB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917DE0E-AFB1-41FD-BC35-27DB61CA125F}" type="slidenum">
              <a:rPr lang="en-AU" smtClean="0"/>
              <a:pPr/>
              <a:t>‹#›</a:t>
            </a:fld>
            <a:endParaRPr lang="en-AU"/>
          </a:p>
        </p:txBody>
      </p:sp>
      <p:sp>
        <p:nvSpPr>
          <p:cNvPr id="14" name="Date Placeholder 13">
            <a:extLst>
              <a:ext uri="{FF2B5EF4-FFF2-40B4-BE49-F238E27FC236}">
                <a16:creationId xmlns:a16="http://schemas.microsoft.com/office/drawing/2014/main" id="{085400BA-682A-4644-881E-9D9BA0DAB8FC}"/>
              </a:ext>
            </a:extLst>
          </p:cNvPr>
          <p:cNvSpPr>
            <a:spLocks noGrp="1"/>
          </p:cNvSpPr>
          <p:nvPr>
            <p:ph type="dt" sz="half" idx="14"/>
          </p:nvPr>
        </p:nvSpPr>
        <p:spPr bwMode="white"/>
        <p:txBody>
          <a:bodyPr/>
          <a:lstStyle/>
          <a:p>
            <a:r>
              <a:rPr lang="en-US"/>
              <a:t>[Entity Name]</a:t>
            </a:r>
            <a:endParaRPr lang="en-AU"/>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1" name="TextBox 10">
            <a:extLst>
              <a:ext uri="{FF2B5EF4-FFF2-40B4-BE49-F238E27FC236}">
                <a16:creationId xmlns:a16="http://schemas.microsoft.com/office/drawing/2014/main" id="{7CCA4A0C-C5B9-45ED-9D64-B274EE980802}"/>
              </a:ext>
            </a:extLst>
          </p:cNvPr>
          <p:cNvSpPr txBox="1"/>
          <p:nvPr userDrawn="1"/>
        </p:nvSpPr>
        <p:spPr>
          <a:xfrm>
            <a:off x="8096810" y="6518190"/>
            <a:ext cx="2391677" cy="241200"/>
          </a:xfrm>
          <a:prstGeom prst="rect">
            <a:avLst/>
          </a:prstGeom>
          <a:noFill/>
        </p:spPr>
        <p:txBody>
          <a:bodyPr wrap="square" lIns="0" tIns="0" rIns="0" bIns="0" rtlCol="0" anchor="ctr">
            <a:noAutofit/>
          </a:bodyPr>
          <a:lstStyle/>
          <a:p>
            <a:r>
              <a:rPr lang="en-AU" sz="800"/>
              <a:t>CRICOS code 00025B</a:t>
            </a:r>
          </a:p>
        </p:txBody>
      </p:sp>
      <p:sp>
        <p:nvSpPr>
          <p:cNvPr id="14" name="Date Placeholder 2">
            <a:extLst>
              <a:ext uri="{FF2B5EF4-FFF2-40B4-BE49-F238E27FC236}">
                <a16:creationId xmlns:a16="http://schemas.microsoft.com/office/drawing/2014/main" id="{59BA0F0A-82FA-4477-B553-959A8EFB7E8F}"/>
              </a:ext>
            </a:extLst>
          </p:cNvPr>
          <p:cNvSpPr>
            <a:spLocks noGrp="1"/>
          </p:cNvSpPr>
          <p:nvPr>
            <p:ph type="dt" sz="half" idx="2"/>
          </p:nvPr>
        </p:nvSpPr>
        <p:spPr bwMode="white">
          <a:xfrm>
            <a:off x="695325" y="151136"/>
            <a:ext cx="3384549" cy="241200"/>
          </a:xfrm>
          <a:prstGeom prst="rect">
            <a:avLst/>
          </a:prstGeom>
        </p:spPr>
        <p:txBody>
          <a:bodyPr vert="horz" lIns="0" tIns="0" rIns="0" bIns="0" rtlCol="0" anchor="t"/>
          <a:lstStyle>
            <a:lvl1pPr algn="l">
              <a:lnSpc>
                <a:spcPct val="80000"/>
              </a:lnSpc>
              <a:defRPr sz="1000">
                <a:solidFill>
                  <a:schemeClr val="bg1"/>
                </a:solidFill>
              </a:defRPr>
            </a:lvl1pPr>
          </a:lstStyle>
          <a:p>
            <a:r>
              <a:rPr lang="en-US"/>
              <a:t>[Entity Name]</a:t>
            </a:r>
            <a:endParaRPr lang="en-AU"/>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5CB261A5-F8C2-49CF-AE4B-80932D43C55C}"/>
              </a:ext>
            </a:extLst>
          </p:cNvPr>
          <p:cNvSpPr>
            <a:spLocks noGrp="1"/>
          </p:cNvSpPr>
          <p:nvPr>
            <p:ph type="dt" sz="half" idx="16"/>
          </p:nvPr>
        </p:nvSpPr>
        <p:spPr bwMode="white"/>
        <p:txBody>
          <a:bodyPr/>
          <a:lstStyle/>
          <a:p>
            <a:r>
              <a:rPr lang="en-US"/>
              <a:t>[Entity Name]</a:t>
            </a:r>
            <a:endParaRPr lang="en-AU"/>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a:t>[Subtitle]</a:t>
            </a:r>
          </a:p>
        </p:txBody>
      </p:sp>
      <p:sp>
        <p:nvSpPr>
          <p:cNvPr id="10" name="Rectangle 9">
            <a:extLst>
              <a:ext uri="{FF2B5EF4-FFF2-40B4-BE49-F238E27FC236}">
                <a16:creationId xmlns:a16="http://schemas.microsoft.com/office/drawing/2014/main" id="{D58DC2F2-9186-47D8-9B5E-AD01B90E6DD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a:p>
        </p:txBody>
      </p:sp>
      <p:sp>
        <p:nvSpPr>
          <p:cNvPr id="2" name="Date Placeholder 1">
            <a:extLst>
              <a:ext uri="{FF2B5EF4-FFF2-40B4-BE49-F238E27FC236}">
                <a16:creationId xmlns:a16="http://schemas.microsoft.com/office/drawing/2014/main" id="{129B2684-2D18-4E6D-8AA2-AD850CFD2770}"/>
              </a:ext>
            </a:extLst>
          </p:cNvPr>
          <p:cNvSpPr>
            <a:spLocks noGrp="1"/>
          </p:cNvSpPr>
          <p:nvPr>
            <p:ph type="dt" sz="half" idx="16"/>
          </p:nvPr>
        </p:nvSpPr>
        <p:spPr bwMode="white"/>
        <p:txBody>
          <a:bodyPr/>
          <a:lstStyle/>
          <a:p>
            <a:r>
              <a:rPr lang="en-US"/>
              <a:t>[Entity Name]</a:t>
            </a:r>
            <a:endParaRPr lang="en-AU"/>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a:t>[Graph title]</a:t>
            </a:r>
            <a:endParaRPr lang="en-AU"/>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a:t>[Graph title]</a:t>
            </a:r>
            <a:endParaRPr lang="en-AU"/>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a:t>[Subtitle]</a:t>
            </a:r>
          </a:p>
        </p:txBody>
      </p:sp>
      <p:sp>
        <p:nvSpPr>
          <p:cNvPr id="12" name="Rectangle 11">
            <a:extLst>
              <a:ext uri="{FF2B5EF4-FFF2-40B4-BE49-F238E27FC236}">
                <a16:creationId xmlns:a16="http://schemas.microsoft.com/office/drawing/2014/main" id="{71F7154F-DE85-4B92-BE63-FC9C5B0FC14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a:p>
        </p:txBody>
      </p:sp>
      <p:sp>
        <p:nvSpPr>
          <p:cNvPr id="2" name="Date Placeholder 1">
            <a:extLst>
              <a:ext uri="{FF2B5EF4-FFF2-40B4-BE49-F238E27FC236}">
                <a16:creationId xmlns:a16="http://schemas.microsoft.com/office/drawing/2014/main" id="{773B90A4-353C-48E3-A991-1B0A2B9809C7}"/>
              </a:ext>
            </a:extLst>
          </p:cNvPr>
          <p:cNvSpPr>
            <a:spLocks noGrp="1"/>
          </p:cNvSpPr>
          <p:nvPr>
            <p:ph type="dt" sz="half" idx="20"/>
          </p:nvPr>
        </p:nvSpPr>
        <p:spPr bwMode="white"/>
        <p:txBody>
          <a:bodyPr/>
          <a:lstStyle/>
          <a:p>
            <a:r>
              <a:rPr lang="en-US"/>
              <a:t>[Entity Name]</a:t>
            </a:r>
            <a:endParaRPr lang="en-AU"/>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Rectangle 8">
            <a:extLst>
              <a:ext uri="{FF2B5EF4-FFF2-40B4-BE49-F238E27FC236}">
                <a16:creationId xmlns:a16="http://schemas.microsoft.com/office/drawing/2014/main" id="{6BF99E85-067E-4D25-84D4-D21BC7C23B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1" name="Date Placeholder 10">
            <a:extLst>
              <a:ext uri="{FF2B5EF4-FFF2-40B4-BE49-F238E27FC236}">
                <a16:creationId xmlns:a16="http://schemas.microsoft.com/office/drawing/2014/main" id="{6104F0F0-FDFF-43C7-9188-2DB30D5D1563}"/>
              </a:ext>
            </a:extLst>
          </p:cNvPr>
          <p:cNvSpPr>
            <a:spLocks noGrp="1"/>
          </p:cNvSpPr>
          <p:nvPr>
            <p:ph type="dt" sz="half" idx="18"/>
          </p:nvPr>
        </p:nvSpPr>
        <p:spPr bwMode="white"/>
        <p:txBody>
          <a:bodyPr/>
          <a:lstStyle/>
          <a:p>
            <a:r>
              <a:rPr lang="en-US"/>
              <a:t>[Entity Name]</a:t>
            </a:r>
            <a:endParaRPr lang="en-AU"/>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a:p>
        </p:txBody>
      </p:sp>
      <p:sp>
        <p:nvSpPr>
          <p:cNvPr id="10" name="Rectangle 9">
            <a:extLst>
              <a:ext uri="{FF2B5EF4-FFF2-40B4-BE49-F238E27FC236}">
                <a16:creationId xmlns:a16="http://schemas.microsoft.com/office/drawing/2014/main" id="{FA713AAF-B990-435A-8393-8A68709805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E9B9DCCA-7638-41AF-BB97-E7C1ADB94B43}"/>
              </a:ext>
            </a:extLst>
          </p:cNvPr>
          <p:cNvSpPr>
            <a:spLocks noGrp="1"/>
          </p:cNvSpPr>
          <p:nvPr>
            <p:ph type="dt" sz="half" idx="19"/>
          </p:nvPr>
        </p:nvSpPr>
        <p:spPr bwMode="white"/>
        <p:txBody>
          <a:bodyPr/>
          <a:lstStyle/>
          <a:p>
            <a:r>
              <a:rPr lang="en-US"/>
              <a:t>[Entity Name]</a:t>
            </a:r>
            <a:endParaRPr lang="en-AU"/>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77075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Rectangle 8">
            <a:extLst>
              <a:ext uri="{FF2B5EF4-FFF2-40B4-BE49-F238E27FC236}">
                <a16:creationId xmlns:a16="http://schemas.microsoft.com/office/drawing/2014/main" id="{FB7ADCB3-94A1-487D-85FB-8FFC9CDD03A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a:p>
        </p:txBody>
      </p:sp>
      <p:sp>
        <p:nvSpPr>
          <p:cNvPr id="2" name="Date Placeholder 1">
            <a:extLst>
              <a:ext uri="{FF2B5EF4-FFF2-40B4-BE49-F238E27FC236}">
                <a16:creationId xmlns:a16="http://schemas.microsoft.com/office/drawing/2014/main" id="{25DE031C-D81B-4218-94A1-8E617EC68AED}"/>
              </a:ext>
            </a:extLst>
          </p:cNvPr>
          <p:cNvSpPr>
            <a:spLocks noGrp="1"/>
          </p:cNvSpPr>
          <p:nvPr>
            <p:ph type="dt" sz="half" idx="16"/>
          </p:nvPr>
        </p:nvSpPr>
        <p:spPr bwMode="white"/>
        <p:txBody>
          <a:bodyPr/>
          <a:lstStyle/>
          <a:p>
            <a:r>
              <a:rPr lang="en-US"/>
              <a:t>[Entity Name]</a:t>
            </a:r>
            <a:endParaRPr lang="en-AU"/>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Rectangle 10">
            <a:extLst>
              <a:ext uri="{FF2B5EF4-FFF2-40B4-BE49-F238E27FC236}">
                <a16:creationId xmlns:a16="http://schemas.microsoft.com/office/drawing/2014/main" id="{B4415799-71FD-449D-8349-3495B06EE8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a:p>
        </p:txBody>
      </p:sp>
      <p:sp>
        <p:nvSpPr>
          <p:cNvPr id="5" name="Date Placeholder 4">
            <a:extLst>
              <a:ext uri="{FF2B5EF4-FFF2-40B4-BE49-F238E27FC236}">
                <a16:creationId xmlns:a16="http://schemas.microsoft.com/office/drawing/2014/main" id="{96FEF3A4-7665-47FA-8B69-9A4F31C18B06}"/>
              </a:ext>
            </a:extLst>
          </p:cNvPr>
          <p:cNvSpPr>
            <a:spLocks noGrp="1"/>
          </p:cNvSpPr>
          <p:nvPr>
            <p:ph type="dt" sz="half" idx="16"/>
          </p:nvPr>
        </p:nvSpPr>
        <p:spPr bwMode="white"/>
        <p:txBody>
          <a:bodyPr/>
          <a:lstStyle/>
          <a:p>
            <a:r>
              <a:rPr lang="en-US"/>
              <a:t>[Entity Name]</a:t>
            </a:r>
            <a:endParaRPr lang="en-AU"/>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Click icon to add picture</a:t>
            </a:r>
            <a:br>
              <a:rPr lang="en-AU"/>
            </a:br>
            <a:br>
              <a:rPr lang="en-AU"/>
            </a:br>
            <a:br>
              <a:rPr lang="en-AU"/>
            </a:br>
            <a:endParaRPr lang="en-AU"/>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a:t>[Title]</a:t>
            </a:r>
            <a:endParaRPr lang="en-AU"/>
          </a:p>
        </p:txBody>
      </p:sp>
      <p:sp>
        <p:nvSpPr>
          <p:cNvPr id="12" name="Rectangle 11">
            <a:extLst>
              <a:ext uri="{FF2B5EF4-FFF2-40B4-BE49-F238E27FC236}">
                <a16:creationId xmlns:a16="http://schemas.microsoft.com/office/drawing/2014/main" id="{745D19A3-55E4-4A3E-B43F-B4D3EFBE1E1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Date Placeholder 3">
            <a:extLst>
              <a:ext uri="{FF2B5EF4-FFF2-40B4-BE49-F238E27FC236}">
                <a16:creationId xmlns:a16="http://schemas.microsoft.com/office/drawing/2014/main" id="{FDC7D515-B4C3-44B8-9BAA-EEF692FA5A57}"/>
              </a:ext>
            </a:extLst>
          </p:cNvPr>
          <p:cNvSpPr>
            <a:spLocks noGrp="1"/>
          </p:cNvSpPr>
          <p:nvPr>
            <p:ph type="dt" sz="half" idx="20"/>
          </p:nvPr>
        </p:nvSpPr>
        <p:spPr bwMode="white"/>
        <p:txBody>
          <a:bodyPr/>
          <a:lstStyle/>
          <a:p>
            <a:r>
              <a:rPr lang="en-US"/>
              <a:t>[Entity Name]</a:t>
            </a:r>
            <a:endParaRPr lang="en-AU"/>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Click icon to add picture</a:t>
            </a:r>
            <a:br>
              <a:rPr lang="en-AU"/>
            </a:br>
            <a:br>
              <a:rPr lang="en-AU"/>
            </a:br>
            <a:br>
              <a:rPr lang="en-AU"/>
            </a:br>
            <a:endParaRPr lang="en-AU"/>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Rectangle 10">
            <a:extLst>
              <a:ext uri="{FF2B5EF4-FFF2-40B4-BE49-F238E27FC236}">
                <a16:creationId xmlns:a16="http://schemas.microsoft.com/office/drawing/2014/main" id="{61FA6F18-A6B9-4002-9AF5-5A621B0ECEA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a:p>
        </p:txBody>
      </p:sp>
      <p:sp>
        <p:nvSpPr>
          <p:cNvPr id="2" name="Date Placeholder 1">
            <a:extLst>
              <a:ext uri="{FF2B5EF4-FFF2-40B4-BE49-F238E27FC236}">
                <a16:creationId xmlns:a16="http://schemas.microsoft.com/office/drawing/2014/main" id="{FEBC86CC-8E6A-4F6A-BC10-D9D4BF0CE880}"/>
              </a:ext>
            </a:extLst>
          </p:cNvPr>
          <p:cNvSpPr>
            <a:spLocks noGrp="1"/>
          </p:cNvSpPr>
          <p:nvPr>
            <p:ph type="dt" sz="half" idx="16"/>
          </p:nvPr>
        </p:nvSpPr>
        <p:spPr bwMode="white"/>
        <p:txBody>
          <a:bodyPr/>
          <a:lstStyle/>
          <a:p>
            <a:r>
              <a:rPr lang="en-US"/>
              <a:t>[Entity Name]</a:t>
            </a:r>
            <a:endParaRPr lang="en-AU"/>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a:t> Click icon to insert picture</a:t>
            </a:r>
          </a:p>
          <a:p>
            <a:endParaRPr lang="en-AU"/>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Rectangle 8">
            <a:extLst>
              <a:ext uri="{FF2B5EF4-FFF2-40B4-BE49-F238E27FC236}">
                <a16:creationId xmlns:a16="http://schemas.microsoft.com/office/drawing/2014/main" id="{35F1548D-4CF2-410E-9EAF-5FFD92B8BD25}"/>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a:p>
        </p:txBody>
      </p:sp>
      <p:sp>
        <p:nvSpPr>
          <p:cNvPr id="7" name="Date Placeholder 6">
            <a:extLst>
              <a:ext uri="{FF2B5EF4-FFF2-40B4-BE49-F238E27FC236}">
                <a16:creationId xmlns:a16="http://schemas.microsoft.com/office/drawing/2014/main" id="{65FC9ED7-6517-494A-9E4C-6DF78B8356C4}"/>
              </a:ext>
            </a:extLst>
          </p:cNvPr>
          <p:cNvSpPr>
            <a:spLocks noGrp="1"/>
          </p:cNvSpPr>
          <p:nvPr>
            <p:ph type="dt" sz="half" idx="14"/>
          </p:nvPr>
        </p:nvSpPr>
        <p:spPr bwMode="white"/>
        <p:txBody>
          <a:bodyPr/>
          <a:lstStyle/>
          <a:p>
            <a:r>
              <a:rPr lang="en-US"/>
              <a:t>[Entity Name]</a:t>
            </a:r>
            <a:endParaRPr lang="en-AU"/>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a:t> Click icon to insert picture</a:t>
            </a:r>
          </a:p>
          <a:p>
            <a:endParaRPr lang="en-AU"/>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Rectangle 9">
            <a:extLst>
              <a:ext uri="{FF2B5EF4-FFF2-40B4-BE49-F238E27FC236}">
                <a16:creationId xmlns:a16="http://schemas.microsoft.com/office/drawing/2014/main" id="{9ED1E0F1-AFFA-42EB-BA75-DA2D450046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a:p>
        </p:txBody>
      </p:sp>
      <p:sp>
        <p:nvSpPr>
          <p:cNvPr id="2" name="Date Placeholder 1">
            <a:extLst>
              <a:ext uri="{FF2B5EF4-FFF2-40B4-BE49-F238E27FC236}">
                <a16:creationId xmlns:a16="http://schemas.microsoft.com/office/drawing/2014/main" id="{97916337-F2DC-4078-961D-7B3BDA5209EB}"/>
              </a:ext>
            </a:extLst>
          </p:cNvPr>
          <p:cNvSpPr>
            <a:spLocks noGrp="1"/>
          </p:cNvSpPr>
          <p:nvPr>
            <p:ph type="dt" sz="half" idx="19"/>
          </p:nvPr>
        </p:nvSpPr>
        <p:spPr bwMode="white"/>
        <p:txBody>
          <a:bodyPr/>
          <a:lstStyle/>
          <a:p>
            <a:r>
              <a:rPr lang="en-US"/>
              <a:t>[Entity Name]</a:t>
            </a:r>
            <a:endParaRPr lang="en-AU"/>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a:t> Click icon to insert picture</a:t>
            </a:r>
          </a:p>
          <a:p>
            <a:endParaRPr lang="en-AU"/>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Rectangle 9">
            <a:extLst>
              <a:ext uri="{FF2B5EF4-FFF2-40B4-BE49-F238E27FC236}">
                <a16:creationId xmlns:a16="http://schemas.microsoft.com/office/drawing/2014/main" id="{1FE2A31D-86B6-46B8-BB44-FE4A0151AFEC}"/>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a:p>
        </p:txBody>
      </p:sp>
      <p:sp>
        <p:nvSpPr>
          <p:cNvPr id="2" name="Date Placeholder 1">
            <a:extLst>
              <a:ext uri="{FF2B5EF4-FFF2-40B4-BE49-F238E27FC236}">
                <a16:creationId xmlns:a16="http://schemas.microsoft.com/office/drawing/2014/main" id="{A50D441B-BAF3-4DDF-A5CD-A8E786E8FAAC}"/>
              </a:ext>
            </a:extLst>
          </p:cNvPr>
          <p:cNvSpPr>
            <a:spLocks noGrp="1"/>
          </p:cNvSpPr>
          <p:nvPr>
            <p:ph type="dt" sz="half" idx="19"/>
          </p:nvPr>
        </p:nvSpPr>
        <p:spPr bwMode="white"/>
        <p:txBody>
          <a:bodyPr/>
          <a:lstStyle/>
          <a:p>
            <a:r>
              <a:rPr lang="en-US"/>
              <a:t>[Entity Name]</a:t>
            </a:r>
            <a:endParaRPr lang="en-AU"/>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a:t> Click icon to insert picture</a:t>
            </a:r>
          </a:p>
          <a:p>
            <a:endParaRPr lang="en-AU"/>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0FD0FAE-3953-4EE5-ADCD-BB5BCA72CF76}"/>
              </a:ext>
            </a:extLst>
          </p:cNvPr>
          <p:cNvSpPr>
            <a:spLocks noGrp="1"/>
          </p:cNvSpPr>
          <p:nvPr>
            <p:ph type="dt" sz="half" idx="14"/>
          </p:nvPr>
        </p:nvSpPr>
        <p:spPr>
          <a:xfrm>
            <a:off x="695325" y="151136"/>
            <a:ext cx="2376000" cy="241200"/>
          </a:xfrm>
          <a:prstGeom prst="rect">
            <a:avLst/>
          </a:prstGeom>
        </p:spPr>
        <p:txBody>
          <a:bodyPr/>
          <a:lstStyle/>
          <a:p>
            <a:pPr algn="l"/>
            <a:r>
              <a:rPr lang="en-US"/>
              <a:t>[Entity Name]</a:t>
            </a:r>
            <a:endParaRPr lang="en-AU"/>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a:solidFill>
                  <a:schemeClr val="bg1"/>
                </a:solidFill>
              </a:rPr>
              <a:t>For this slide design, you can change the background colour</a:t>
            </a:r>
          </a:p>
          <a:p>
            <a:r>
              <a:rPr lang="en-AU" sz="1400">
                <a:solidFill>
                  <a:schemeClr val="bg1"/>
                </a:solidFill>
              </a:rPr>
              <a:t>by right-clicking somewhere on the slide, not in a content placeholder.</a:t>
            </a:r>
          </a:p>
          <a:p>
            <a:r>
              <a:rPr lang="en-US" sz="1400">
                <a:solidFill>
                  <a:schemeClr val="bg1"/>
                </a:solidFill>
              </a:rPr>
              <a:t>‘Format Background</a:t>
            </a:r>
          </a:p>
          <a:p>
            <a:r>
              <a:rPr lang="en-US" sz="1400">
                <a:solidFill>
                  <a:schemeClr val="bg1"/>
                </a:solidFill>
              </a:rPr>
              <a:t>Under the ‘Fill’ menu, ‘change ‘Solid fill’ to a </a:t>
            </a:r>
            <a:r>
              <a:rPr lang="en-US" sz="1400" err="1">
                <a:solidFill>
                  <a:schemeClr val="bg1"/>
                </a:solidFill>
              </a:rPr>
              <a:t>colour</a:t>
            </a:r>
            <a:r>
              <a:rPr lang="en-US" sz="1400">
                <a:solidFill>
                  <a:schemeClr val="bg1"/>
                </a:solidFill>
              </a:rPr>
              <a:t> from the palette</a:t>
            </a:r>
            <a:endParaRPr lang="en-AU" sz="140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a:t> Click icon to insert picture</a:t>
            </a:r>
          </a:p>
          <a:p>
            <a:endParaRPr lang="en-AU"/>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a:p>
        </p:txBody>
      </p:sp>
      <p:sp>
        <p:nvSpPr>
          <p:cNvPr id="5" name="Date Placeholder 4">
            <a:extLst>
              <a:ext uri="{FF2B5EF4-FFF2-40B4-BE49-F238E27FC236}">
                <a16:creationId xmlns:a16="http://schemas.microsoft.com/office/drawing/2014/main" id="{26E4E8D8-7819-4122-838F-7CED981EC3B0}"/>
              </a:ext>
            </a:extLst>
          </p:cNvPr>
          <p:cNvSpPr>
            <a:spLocks noGrp="1"/>
          </p:cNvSpPr>
          <p:nvPr>
            <p:ph type="dt" sz="half" idx="16"/>
          </p:nvPr>
        </p:nvSpPr>
        <p:spPr>
          <a:xfrm>
            <a:off x="695325" y="151136"/>
            <a:ext cx="2376000" cy="241200"/>
          </a:xfrm>
          <a:prstGeom prst="rect">
            <a:avLst/>
          </a:prstGeom>
        </p:spPr>
        <p:txBody>
          <a:bodyPr/>
          <a:lstStyle/>
          <a:p>
            <a:pPr algn="l"/>
            <a:r>
              <a:rPr lang="en-US"/>
              <a:t>[Entity Name]</a:t>
            </a:r>
            <a:endParaRPr lang="en-AU"/>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a:solidFill>
                  <a:schemeClr val="bg1"/>
                </a:solidFill>
              </a:rPr>
              <a:t>For this slide design, you can change the background colour</a:t>
            </a:r>
          </a:p>
          <a:p>
            <a:r>
              <a:rPr lang="en-AU" sz="1400">
                <a:solidFill>
                  <a:schemeClr val="bg1"/>
                </a:solidFill>
              </a:rPr>
              <a:t>by right-clicking somewhere on the slide, not in a content placeholder.</a:t>
            </a:r>
          </a:p>
          <a:p>
            <a:r>
              <a:rPr lang="en-US" sz="1400">
                <a:solidFill>
                  <a:schemeClr val="bg1"/>
                </a:solidFill>
              </a:rPr>
              <a:t>‘Format Background</a:t>
            </a:r>
          </a:p>
          <a:p>
            <a:r>
              <a:rPr lang="en-US" sz="1400">
                <a:solidFill>
                  <a:schemeClr val="bg1"/>
                </a:solidFill>
              </a:rPr>
              <a:t>Under the ‘Fill’ menu, ‘change ‘Solid fill’ to a </a:t>
            </a:r>
            <a:r>
              <a:rPr lang="en-US" sz="1400" err="1">
                <a:solidFill>
                  <a:schemeClr val="bg1"/>
                </a:solidFill>
              </a:rPr>
              <a:t>colour</a:t>
            </a:r>
            <a:r>
              <a:rPr lang="en-US" sz="1400">
                <a:solidFill>
                  <a:schemeClr val="bg1"/>
                </a:solidFill>
              </a:rPr>
              <a:t> from the palette</a:t>
            </a:r>
            <a:endParaRPr lang="en-AU" sz="140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a:t> </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a:solidFill>
                  <a:schemeClr val="bg1"/>
                </a:solidFill>
              </a:rPr>
              <a:t>For this slide design, you can change the background colour</a:t>
            </a:r>
          </a:p>
          <a:p>
            <a:r>
              <a:rPr lang="en-AU" sz="140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a:t> Click icon to insert picture</a:t>
            </a:r>
          </a:p>
          <a:p>
            <a:endParaRPr lang="en-AU"/>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a:t>Click to edit Master title style</a:t>
            </a:r>
            <a:endParaRPr lang="en-AU"/>
          </a:p>
        </p:txBody>
      </p:sp>
      <p:sp>
        <p:nvSpPr>
          <p:cNvPr id="6" name="Date Placeholder 5">
            <a:extLst>
              <a:ext uri="{FF2B5EF4-FFF2-40B4-BE49-F238E27FC236}">
                <a16:creationId xmlns:a16="http://schemas.microsoft.com/office/drawing/2014/main" id="{9AD53B17-CFA2-4153-BA9B-6F2B6C1F6005}"/>
              </a:ext>
            </a:extLst>
          </p:cNvPr>
          <p:cNvSpPr>
            <a:spLocks noGrp="1"/>
          </p:cNvSpPr>
          <p:nvPr>
            <p:ph type="dt" sz="half" idx="19"/>
          </p:nvPr>
        </p:nvSpPr>
        <p:spPr bwMode="white">
          <a:xfrm>
            <a:off x="695325" y="151136"/>
            <a:ext cx="2376000" cy="241200"/>
          </a:xfrm>
          <a:prstGeom prst="rect">
            <a:avLst/>
          </a:prstGeom>
        </p:spPr>
        <p:txBody>
          <a:bodyPr/>
          <a:lstStyle/>
          <a:p>
            <a:r>
              <a:rPr lang="en-US"/>
              <a:t>[Entity Name]</a:t>
            </a:r>
            <a:endParaRPr lang="en-AU"/>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a:t> Click icon to insert picture</a:t>
            </a:r>
          </a:p>
          <a:p>
            <a:endParaRPr lang="en-AU"/>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a:t> Click icon to insert picture</a:t>
            </a:r>
          </a:p>
          <a:p>
            <a:endParaRPr lang="en-AU"/>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a:t> Click icon to insert picture</a:t>
            </a:r>
          </a:p>
          <a:p>
            <a:endParaRPr lang="en-AU"/>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a:t> Click icon to insert picture</a:t>
            </a:r>
          </a:p>
          <a:p>
            <a:endParaRPr lang="en-AU"/>
          </a:p>
        </p:txBody>
      </p:sp>
      <p:sp>
        <p:nvSpPr>
          <p:cNvPr id="14" name="Rectangle 13">
            <a:extLst>
              <a:ext uri="{FF2B5EF4-FFF2-40B4-BE49-F238E27FC236}">
                <a16:creationId xmlns:a16="http://schemas.microsoft.com/office/drawing/2014/main" id="{377D8A62-4A58-4C23-B0E5-AEF193611E4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a:p>
        </p:txBody>
      </p:sp>
      <p:sp>
        <p:nvSpPr>
          <p:cNvPr id="2" name="Date Placeholder 1">
            <a:extLst>
              <a:ext uri="{FF2B5EF4-FFF2-40B4-BE49-F238E27FC236}">
                <a16:creationId xmlns:a16="http://schemas.microsoft.com/office/drawing/2014/main" id="{C0CA8BB8-1B5E-4246-8A55-FAB9C1E84DFA}"/>
              </a:ext>
            </a:extLst>
          </p:cNvPr>
          <p:cNvSpPr>
            <a:spLocks noGrp="1"/>
          </p:cNvSpPr>
          <p:nvPr>
            <p:ph type="dt" sz="half" idx="19"/>
          </p:nvPr>
        </p:nvSpPr>
        <p:spPr bwMode="white"/>
        <p:txBody>
          <a:bodyPr/>
          <a:lstStyle/>
          <a:p>
            <a:r>
              <a:rPr lang="en-US"/>
              <a:t>[Entity Name]</a:t>
            </a:r>
            <a:endParaRPr lang="en-AU"/>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a:t>Click icon to insert picture</a:t>
            </a:r>
          </a:p>
          <a:p>
            <a:endParaRPr lang="en-AU"/>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a:t>Click icon to insert picture</a:t>
            </a:r>
          </a:p>
          <a:p>
            <a:endParaRPr lang="en-AU"/>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a:t>Click icon to insert picture</a:t>
            </a:r>
          </a:p>
          <a:p>
            <a:endParaRPr lang="en-AU"/>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4" name="Rectangle 13">
            <a:extLst>
              <a:ext uri="{FF2B5EF4-FFF2-40B4-BE49-F238E27FC236}">
                <a16:creationId xmlns:a16="http://schemas.microsoft.com/office/drawing/2014/main" id="{2DC1E423-DB93-432A-8BB7-4B2613DBF94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a:p>
        </p:txBody>
      </p:sp>
      <p:sp>
        <p:nvSpPr>
          <p:cNvPr id="2" name="Date Placeholder 1">
            <a:extLst>
              <a:ext uri="{FF2B5EF4-FFF2-40B4-BE49-F238E27FC236}">
                <a16:creationId xmlns:a16="http://schemas.microsoft.com/office/drawing/2014/main" id="{28AC1DC6-F03F-4189-B5B9-2FF38EB9C0E6}"/>
              </a:ext>
            </a:extLst>
          </p:cNvPr>
          <p:cNvSpPr>
            <a:spLocks noGrp="1"/>
          </p:cNvSpPr>
          <p:nvPr>
            <p:ph type="dt" sz="half" idx="22"/>
          </p:nvPr>
        </p:nvSpPr>
        <p:spPr bwMode="white"/>
        <p:txBody>
          <a:bodyPr/>
          <a:lstStyle/>
          <a:p>
            <a:r>
              <a:rPr lang="en-US"/>
              <a:t>[Entity Name]</a:t>
            </a:r>
            <a:endParaRPr lang="en-AU"/>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a:t>Click icon to insert icon</a:t>
            </a:r>
          </a:p>
          <a:p>
            <a:endParaRPr lang="en-AU"/>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a:t>Click icon to insert icon</a:t>
            </a:r>
          </a:p>
          <a:p>
            <a:endParaRPr lang="en-AU"/>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a:t>Click icon to insert icon</a:t>
            </a:r>
          </a:p>
          <a:p>
            <a:endParaRPr lang="en-AU"/>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a:t>Click icon to insert icon</a:t>
            </a:r>
          </a:p>
          <a:p>
            <a:endParaRPr lang="en-AU"/>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a:t>Click icon to insert icon</a:t>
            </a:r>
          </a:p>
          <a:p>
            <a:endParaRPr lang="en-AU"/>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a:t>Click icon to insert icon</a:t>
            </a:r>
          </a:p>
          <a:p>
            <a:endParaRPr lang="en-AU"/>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a:p>
        </p:txBody>
      </p:sp>
      <p:sp>
        <p:nvSpPr>
          <p:cNvPr id="2" name="Date Placeholder 1">
            <a:extLst>
              <a:ext uri="{FF2B5EF4-FFF2-40B4-BE49-F238E27FC236}">
                <a16:creationId xmlns:a16="http://schemas.microsoft.com/office/drawing/2014/main" id="{38C7AECD-2D0A-4301-9CB8-B765D71F0B6B}"/>
              </a:ext>
            </a:extLst>
          </p:cNvPr>
          <p:cNvSpPr>
            <a:spLocks noGrp="1"/>
          </p:cNvSpPr>
          <p:nvPr>
            <p:ph type="dt" sz="half" idx="38"/>
          </p:nvPr>
        </p:nvSpPr>
        <p:spPr bwMode="white"/>
        <p:txBody>
          <a:bodyPr/>
          <a:lstStyle/>
          <a:p>
            <a:r>
              <a:rPr lang="en-US"/>
              <a:t>[Entity Name]</a:t>
            </a:r>
            <a:endParaRPr lang="en-AU"/>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a:p>
        </p:txBody>
      </p:sp>
      <p:sp>
        <p:nvSpPr>
          <p:cNvPr id="2" name="Date Placeholder 1">
            <a:extLst>
              <a:ext uri="{FF2B5EF4-FFF2-40B4-BE49-F238E27FC236}">
                <a16:creationId xmlns:a16="http://schemas.microsoft.com/office/drawing/2014/main" id="{85E88FC7-59B6-4EA9-ABA6-E3BB2E23FF81}"/>
              </a:ext>
            </a:extLst>
          </p:cNvPr>
          <p:cNvSpPr>
            <a:spLocks noGrp="1"/>
          </p:cNvSpPr>
          <p:nvPr>
            <p:ph type="dt" sz="half" idx="39"/>
          </p:nvPr>
        </p:nvSpPr>
        <p:spPr bwMode="white"/>
        <p:txBody>
          <a:bodyPr/>
          <a:lstStyle/>
          <a:p>
            <a:r>
              <a:rPr lang="en-US"/>
              <a:t>[Entity Name]</a:t>
            </a:r>
            <a:endParaRPr lang="en-AU"/>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Rectangle 8">
            <a:extLst>
              <a:ext uri="{FF2B5EF4-FFF2-40B4-BE49-F238E27FC236}">
                <a16:creationId xmlns:a16="http://schemas.microsoft.com/office/drawing/2014/main" id="{6DD1DFD8-8A09-48BC-87A4-4F57F6D6FE1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a:t>to edit Master title style</a:t>
            </a:r>
            <a:endParaRPr lang="en-AU"/>
          </a:p>
        </p:txBody>
      </p:sp>
      <p:sp>
        <p:nvSpPr>
          <p:cNvPr id="6" name="Date Placeholder 5">
            <a:extLst>
              <a:ext uri="{FF2B5EF4-FFF2-40B4-BE49-F238E27FC236}">
                <a16:creationId xmlns:a16="http://schemas.microsoft.com/office/drawing/2014/main" id="{69AFECAB-12EA-4AAC-BBB9-72070BF5947B}"/>
              </a:ext>
            </a:extLst>
          </p:cNvPr>
          <p:cNvSpPr>
            <a:spLocks noGrp="1"/>
          </p:cNvSpPr>
          <p:nvPr>
            <p:ph type="dt" sz="half" idx="18"/>
          </p:nvPr>
        </p:nvSpPr>
        <p:spPr bwMode="white"/>
        <p:txBody>
          <a:bodyPr/>
          <a:lstStyle/>
          <a:p>
            <a:r>
              <a:rPr lang="en-US"/>
              <a:t>[Entity Name]</a:t>
            </a:r>
            <a:endParaRPr lang="en-AU"/>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a:p>
        </p:txBody>
      </p:sp>
      <p:sp>
        <p:nvSpPr>
          <p:cNvPr id="12" name="Rectangle 11">
            <a:extLst>
              <a:ext uri="{FF2B5EF4-FFF2-40B4-BE49-F238E27FC236}">
                <a16:creationId xmlns:a16="http://schemas.microsoft.com/office/drawing/2014/main" id="{F2CACF9F-55D3-4152-BDFF-84674C07B2B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BEEBA455-94D3-4DB8-AAFA-811D610E138C}"/>
              </a:ext>
            </a:extLst>
          </p:cNvPr>
          <p:cNvSpPr>
            <a:spLocks noGrp="1"/>
          </p:cNvSpPr>
          <p:nvPr>
            <p:ph type="dt" sz="half" idx="20"/>
          </p:nvPr>
        </p:nvSpPr>
        <p:spPr bwMode="white"/>
        <p:txBody>
          <a:bodyPr/>
          <a:lstStyle/>
          <a:p>
            <a:r>
              <a:rPr lang="en-US"/>
              <a:t>[Entity Name]</a:t>
            </a:r>
            <a:endParaRPr lang="en-AU"/>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a:p>
        </p:txBody>
      </p:sp>
      <p:sp>
        <p:nvSpPr>
          <p:cNvPr id="11" name="Rectangle 10">
            <a:extLst>
              <a:ext uri="{FF2B5EF4-FFF2-40B4-BE49-F238E27FC236}">
                <a16:creationId xmlns:a16="http://schemas.microsoft.com/office/drawing/2014/main" id="{2DA7A291-5EAC-486D-928E-F46ED8B55AD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Date Placeholder 5">
            <a:extLst>
              <a:ext uri="{FF2B5EF4-FFF2-40B4-BE49-F238E27FC236}">
                <a16:creationId xmlns:a16="http://schemas.microsoft.com/office/drawing/2014/main" id="{B7E5C78F-E1DA-41DF-B969-597539E60F5D}"/>
              </a:ext>
            </a:extLst>
          </p:cNvPr>
          <p:cNvSpPr>
            <a:spLocks noGrp="1"/>
          </p:cNvSpPr>
          <p:nvPr>
            <p:ph type="dt" sz="half" idx="18"/>
          </p:nvPr>
        </p:nvSpPr>
        <p:spPr bwMode="white"/>
        <p:txBody>
          <a:bodyPr/>
          <a:lstStyle/>
          <a:p>
            <a:r>
              <a:rPr lang="en-US"/>
              <a:t>[Entity Name]</a:t>
            </a:r>
            <a:endParaRPr lang="en-AU"/>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a:p>
        </p:txBody>
      </p:sp>
      <p:sp>
        <p:nvSpPr>
          <p:cNvPr id="10" name="Rectangle 9">
            <a:extLst>
              <a:ext uri="{FF2B5EF4-FFF2-40B4-BE49-F238E27FC236}">
                <a16:creationId xmlns:a16="http://schemas.microsoft.com/office/drawing/2014/main" id="{13000394-8C62-4535-AFCB-49065079CFAF}"/>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9C8F0C86-E17F-4FB6-93F4-7CD03DCBD834}"/>
              </a:ext>
            </a:extLst>
          </p:cNvPr>
          <p:cNvSpPr>
            <a:spLocks noGrp="1"/>
          </p:cNvSpPr>
          <p:nvPr>
            <p:ph type="dt" sz="half" idx="18"/>
          </p:nvPr>
        </p:nvSpPr>
        <p:spPr bwMode="white"/>
        <p:txBody>
          <a:bodyPr/>
          <a:lstStyle/>
          <a:p>
            <a:r>
              <a:rPr lang="en-US"/>
              <a:t>[Entity Name]</a:t>
            </a:r>
            <a:endParaRPr lang="en-AU"/>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0E118496-7854-4AD0-8A2D-922EA1AA164D}"/>
              </a:ext>
            </a:extLst>
          </p:cNvPr>
          <p:cNvSpPr>
            <a:spLocks noGrp="1"/>
          </p:cNvSpPr>
          <p:nvPr>
            <p:ph type="dt" sz="half" idx="22"/>
          </p:nvPr>
        </p:nvSpPr>
        <p:spPr bwMode="white"/>
        <p:txBody>
          <a:bodyPr/>
          <a:lstStyle/>
          <a:p>
            <a:r>
              <a:rPr lang="en-US"/>
              <a:t>[Entity Name]</a:t>
            </a:r>
            <a:endParaRPr lang="en-AU"/>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a:t> </a:t>
            </a:r>
            <a:endParaRPr lang="en-AU"/>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a:t>Fifth level</a:t>
            </a:r>
            <a:endParaRPr lang="en-AU"/>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a:p>
        </p:txBody>
      </p:sp>
      <p:sp>
        <p:nvSpPr>
          <p:cNvPr id="17" name="Rectangle 16">
            <a:extLst>
              <a:ext uri="{FF2B5EF4-FFF2-40B4-BE49-F238E27FC236}">
                <a16:creationId xmlns:a16="http://schemas.microsoft.com/office/drawing/2014/main" id="{FB3B4A2E-6294-4DC9-8779-3231A7E9B5C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41F506F8-588F-4C50-8AA3-03099347931D}"/>
              </a:ext>
            </a:extLst>
          </p:cNvPr>
          <p:cNvSpPr>
            <a:spLocks noGrp="1"/>
          </p:cNvSpPr>
          <p:nvPr>
            <p:ph type="dt" sz="half" idx="24"/>
          </p:nvPr>
        </p:nvSpPr>
        <p:spPr bwMode="white"/>
        <p:txBody>
          <a:bodyPr/>
          <a:lstStyle/>
          <a:p>
            <a:r>
              <a:rPr lang="en-US"/>
              <a:t>[Entity Name]</a:t>
            </a:r>
            <a:endParaRPr lang="en-AU"/>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a:t> </a:t>
            </a:r>
            <a:endParaRPr lang="en-AU"/>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a:p>
        </p:txBody>
      </p:sp>
      <p:sp>
        <p:nvSpPr>
          <p:cNvPr id="15" name="Rectangle 14">
            <a:extLst>
              <a:ext uri="{FF2B5EF4-FFF2-40B4-BE49-F238E27FC236}">
                <a16:creationId xmlns:a16="http://schemas.microsoft.com/office/drawing/2014/main" id="{301F3FBD-B2FA-4ECC-94B3-AE0A46E7AD4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a:t>[Subtitle]</a:t>
            </a:r>
          </a:p>
        </p:txBody>
      </p:sp>
      <p:sp>
        <p:nvSpPr>
          <p:cNvPr id="2" name="Date Placeholder 1">
            <a:extLst>
              <a:ext uri="{FF2B5EF4-FFF2-40B4-BE49-F238E27FC236}">
                <a16:creationId xmlns:a16="http://schemas.microsoft.com/office/drawing/2014/main" id="{F89382FB-62F4-4C2A-91A5-943967894D42}"/>
              </a:ext>
            </a:extLst>
          </p:cNvPr>
          <p:cNvSpPr>
            <a:spLocks noGrp="1"/>
          </p:cNvSpPr>
          <p:nvPr>
            <p:ph type="dt" sz="half" idx="32"/>
          </p:nvPr>
        </p:nvSpPr>
        <p:spPr bwMode="white"/>
        <p:txBody>
          <a:bodyPr/>
          <a:lstStyle/>
          <a:p>
            <a:r>
              <a:rPr lang="en-US"/>
              <a:t>[Entity Name]</a:t>
            </a:r>
            <a:endParaRPr lang="en-AU"/>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a:p>
        </p:txBody>
      </p:sp>
      <p:sp>
        <p:nvSpPr>
          <p:cNvPr id="9" name="Rectangle 8">
            <a:extLst>
              <a:ext uri="{FF2B5EF4-FFF2-40B4-BE49-F238E27FC236}">
                <a16:creationId xmlns:a16="http://schemas.microsoft.com/office/drawing/2014/main" id="{547FA311-E5C8-49FB-A70D-B5D69EF896F4}"/>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Date Placeholder 2">
            <a:extLst>
              <a:ext uri="{FF2B5EF4-FFF2-40B4-BE49-F238E27FC236}">
                <a16:creationId xmlns:a16="http://schemas.microsoft.com/office/drawing/2014/main" id="{6D83B7EB-0921-47FC-BB02-41C5175DD7EB}"/>
              </a:ext>
            </a:extLst>
          </p:cNvPr>
          <p:cNvSpPr>
            <a:spLocks noGrp="1"/>
          </p:cNvSpPr>
          <p:nvPr>
            <p:ph type="dt" sz="half" idx="16"/>
          </p:nvPr>
        </p:nvSpPr>
        <p:spPr bwMode="white"/>
        <p:txBody>
          <a:bodyPr/>
          <a:lstStyle/>
          <a:p>
            <a:r>
              <a:rPr lang="en-US"/>
              <a:t>[Entity Name]</a:t>
            </a:r>
            <a:endParaRPr lang="en-AU"/>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a:p>
        </p:txBody>
      </p:sp>
    </p:spTree>
    <p:extLst>
      <p:ext uri="{BB962C8B-B14F-4D97-AF65-F5344CB8AC3E}">
        <p14:creationId xmlns:p14="http://schemas.microsoft.com/office/powerpoint/2010/main" val="98070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userDrawn="1"/>
        </p:nvPicPr>
        <p:blipFill rotWithShape="1">
          <a:blip r:embed="rId2"/>
          <a:srcRect r="42155"/>
          <a:stretch/>
        </p:blipFill>
        <p:spPr>
          <a:xfrm>
            <a:off x="10271272" y="152896"/>
            <a:ext cx="1237347" cy="324000"/>
          </a:xfrm>
          <a:prstGeom prst="rect">
            <a:avLst/>
          </a:prstGeom>
        </p:spPr>
      </p:pic>
    </p:spTree>
    <p:extLst>
      <p:ext uri="{BB962C8B-B14F-4D97-AF65-F5344CB8AC3E}">
        <p14:creationId xmlns:p14="http://schemas.microsoft.com/office/powerpoint/2010/main" val="233513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a:t>Click to edit Master title style</a:t>
            </a:r>
            <a:endParaRPr lang="en-AU"/>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a:t>Click to edit </a:t>
            </a:r>
            <a:br>
              <a:rPr lang="en-US"/>
            </a:br>
            <a:r>
              <a:rPr lang="en-US"/>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a:t> Click icon to insert picture</a:t>
            </a:r>
          </a:p>
          <a:p>
            <a:endParaRPr lang="en-AU"/>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22177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userDrawn="1">
  <p:cSld name="Cover 4">
    <p:spTree>
      <p:nvGrpSpPr>
        <p:cNvPr id="1" name=""/>
        <p:cNvGrpSpPr/>
        <p:nvPr/>
      </p:nvGrpSpPr>
      <p:grpSpPr bwMode="auto">
        <a:xfrm>
          <a:off x="0" y="0"/>
          <a:ext cx="0" cy="0"/>
          <a:chOff x="0" y="0"/>
          <a:chExt cx="0" cy="0"/>
        </a:xfrm>
      </p:grpSpPr>
      <p:sp>
        <p:nvSpPr>
          <p:cNvPr id="12" name="Picture Placeholder 11"/>
          <p:cNvSpPr>
            <a:spLocks noGrp="1"/>
          </p:cNvSpPr>
          <p:nvPr>
            <p:ph type="pic" sz="quarter" idx="10" hasCustomPrompt="1"/>
          </p:nvPr>
        </p:nvSpPr>
        <p:spPr bwMode="auto">
          <a:xfrm>
            <a:off x="0" y="-1"/>
            <a:ext cx="12192000" cy="6858000"/>
          </a:xfrm>
          <a:custGeom>
            <a:avLst/>
            <a:gdLst>
              <a:gd name="connsiteX0" fmla="*/ 0 w 12192000"/>
              <a:gd name="connsiteY0" fmla="*/ 0 h 6858000"/>
              <a:gd name="connsiteX1" fmla="*/ 12192000 w 12192000"/>
              <a:gd name="connsiteY1" fmla="*/ 0 h 6858000"/>
              <a:gd name="connsiteX2" fmla="*/ 12192000 w 12192000"/>
              <a:gd name="connsiteY2" fmla="*/ 5721070 h 6858000"/>
              <a:gd name="connsiteX3" fmla="*/ 12186138 w 12192000"/>
              <a:gd name="connsiteY3" fmla="*/ 5718751 h 6858000"/>
              <a:gd name="connsiteX4" fmla="*/ 10955864 w 12192000"/>
              <a:gd name="connsiteY4" fmla="*/ 5756506 h 6858000"/>
              <a:gd name="connsiteX5" fmla="*/ 9954919 w 12192000"/>
              <a:gd name="connsiteY5" fmla="*/ 6602264 h 6858000"/>
              <a:gd name="connsiteX6" fmla="*/ 10882585 w 12192000"/>
              <a:gd name="connsiteY6" fmla="*/ 6438350 h 6858000"/>
              <a:gd name="connsiteX7" fmla="*/ 12075467 w 12192000"/>
              <a:gd name="connsiteY7" fmla="*/ 6833851 h 6858000"/>
              <a:gd name="connsiteX8" fmla="*/ 12192000 w 12192000"/>
              <a:gd name="connsiteY8" fmla="*/ 6856289 h 6858000"/>
              <a:gd name="connsiteX9" fmla="*/ 12192000 w 12192000"/>
              <a:gd name="connsiteY9" fmla="*/ 6857828 h 6858000"/>
              <a:gd name="connsiteX10" fmla="*/ 9492599 w 12192000"/>
              <a:gd name="connsiteY10" fmla="*/ 6857828 h 6858000"/>
              <a:gd name="connsiteX11" fmla="*/ 9492599 w 12192000"/>
              <a:gd name="connsiteY11" fmla="*/ 6858000 h 6858000"/>
              <a:gd name="connsiteX12" fmla="*/ 2707755 w 12192000"/>
              <a:gd name="connsiteY12" fmla="*/ 6858000 h 6858000"/>
              <a:gd name="connsiteX13" fmla="*/ 2707755 w 12192000"/>
              <a:gd name="connsiteY13" fmla="*/ 6857828 h 6858000"/>
              <a:gd name="connsiteX14" fmla="*/ 2547169 w 12192000"/>
              <a:gd name="connsiteY14" fmla="*/ 6857828 h 6858000"/>
              <a:gd name="connsiteX15" fmla="*/ 11945 w 12192000"/>
              <a:gd name="connsiteY15" fmla="*/ 4175843 h 6858000"/>
              <a:gd name="connsiteX16" fmla="*/ 0 w 12192000"/>
              <a:gd name="connsiteY16" fmla="*/ 39522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extrusionOk="0">
                <a:moveTo>
                  <a:pt x="0" y="0"/>
                </a:moveTo>
                <a:lnTo>
                  <a:pt x="12192000" y="0"/>
                </a:lnTo>
                <a:lnTo>
                  <a:pt x="12192000" y="5721070"/>
                </a:lnTo>
                <a:lnTo>
                  <a:pt x="12186138" y="5718751"/>
                </a:lnTo>
                <a:cubicBezTo>
                  <a:pt x="12086101" y="5677947"/>
                  <a:pt x="11534007" y="5452021"/>
                  <a:pt x="10955864" y="5756506"/>
                </a:cubicBezTo>
                <a:cubicBezTo>
                  <a:pt x="10640823" y="5922248"/>
                  <a:pt x="10012263" y="6533856"/>
                  <a:pt x="9954919" y="6602264"/>
                </a:cubicBezTo>
                <a:cubicBezTo>
                  <a:pt x="10216776" y="6381513"/>
                  <a:pt x="10337759" y="6273116"/>
                  <a:pt x="10882585" y="6438350"/>
                </a:cubicBezTo>
                <a:cubicBezTo>
                  <a:pt x="11303004" y="6565612"/>
                  <a:pt x="11762665" y="6759547"/>
                  <a:pt x="12075467" y="6833851"/>
                </a:cubicBezTo>
                <a:lnTo>
                  <a:pt x="12192000" y="6856289"/>
                </a:lnTo>
                <a:lnTo>
                  <a:pt x="12192000" y="6857828"/>
                </a:lnTo>
                <a:lnTo>
                  <a:pt x="9492599" y="6857828"/>
                </a:lnTo>
                <a:lnTo>
                  <a:pt x="9492599" y="6858000"/>
                </a:lnTo>
                <a:lnTo>
                  <a:pt x="2707755" y="6858000"/>
                </a:lnTo>
                <a:lnTo>
                  <a:pt x="2707755" y="6857828"/>
                </a:lnTo>
                <a:lnTo>
                  <a:pt x="2547169" y="6857828"/>
                </a:lnTo>
                <a:cubicBezTo>
                  <a:pt x="1155955" y="6434499"/>
                  <a:pt x="134227" y="5325633"/>
                  <a:pt x="11945" y="4175843"/>
                </a:cubicBezTo>
                <a:lnTo>
                  <a:pt x="0" y="3952297"/>
                </a:lnTo>
                <a:close/>
              </a:path>
            </a:pathLst>
          </a:custGeom>
          <a:solidFill>
            <a:schemeClr val="bg1">
              <a:lumMod val="95000"/>
            </a:schemeClr>
          </a:solidFill>
        </p:spPr>
        <p:txBody>
          <a:bodyPr wrap="square">
            <a:noAutofit/>
          </a:bodyPr>
          <a:lstStyle>
            <a:lvl1pPr>
              <a:defRPr/>
            </a:lvl1pPr>
          </a:lstStyle>
          <a:p>
            <a:pPr>
              <a:defRPr/>
            </a:pPr>
            <a:r>
              <a:rPr lang="en-AU"/>
              <a:t>Insert image and send to back</a:t>
            </a:r>
            <a:endParaRPr/>
          </a:p>
        </p:txBody>
      </p:sp>
      <p:sp>
        <p:nvSpPr>
          <p:cNvPr id="17" name="Title 1"/>
          <p:cNvSpPr>
            <a:spLocks noGrp="1"/>
          </p:cNvSpPr>
          <p:nvPr>
            <p:ph type="title" hasCustomPrompt="1"/>
          </p:nvPr>
        </p:nvSpPr>
        <p:spPr bwMode="auto">
          <a:xfrm>
            <a:off x="1703512" y="2012081"/>
            <a:ext cx="5112568" cy="1296144"/>
          </a:xfrm>
        </p:spPr>
        <p:txBody>
          <a:bodyPr vert="horz" lIns="0" tIns="0" rIns="0" bIns="0" rtlCol="0" anchor="t">
            <a:noAutofit/>
          </a:bodyPr>
          <a:lstStyle>
            <a:lvl1pPr>
              <a:defRPr lang="en-AU" sz="4300" i="0" u="none" strike="noStrike" cap="none" spc="-200">
                <a:ln>
                  <a:noFill/>
                </a:ln>
                <a:solidFill>
                  <a:schemeClr val="bg1"/>
                </a:solidFill>
                <a:latin typeface="+mj-lt"/>
              </a:defRPr>
            </a:lvl1pPr>
          </a:lstStyle>
          <a:p>
            <a:pPr marL="0" marR="0" lvl="0" indent="0">
              <a:spcAft>
                <a:spcPts val="0"/>
              </a:spcAft>
              <a:buClrTx/>
              <a:buSzTx/>
              <a:buFontTx/>
              <a:defRPr/>
            </a:pPr>
            <a:r>
              <a:rPr lang="en-US"/>
              <a:t>Presentation title goes here</a:t>
            </a:r>
            <a:endParaRPr lang="en-AU"/>
          </a:p>
        </p:txBody>
      </p:sp>
      <p:sp>
        <p:nvSpPr>
          <p:cNvPr id="18" name="Text Placeholder 6"/>
          <p:cNvSpPr>
            <a:spLocks noGrp="1"/>
          </p:cNvSpPr>
          <p:nvPr>
            <p:ph type="body" sz="quarter" idx="11" hasCustomPrompt="1"/>
          </p:nvPr>
        </p:nvSpPr>
        <p:spPr bwMode="auto">
          <a:xfrm>
            <a:off x="1703484" y="3539108"/>
            <a:ext cx="5116831" cy="246221"/>
          </a:xfrm>
          <a:prstGeom prst="rect">
            <a:avLst/>
          </a:prstGeom>
        </p:spPr>
        <p:txBody>
          <a:bodyPr vert="horz" wrap="square" lIns="0" tIns="0" rIns="0" bIns="0" rtlCol="0" anchor="t">
            <a:noAutofit/>
          </a:bodyPr>
          <a:lstStyle>
            <a:lvl1pPr>
              <a:defRPr lang="en-US" sz="1600" b="0" spc="0">
                <a:solidFill>
                  <a:schemeClr val="bg1"/>
                </a:solidFill>
                <a:latin typeface="Arial"/>
                <a:ea typeface="+mj-ea"/>
                <a:cs typeface="+mj-cs"/>
              </a:defRPr>
            </a:lvl1pPr>
          </a:lstStyle>
          <a:p>
            <a:pPr lvl="0">
              <a:lnSpc>
                <a:spcPct val="100000"/>
              </a:lnSpc>
              <a:spcBef>
                <a:spcPts val="0"/>
              </a:spcBef>
              <a:defRPr/>
            </a:pPr>
            <a:r>
              <a:rPr lang="en-US"/>
              <a:t>Presentation subtitle goes here</a:t>
            </a:r>
            <a:endParaRPr/>
          </a:p>
        </p:txBody>
      </p:sp>
      <p:pic>
        <p:nvPicPr>
          <p:cNvPr id="3" name="Picture 2" descr="Text&#10;&#10;Description automatically generated">
            <a:extLst>
              <a:ext uri="{FF2B5EF4-FFF2-40B4-BE49-F238E27FC236}">
                <a16:creationId xmlns:a16="http://schemas.microsoft.com/office/drawing/2014/main" id="{D1B997AB-B3DC-58F0-7CC4-9210C1CC29F1}"/>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17736459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86F07C-0DBC-77ED-8988-A3E0F1DCC043}"/>
              </a:ext>
            </a:extLst>
          </p:cNvPr>
          <p:cNvSpPr>
            <a:spLocks noGrp="1"/>
          </p:cNvSpPr>
          <p:nvPr>
            <p:ph type="sldNum" sz="quarter" idx="10"/>
          </p:nvPr>
        </p:nvSpPr>
        <p:spPr/>
        <p:txBody>
          <a:bodyPr/>
          <a:lstStyle/>
          <a:p>
            <a:fld id="{E917DE0E-AFB1-41FD-BC35-27DB61CA125F}" type="slidenum">
              <a:rPr lang="en-AU" smtClean="0"/>
              <a:pPr/>
              <a:t>‹#›</a:t>
            </a:fld>
            <a:endParaRPr lang="en-AU"/>
          </a:p>
        </p:txBody>
      </p:sp>
      <p:sp>
        <p:nvSpPr>
          <p:cNvPr id="3" name="Date Placeholder 2">
            <a:extLst>
              <a:ext uri="{FF2B5EF4-FFF2-40B4-BE49-F238E27FC236}">
                <a16:creationId xmlns:a16="http://schemas.microsoft.com/office/drawing/2014/main" id="{CD7D48FC-2CC6-32F5-3416-2BDBFD408BF2}"/>
              </a:ext>
            </a:extLst>
          </p:cNvPr>
          <p:cNvSpPr>
            <a:spLocks noGrp="1"/>
          </p:cNvSpPr>
          <p:nvPr>
            <p:ph type="dt" sz="half" idx="11"/>
          </p:nvPr>
        </p:nvSpPr>
        <p:spPr/>
        <p:txBody>
          <a:bodyPr/>
          <a:lstStyle/>
          <a:p>
            <a:r>
              <a:rPr lang="en-US"/>
              <a:t>[Entity Name]</a:t>
            </a:r>
            <a:endParaRPr lang="en-AU"/>
          </a:p>
        </p:txBody>
      </p:sp>
    </p:spTree>
    <p:extLst>
      <p:ext uri="{BB962C8B-B14F-4D97-AF65-F5344CB8AC3E}">
        <p14:creationId xmlns:p14="http://schemas.microsoft.com/office/powerpoint/2010/main" val="138927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r>
              <a:rPr lang="en-AU"/>
              <a:t>[Presentation Title] | [Date]</a:t>
            </a:r>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1" name="TextBox 10">
            <a:extLst>
              <a:ext uri="{FF2B5EF4-FFF2-40B4-BE49-F238E27FC236}">
                <a16:creationId xmlns:a16="http://schemas.microsoft.com/office/drawing/2014/main" id="{7CCA4A0C-C5B9-45ED-9D64-B274EE980802}"/>
              </a:ext>
            </a:extLst>
          </p:cNvPr>
          <p:cNvSpPr txBox="1"/>
          <p:nvPr userDrawn="1"/>
        </p:nvSpPr>
        <p:spPr>
          <a:xfrm>
            <a:off x="8096810" y="6518190"/>
            <a:ext cx="2391677" cy="241200"/>
          </a:xfrm>
          <a:prstGeom prst="rect">
            <a:avLst/>
          </a:prstGeom>
          <a:noFill/>
        </p:spPr>
        <p:txBody>
          <a:bodyPr wrap="square" lIns="0" tIns="0" rIns="0" bIns="0" rtlCol="0" anchor="ctr">
            <a:noAutofit/>
          </a:bodyPr>
          <a:lstStyle/>
          <a:p>
            <a:r>
              <a:rPr lang="en-AU" sz="800"/>
              <a:t>CRICOS code 00025B</a:t>
            </a:r>
          </a:p>
        </p:txBody>
      </p:sp>
      <p:sp>
        <p:nvSpPr>
          <p:cNvPr id="14" name="Date Placeholder 2">
            <a:extLst>
              <a:ext uri="{FF2B5EF4-FFF2-40B4-BE49-F238E27FC236}">
                <a16:creationId xmlns:a16="http://schemas.microsoft.com/office/drawing/2014/main" id="{59BA0F0A-82FA-4477-B553-959A8EFB7E8F}"/>
              </a:ext>
            </a:extLst>
          </p:cNvPr>
          <p:cNvSpPr>
            <a:spLocks noGrp="1"/>
          </p:cNvSpPr>
          <p:nvPr>
            <p:ph type="dt" sz="half" idx="2"/>
          </p:nvPr>
        </p:nvSpPr>
        <p:spPr bwMode="white">
          <a:xfrm>
            <a:off x="695325" y="151136"/>
            <a:ext cx="3384549" cy="241200"/>
          </a:xfrm>
          <a:prstGeom prst="rect">
            <a:avLst/>
          </a:prstGeom>
        </p:spPr>
        <p:txBody>
          <a:bodyPr vert="horz" lIns="0" tIns="0" rIns="0" bIns="0" rtlCol="0" anchor="t"/>
          <a:lstStyle>
            <a:lvl1pPr algn="l">
              <a:lnSpc>
                <a:spcPct val="80000"/>
              </a:lnSpc>
              <a:defRPr sz="1000">
                <a:solidFill>
                  <a:schemeClr val="bg1"/>
                </a:solidFill>
              </a:defRPr>
            </a:lvl1pPr>
          </a:lstStyle>
          <a:p>
            <a:r>
              <a:rPr lang="en-US"/>
              <a:t>[Entity Name]</a:t>
            </a:r>
            <a:endParaRPr lang="en-AU"/>
          </a:p>
        </p:txBody>
      </p:sp>
    </p:spTree>
    <p:extLst>
      <p:ext uri="{BB962C8B-B14F-4D97-AF65-F5344CB8AC3E}">
        <p14:creationId xmlns:p14="http://schemas.microsoft.com/office/powerpoint/2010/main" val="7007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a:t>[Title]</a:t>
            </a:r>
            <a:endParaRPr lang="en-AU"/>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 name="Date Placeholder 2">
            <a:extLst>
              <a:ext uri="{FF2B5EF4-FFF2-40B4-BE49-F238E27FC236}">
                <a16:creationId xmlns:a16="http://schemas.microsoft.com/office/drawing/2014/main" id="{3BDB83A3-A276-43C3-9F27-2B380C4149A9}"/>
              </a:ext>
            </a:extLst>
          </p:cNvPr>
          <p:cNvSpPr>
            <a:spLocks noGrp="1"/>
          </p:cNvSpPr>
          <p:nvPr>
            <p:ph type="dt" sz="half" idx="2"/>
          </p:nvPr>
        </p:nvSpPr>
        <p:spPr>
          <a:xfrm>
            <a:off x="695324" y="151134"/>
            <a:ext cx="3360109" cy="288000"/>
          </a:xfrm>
          <a:prstGeom prst="rect">
            <a:avLst/>
          </a:prstGeom>
        </p:spPr>
        <p:txBody>
          <a:bodyPr vert="horz" lIns="0" tIns="0" rIns="0" bIns="0" rtlCol="0" anchor="t"/>
          <a:lstStyle>
            <a:lvl1pPr algn="l">
              <a:lnSpc>
                <a:spcPct val="80000"/>
              </a:lnSpc>
              <a:defRPr sz="1000">
                <a:solidFill>
                  <a:schemeClr val="bg1"/>
                </a:solidFill>
              </a:defRPr>
            </a:lvl1pPr>
          </a:lstStyle>
          <a:p>
            <a:r>
              <a:rPr lang="en-US"/>
              <a:t>[Entity Name]</a:t>
            </a:r>
            <a:endParaRPr lang="en-AU"/>
          </a:p>
        </p:txBody>
      </p:sp>
      <p:sp>
        <p:nvSpPr>
          <p:cNvPr id="9" name="TextBox 8">
            <a:extLst>
              <a:ext uri="{FF2B5EF4-FFF2-40B4-BE49-F238E27FC236}">
                <a16:creationId xmlns:a16="http://schemas.microsoft.com/office/drawing/2014/main" id="{CB7DFD9D-2931-49B5-A376-9D4B93C4960C}"/>
              </a:ext>
            </a:extLst>
          </p:cNvPr>
          <p:cNvSpPr txBox="1"/>
          <p:nvPr userDrawn="1"/>
        </p:nvSpPr>
        <p:spPr>
          <a:xfrm>
            <a:off x="8096810" y="6518190"/>
            <a:ext cx="2391677" cy="241200"/>
          </a:xfrm>
          <a:prstGeom prst="rect">
            <a:avLst/>
          </a:prstGeom>
          <a:noFill/>
        </p:spPr>
        <p:txBody>
          <a:bodyPr wrap="square" lIns="0" tIns="0" rIns="0" bIns="0" rtlCol="0" anchor="ctr">
            <a:noAutofit/>
          </a:bodyPr>
          <a:lstStyle/>
          <a:p>
            <a:r>
              <a:rPr lang="en-AU" sz="800"/>
              <a:t>CRICOS code 00025B</a:t>
            </a:r>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83" r:id="rId3"/>
    <p:sldLayoutId id="2147483774" r:id="rId4"/>
    <p:sldLayoutId id="2147483792" r:id="rId5"/>
    <p:sldLayoutId id="2147483775" r:id="rId6"/>
    <p:sldLayoutId id="2147483650" r:id="rId7"/>
    <p:sldLayoutId id="2147483652" r:id="rId8"/>
    <p:sldLayoutId id="2147483778" r:id="rId9"/>
    <p:sldLayoutId id="2147483779" r:id="rId10"/>
    <p:sldLayoutId id="2147483728" r:id="rId11"/>
    <p:sldLayoutId id="2147483784" r:id="rId12"/>
    <p:sldLayoutId id="2147483656" r:id="rId13"/>
    <p:sldLayoutId id="2147483732" r:id="rId14"/>
    <p:sldLayoutId id="2147483793" r:id="rId15"/>
    <p:sldLayoutId id="2147483657" r:id="rId16"/>
    <p:sldLayoutId id="2147483765" r:id="rId17"/>
    <p:sldLayoutId id="2147483787" r:id="rId18"/>
    <p:sldLayoutId id="2147483788" r:id="rId19"/>
    <p:sldLayoutId id="2147483794" r:id="rId20"/>
    <p:sldLayoutId id="2147483795" r:id="rId21"/>
    <p:sldLayoutId id="2147483796" r:id="rId22"/>
    <p:sldLayoutId id="2147483791" r:id="rId23"/>
    <p:sldLayoutId id="2147483797" r:id="rId24"/>
    <p:sldLayoutId id="2147483790" r:id="rId25"/>
    <p:sldLayoutId id="2147483798" r:id="rId26"/>
    <p:sldLayoutId id="2147483768" r:id="rId27"/>
    <p:sldLayoutId id="2147483769" r:id="rId28"/>
    <p:sldLayoutId id="2147483770" r:id="rId29"/>
    <p:sldLayoutId id="2147483771" r:id="rId30"/>
    <p:sldLayoutId id="2147483789" r:id="rId31"/>
    <p:sldLayoutId id="2147483776" r:id="rId32"/>
    <p:sldLayoutId id="2147483777" r:id="rId33"/>
    <p:sldLayoutId id="2147483654" r:id="rId34"/>
    <p:sldLayoutId id="2147483785" r:id="rId35"/>
    <p:sldLayoutId id="2147483780" r:id="rId36"/>
    <p:sldLayoutId id="2147483782" r:id="rId37"/>
    <p:sldLayoutId id="2147483799" r:id="rId38"/>
    <p:sldLayoutId id="2147483800" r:id="rId39"/>
    <p:sldLayoutId id="2147483801"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8" userDrawn="1">
          <p15:clr>
            <a:srgbClr val="F26B43"/>
          </p15:clr>
        </p15:guide>
        <p15:guide id="6" orient="horz" pos="3974" userDrawn="1">
          <p15:clr>
            <a:srgbClr val="F26B43"/>
          </p15:clr>
        </p15:guide>
        <p15:guide id="7" orient="horz" pos="663"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07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8.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hyperlink" Target="https://www.secretservice.gov/investigations/digitalasset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decaturcoinandjewelry.com/product/1864-50-ct-66-confederate-civil-war-counterfeit-banknote-hoard-pmg-au-pc861/"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hyperlink" Target="https://www.watchfinder.com/articles/feature-the-most-accurate-fake-luxury-watches-in-the-world" TargetMode="External"/><Relationship Id="rId2" Type="http://schemas.openxmlformats.org/officeDocument/2006/relationships/notesSlide" Target="../notesSlides/notesSlide5.xml"/><Relationship Id="rId16" Type="http://schemas.openxmlformats.org/officeDocument/2006/relationships/hyperlink" Target="https://realauthentication.com/real-or-fake-the-gucci-marmont-flap-bag/" TargetMode="Externa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jpe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gif"/><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31.xml"/><Relationship Id="rId5" Type="http://schemas.openxmlformats.org/officeDocument/2006/relationships/hyperlink" Target="https://doi.org/10.1145/3715275.3732107" TargetMode="External"/><Relationship Id="rId4" Type="http://schemas.openxmlformats.org/officeDocument/2006/relationships/hyperlink" Target="https://doi.org/10.1002/acp.70061"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slideLayout" Target="../slideLayouts/slideLayout31.xml"/><Relationship Id="rId7" Type="http://schemas.openxmlformats.org/officeDocument/2006/relationships/image" Target="../media/image47.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6.svg"/><Relationship Id="rId5" Type="http://schemas.openxmlformats.org/officeDocument/2006/relationships/image" Target="../media/image45.jpeg"/><Relationship Id="rId10" Type="http://schemas.openxmlformats.org/officeDocument/2006/relationships/image" Target="../media/image50.png"/><Relationship Id="rId4" Type="http://schemas.openxmlformats.org/officeDocument/2006/relationships/notesSlide" Target="../notesSlides/notesSlide12.xml"/><Relationship Id="rId9"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hyperlink" Target="https://www.esafety.gov.au/industry/tech-trends-and-challenges/deepfakes"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consumer.ftc.gov/articles/scammers-use-fake-emergencies-steal-your-money" TargetMode="External"/><Relationship Id="rId5" Type="http://schemas.openxmlformats.org/officeDocument/2006/relationships/hyperlink" Target="https://www.scamwatch.gov.au/sites/www.scamwatch.gov.au/files/2023-10/Scams%20Awareness%20Week%202023_Key%20messages%20on%20impersonation%20scams.pdf" TargetMode="External"/><Relationship Id="rId4" Type="http://schemas.openxmlformats.org/officeDocument/2006/relationships/hyperlink" Target="https://www.legislation.gov.au/C2024A00078/asmade/2024-09-02/text/original/epub/OEBPS/document_1/document_1.html"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hyperlink" Target="https://www.scamwatch.gov.au/stop-check-protect/help-to-spot-and-avoid-scams/how-scammers-use-technology-and-ai" TargetMode="External"/><Relationship Id="rId3" Type="http://schemas.openxmlformats.org/officeDocument/2006/relationships/image" Target="../media/image51.png"/><Relationship Id="rId7" Type="http://schemas.openxmlformats.org/officeDocument/2006/relationships/hyperlink" Target="https://consumer.ftc.gov/articles/scammers-use-fake-emergencies-steal-your-money"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hyperlink" Target="https://www.cyber.gov.au/sites/default/files/2024-11/asd-cyber-threat-report-2024.pdf"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5.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hyperlink" Target="https://github.com/TencentARC/PhotoMaker" TargetMode="External"/><Relationship Id="rId4" Type="http://schemas.openxmlformats.org/officeDocument/2006/relationships/hyperlink" Target="https://github.com/facefusion/facefusion"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58.png"/><Relationship Id="rId3" Type="http://schemas.microsoft.com/office/2007/relationships/media" Target="../media/media1.mp4"/><Relationship Id="rId7" Type="http://schemas.openxmlformats.org/officeDocument/2006/relationships/image" Target="../media/image57.gif"/><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notesSlide" Target="../notesSlides/notesSlide20.xml"/><Relationship Id="rId5" Type="http://schemas.openxmlformats.org/officeDocument/2006/relationships/slideLayout" Target="../slideLayouts/slideLayout7.xml"/><Relationship Id="rId4" Type="http://schemas.openxmlformats.org/officeDocument/2006/relationships/video" Target="../media/media1.mp4"/><Relationship Id="rId9" Type="http://schemas.openxmlformats.org/officeDocument/2006/relationships/image" Target="../media/image5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image" Target="../media/image65.svg"/><Relationship Id="rId13" Type="http://schemas.microsoft.com/office/2007/relationships/diagramDrawing" Target="../diagrams/drawing4.xml"/><Relationship Id="rId3" Type="http://schemas.openxmlformats.org/officeDocument/2006/relationships/image" Target="../media/image60.svg"/><Relationship Id="rId7" Type="http://schemas.openxmlformats.org/officeDocument/2006/relationships/image" Target="../media/image64.svg"/><Relationship Id="rId12" Type="http://schemas.openxmlformats.org/officeDocument/2006/relationships/diagramColors" Target="../diagrams/colors4.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3.emf"/><Relationship Id="rId11" Type="http://schemas.openxmlformats.org/officeDocument/2006/relationships/diagramQuickStyle" Target="../diagrams/quickStyle4.xml"/><Relationship Id="rId5" Type="http://schemas.openxmlformats.org/officeDocument/2006/relationships/image" Target="../media/image62.svg"/><Relationship Id="rId10" Type="http://schemas.openxmlformats.org/officeDocument/2006/relationships/diagramLayout" Target="../diagrams/layout4.xml"/><Relationship Id="rId4" Type="http://schemas.openxmlformats.org/officeDocument/2006/relationships/image" Target="../media/image61.svg"/><Relationship Id="rId9" Type="http://schemas.openxmlformats.org/officeDocument/2006/relationships/diagramData" Target="../diagrams/data4.xml"/></Relationships>
</file>

<file path=ppt/slides/_rels/slide27.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66.svg"/></Relationships>
</file>

<file path=ppt/slides/_rels/slide28.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hyperlink" Target="https://doi.org/10.1109/WACVW50321.2020.9096939"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hyperlink" Target="https://doi.org/10.1007/978-3-030-66823-5_14" TargetMode="External"/><Relationship Id="rId5" Type="http://schemas.openxmlformats.org/officeDocument/2006/relationships/image" Target="../media/image69.png"/><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66.svg"/></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72.png"/><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hyperlink" Target="https://c2pa.org/c2pa-releases-specification-of-worlds-first-industry-standard-for-content-provenance/"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c2pa.org/c2pa-releases-specification-of-worlds-first-industry-standard-for-content-provenance/"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hyperlink" Target="https://spec.c2pa.org/specifications/specifications/2.4/specs/C2PA_Specification.html"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36.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66.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39.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4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0.png"/><Relationship Id="rId4" Type="http://schemas.openxmlformats.org/officeDocument/2006/relationships/image" Target="../media/image9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94.png"/><Relationship Id="rId4"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95.png"/><Relationship Id="rId4"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66.svg"/></Relationships>
</file>

<file path=ppt/slides/_rels/slide45.xml.rels><?xml version="1.0" encoding="UTF-8" standalone="yes"?>
<Relationships xmlns="http://schemas.openxmlformats.org/package/2006/relationships"><Relationship Id="rId3" Type="http://schemas.openxmlformats.org/officeDocument/2006/relationships/image" Target="../media/image65.svg"/><Relationship Id="rId7" Type="http://schemas.openxmlformats.org/officeDocument/2006/relationships/image" Target="../media/image98.sv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97.svg"/><Relationship Id="rId5" Type="http://schemas.openxmlformats.org/officeDocument/2006/relationships/image" Target="../media/image96.svg"/><Relationship Id="rId4" Type="http://schemas.openxmlformats.org/officeDocument/2006/relationships/image" Target="../media/image66.svg"/></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66.svg"/></Relationships>
</file>

<file path=ppt/slides/_rels/slide49.xml.rels><?xml version="1.0" encoding="UTF-8" standalone="yes"?>
<Relationships xmlns="http://schemas.openxmlformats.org/package/2006/relationships"><Relationship Id="rId3" Type="http://schemas.openxmlformats.org/officeDocument/2006/relationships/image" Target="../media/image65.svg"/><Relationship Id="rId7" Type="http://schemas.openxmlformats.org/officeDocument/2006/relationships/image" Target="../media/image101.sv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100.svg"/><Relationship Id="rId5" Type="http://schemas.openxmlformats.org/officeDocument/2006/relationships/image" Target="../media/image99.svg"/><Relationship Id="rId4" Type="http://schemas.openxmlformats.org/officeDocument/2006/relationships/image" Target="../media/image66.sv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jpeg"/><Relationship Id="rId2" Type="http://schemas.openxmlformats.org/officeDocument/2006/relationships/notesSlide" Target="../notesSlides/notesSlide50.xml"/><Relationship Id="rId1" Type="http://schemas.openxmlformats.org/officeDocument/2006/relationships/slideLayout" Target="../slideLayouts/slideLayout40.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jpeg"/><Relationship Id="rId9" Type="http://schemas.openxmlformats.org/officeDocument/2006/relationships/image" Target="../media/image108.svg"/></Relationships>
</file>

<file path=ppt/slides/_rels/slide54.xml.rels><?xml version="1.0" encoding="UTF-8" standalone="yes"?>
<Relationships xmlns="http://schemas.openxmlformats.org/package/2006/relationships"><Relationship Id="rId3" Type="http://schemas.openxmlformats.org/officeDocument/2006/relationships/image" Target="../media/image111.svg"/><Relationship Id="rId2" Type="http://schemas.openxmlformats.org/officeDocument/2006/relationships/notesSlide" Target="../notesSlides/notesSlide51.xml"/><Relationship Id="rId1" Type="http://schemas.openxmlformats.org/officeDocument/2006/relationships/slideLayout" Target="../slideLayouts/slideLayout40.xml"/><Relationship Id="rId6" Type="http://schemas.openxmlformats.org/officeDocument/2006/relationships/image" Target="../media/image110.png"/><Relationship Id="rId5" Type="http://schemas.openxmlformats.org/officeDocument/2006/relationships/image" Target="../media/image113.svg"/><Relationship Id="rId4" Type="http://schemas.openxmlformats.org/officeDocument/2006/relationships/image" Target="../media/image112.svg"/></Relationships>
</file>

<file path=ppt/slides/_rels/slide55.xml.rels><?xml version="1.0" encoding="UTF-8" standalone="yes"?>
<Relationships xmlns="http://schemas.openxmlformats.org/package/2006/relationships"><Relationship Id="rId3" Type="http://schemas.openxmlformats.org/officeDocument/2006/relationships/image" Target="../media/image114.svg"/><Relationship Id="rId2" Type="http://schemas.openxmlformats.org/officeDocument/2006/relationships/notesSlide" Target="../notesSlides/notesSlide52.xml"/><Relationship Id="rId1" Type="http://schemas.openxmlformats.org/officeDocument/2006/relationships/slideLayout" Target="../slideLayouts/slideLayout40.xml"/><Relationship Id="rId4" Type="http://schemas.openxmlformats.org/officeDocument/2006/relationships/image" Target="../media/image110.png"/></Relationships>
</file>

<file path=ppt/slides/_rels/slide56.xml.rels><?xml version="1.0" encoding="UTF-8" standalone="yes"?>
<Relationships xmlns="http://schemas.openxmlformats.org/package/2006/relationships"><Relationship Id="rId3" Type="http://schemas.openxmlformats.org/officeDocument/2006/relationships/image" Target="../media/image114.svg"/><Relationship Id="rId2" Type="http://schemas.openxmlformats.org/officeDocument/2006/relationships/notesSlide" Target="../notesSlides/notesSlide53.xml"/><Relationship Id="rId1" Type="http://schemas.openxmlformats.org/officeDocument/2006/relationships/slideLayout" Target="../slideLayouts/slideLayout40.xml"/><Relationship Id="rId4" Type="http://schemas.openxmlformats.org/officeDocument/2006/relationships/image" Target="../media/image110.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3" Type="http://schemas.openxmlformats.org/officeDocument/2006/relationships/image" Target="../media/image115.svg"/><Relationship Id="rId2" Type="http://schemas.openxmlformats.org/officeDocument/2006/relationships/notesSlide" Target="../notesSlides/notesSlide55.xml"/><Relationship Id="rId1" Type="http://schemas.openxmlformats.org/officeDocument/2006/relationships/slideLayout" Target="../slideLayouts/slideLayout40.xml"/><Relationship Id="rId4" Type="http://schemas.openxmlformats.org/officeDocument/2006/relationships/image" Target="../media/image116.sv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notesSlide" Target="../notesSlides/notesSlide57.xml"/><Relationship Id="rId1" Type="http://schemas.openxmlformats.org/officeDocument/2006/relationships/slideLayout" Target="../slideLayouts/slideLayout40.xml"/><Relationship Id="rId5" Type="http://schemas.openxmlformats.org/officeDocument/2006/relationships/image" Target="../media/image119.svg"/><Relationship Id="rId4" Type="http://schemas.openxmlformats.org/officeDocument/2006/relationships/image" Target="../media/image118.svg"/></Relationships>
</file>

<file path=ppt/slides/_rels/slide61.xml.rels><?xml version="1.0" encoding="UTF-8" standalone="yes"?>
<Relationships xmlns="http://schemas.openxmlformats.org/package/2006/relationships"><Relationship Id="rId3" Type="http://schemas.openxmlformats.org/officeDocument/2006/relationships/image" Target="../media/image120.svg"/><Relationship Id="rId2" Type="http://schemas.openxmlformats.org/officeDocument/2006/relationships/notesSlide" Target="../notesSlides/notesSlide58.xml"/><Relationship Id="rId1" Type="http://schemas.openxmlformats.org/officeDocument/2006/relationships/slideLayout" Target="../slideLayouts/slideLayout40.xml"/><Relationship Id="rId5" Type="http://schemas.openxmlformats.org/officeDocument/2006/relationships/image" Target="../media/image110.png"/><Relationship Id="rId4" Type="http://schemas.openxmlformats.org/officeDocument/2006/relationships/image" Target="../media/image121.svg"/></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hyperlink" Target="https://github.com/NVlabs/ffhq-dataset" TargetMode="External"/><Relationship Id="rId13" Type="http://schemas.openxmlformats.org/officeDocument/2006/relationships/hyperlink" Target="https://arxiv.org/abs/2112.10752" TargetMode="External"/><Relationship Id="rId18" Type="http://schemas.openxmlformats.org/officeDocument/2006/relationships/hyperlink" Target="https://www.bcps.org/system/b_c_p_s_news/2023-2024_staff_and_community_messages/april_24__2024_staff_and_community_update__message_from_superintendent_dr__myriam_rogers_regarding_pikesville_high_school_investigation" TargetMode="External"/><Relationship Id="rId26" Type="http://schemas.openxmlformats.org/officeDocument/2006/relationships/hyperlink" Target="https://github.com/jixiaozhong/Sonic" TargetMode="External"/><Relationship Id="rId3" Type="http://schemas.openxmlformats.org/officeDocument/2006/relationships/hyperlink" Target="https://www.secretservice.gov/investigations/digitalassets" TargetMode="External"/><Relationship Id="rId21" Type="http://schemas.openxmlformats.org/officeDocument/2006/relationships/hyperlink" Target="https://www.theguardian.com/us-news/2024/feb/26/steve-kramer-admits-he-commissioned-robocall-ai-biden-new-hampshire" TargetMode="External"/><Relationship Id="rId7" Type="http://schemas.openxmlformats.org/officeDocument/2006/relationships/hyperlink" Target="https://www.watchfinder.com/articles/feature-the-most-accurate-fake-luxury-watches-in-the-world" TargetMode="External"/><Relationship Id="rId12" Type="http://schemas.openxmlformats.org/officeDocument/2006/relationships/hyperlink" Target="https://c2pa.org/c2pa-releases-specification-of-worlds-first-industry-standard-for-content-provenance/" TargetMode="External"/><Relationship Id="rId17" Type="http://schemas.openxmlformats.org/officeDocument/2006/relationships/hyperlink" Target="https://www.iso.org/standard/91405.html" TargetMode="External"/><Relationship Id="rId25" Type="http://schemas.openxmlformats.org/officeDocument/2006/relationships/hyperlink" Target="https://doi.org/10.1145/3715275.3732107" TargetMode="External"/><Relationship Id="rId2" Type="http://schemas.openxmlformats.org/officeDocument/2006/relationships/notesSlide" Target="../notesSlides/notesSlide63.xml"/><Relationship Id="rId16" Type="http://schemas.openxmlformats.org/officeDocument/2006/relationships/hyperlink" Target="https://digital-strategy.ec.europa.eu/en/faqs/transparency-obligations-under-article-50-ai-act" TargetMode="External"/><Relationship Id="rId20" Type="http://schemas.openxmlformats.org/officeDocument/2006/relationships/hyperlink" Target="https://apnews.com/article/racist-ai-recording-maryland-high-school-487ea673b0449077cb23e7970546cb9f" TargetMode="External"/><Relationship Id="rId1" Type="http://schemas.openxmlformats.org/officeDocument/2006/relationships/slideLayout" Target="../slideLayouts/slideLayout7.xml"/><Relationship Id="rId6" Type="http://schemas.openxmlformats.org/officeDocument/2006/relationships/hyperlink" Target="https://realauthentication.com/real-or-fake-the-gucci-marmont-flap-bag/" TargetMode="External"/><Relationship Id="rId11" Type="http://schemas.openxmlformats.org/officeDocument/2006/relationships/hyperlink" Target="https://journals.law.harvard.edu/jsel/2021/03/mission-impossible-the-legal-implications-of-managing-deepfake-celebrity-videos/" TargetMode="External"/><Relationship Id="rId24" Type="http://schemas.openxmlformats.org/officeDocument/2006/relationships/hyperlink" Target="https://doi.org/10.1002/acp.70061" TargetMode="External"/><Relationship Id="rId5" Type="http://schemas.openxmlformats.org/officeDocument/2006/relationships/hyperlink" Target="https://www.abf.gov.au/newsroom-subsite/Pages/Counterfeit-crackdown-%242-million-in-%E2%80%98cash%E2%80%99-that-didn%E2%80%99t-make-cents.aspx" TargetMode="External"/><Relationship Id="rId15" Type="http://schemas.openxmlformats.org/officeDocument/2006/relationships/hyperlink" Target="https://spec.c2pa.org/specifications/specifications/2.4/specs/C2PA_Specification.html" TargetMode="External"/><Relationship Id="rId23" Type="http://schemas.openxmlformats.org/officeDocument/2006/relationships/hyperlink" Target="https://www.esafety.gov.au/newsroom/blogs/deepfake-damage-in-schools-how-ai-generated-abuse-is-disrupting-students-families-and-school-communities" TargetMode="External"/><Relationship Id="rId10" Type="http://schemas.openxmlformats.org/officeDocument/2006/relationships/hyperlink" Target="https://github.com/TencentARC/PhotoMaker" TargetMode="External"/><Relationship Id="rId19" Type="http://schemas.openxmlformats.org/officeDocument/2006/relationships/hyperlink" Target="https://apnews.com/article/ai-artificial-intelligence-principal-audio-maryland-baltimore-county-pikesville-853ed171369bcbb888eb54f55195cb9c" TargetMode="External"/><Relationship Id="rId4" Type="http://schemas.openxmlformats.org/officeDocument/2006/relationships/hyperlink" Target="https://decaturcoinandjewelry.com/product/1864-50-ct-66-confederate-civil-war-counterfeit-banknote-hoard-pmg-au-pc861/" TargetMode="External"/><Relationship Id="rId9" Type="http://schemas.openxmlformats.org/officeDocument/2006/relationships/hyperlink" Target="https://github.com/facefusion/facefusion" TargetMode="External"/><Relationship Id="rId14" Type="http://schemas.openxmlformats.org/officeDocument/2006/relationships/hyperlink" Target="https://www.counterfraud.gov.au/case-studies/company-worker-hong-kong-pays-out-ps20m-deepfake-video-call-scam" TargetMode="External"/><Relationship Id="rId22" Type="http://schemas.openxmlformats.org/officeDocument/2006/relationships/hyperlink" Target="https://docs.fcc.gov/public/attachments/FCC-24-104A1.pdf" TargetMode="External"/><Relationship Id="rId27" Type="http://schemas.openxmlformats.org/officeDocument/2006/relationships/hyperlink" Target="https://www.esafety.gov.au/industry/tech-trends-and-challenges/deepfakes"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doi.org/10.18653/v1/2024.acl-long.673" TargetMode="External"/><Relationship Id="rId13" Type="http://schemas.openxmlformats.org/officeDocument/2006/relationships/hyperlink" Target="https://openaccess.thecvf.com/content/CVPR2025/html/Zhen_Teller_Real-Time_Streaming_Audio-Driven_Portrait_Animation_with_Autoregressive_Motion_Generation_CVPR_2025_paper.html" TargetMode="External"/><Relationship Id="rId18" Type="http://schemas.openxmlformats.org/officeDocument/2006/relationships/hyperlink" Target="https://doi.org/10.1109/WACVW50321.2020.9096939" TargetMode="External"/><Relationship Id="rId3" Type="http://schemas.openxmlformats.org/officeDocument/2006/relationships/hyperlink" Target="https://www.legislation.gov.au/C2024A00078/asmade/2024-09-02/text/original/epub/OEBPS/document_1/document_1.html" TargetMode="External"/><Relationship Id="rId21" Type="http://schemas.openxmlformats.org/officeDocument/2006/relationships/hyperlink" Target="https://www.iso.org/standard/91405.html" TargetMode="External"/><Relationship Id="rId7" Type="http://schemas.openxmlformats.org/officeDocument/2006/relationships/hyperlink" Target="https://www.cyber.gov.au/sites/default/files/2024-11/asd-cyber-threat-report-2024.pdf" TargetMode="External"/><Relationship Id="rId12" Type="http://schemas.openxmlformats.org/officeDocument/2006/relationships/hyperlink" Target="https://openaccess.thecvf.com/content/CVPR2025/html/Ji_Sonic_Shifting_Focus_to_Global_Audio_Perception_in_Portrait_Animation_CVPR_2025_paper.html" TargetMode="External"/><Relationship Id="rId17" Type="http://schemas.openxmlformats.org/officeDocument/2006/relationships/hyperlink" Target="https://doi.org/10.1007/978-3-030-66823-5_14" TargetMode="External"/><Relationship Id="rId25" Type="http://schemas.openxmlformats.org/officeDocument/2006/relationships/hyperlink" Target="https://www.apple.com/newsroom/2026/09/apple-debuts-iphone-18-pro-and-iphone-18-pro-max/" TargetMode="External"/><Relationship Id="rId2" Type="http://schemas.openxmlformats.org/officeDocument/2006/relationships/notesSlide" Target="../notesSlides/notesSlide64.xml"/><Relationship Id="rId16" Type="http://schemas.openxmlformats.org/officeDocument/2006/relationships/hyperlink" Target="https://www.journals.uchicago.edu/doi/10.1086/282697" TargetMode="External"/><Relationship Id="rId20" Type="http://schemas.openxmlformats.org/officeDocument/2006/relationships/hyperlink" Target="https://spec.c2pa.org/specifications/specifications/2.4/specs/C2PA_Specification.html" TargetMode="External"/><Relationship Id="rId1" Type="http://schemas.openxmlformats.org/officeDocument/2006/relationships/slideLayout" Target="../slideLayouts/slideLayout7.xml"/><Relationship Id="rId6" Type="http://schemas.openxmlformats.org/officeDocument/2006/relationships/hyperlink" Target="https://www.scamwatch.gov.au/stop-check-protect/help-to-spot-and-avoid-scams/how-scammers-use-technology-and-ai" TargetMode="External"/><Relationship Id="rId11" Type="http://schemas.openxmlformats.org/officeDocument/2006/relationships/hyperlink" Target="https://openaccess.thecvf.com/content/CVPR2023/html/Zhang_SadTalker_Learning_Realistic_3D_Motion_Coefficients_for_Stylized_Audio-Driven_Single_CVPR_2023_paper.html" TargetMode="External"/><Relationship Id="rId24" Type="http://schemas.openxmlformats.org/officeDocument/2006/relationships/hyperlink" Target="https://security.apple.com/blog/apple-reference-image" TargetMode="External"/><Relationship Id="rId5" Type="http://schemas.openxmlformats.org/officeDocument/2006/relationships/hyperlink" Target="https://consumer.ftc.gov/articles/scammers-use-fake-emergencies-steal-your-money" TargetMode="External"/><Relationship Id="rId15" Type="http://schemas.openxmlformats.org/officeDocument/2006/relationships/hyperlink" Target="https://openaccess.thecvf.com/content/CVPR2025/html/Guan_AudCast_Audio-Driven_Human_Video_Generation_by_Cascaded_Diffusion_Transformers_CVPR_2025_paper.html" TargetMode="External"/><Relationship Id="rId23" Type="http://schemas.openxmlformats.org/officeDocument/2006/relationships/hyperlink" Target="https://jpeg.org/items/20260608_press.html" TargetMode="External"/><Relationship Id="rId10" Type="http://schemas.openxmlformats.org/officeDocument/2006/relationships/hyperlink" Target="https://proceedings.neurips.cc/paper_files/paper/2024/hash/34239f60eca7ce9bee5280aaf81362d8-Abstract-Datasets_and_Benchmarks_Track.html" TargetMode="External"/><Relationship Id="rId19" Type="http://schemas.openxmlformats.org/officeDocument/2006/relationships/hyperlink" Target="https://fineart-restoration.co.uk/news/preserving-provenance-oil-painting-labels-notes-and-stamps/" TargetMode="External"/><Relationship Id="rId4" Type="http://schemas.openxmlformats.org/officeDocument/2006/relationships/hyperlink" Target="https://www.scamwatch.gov.au/sites/www.scamwatch.gov.au/files/2023-10/Scams%20Awareness%20Week%202023_Key%20messages%20on%20impersonation%20scams.pdf" TargetMode="External"/><Relationship Id="rId9" Type="http://schemas.openxmlformats.org/officeDocument/2006/relationships/hyperlink" Target="https://doi.org/10.1109/CVPR52729.2023.00828" TargetMode="External"/><Relationship Id="rId14" Type="http://schemas.openxmlformats.org/officeDocument/2006/relationships/hyperlink" Target="https://openaccess.thecvf.com/content/CVPR2025/html/Corona_VLOGGER_Multimodal_Diffusion_for_Embodied_Avatar_Synthesis_CVPR_2025_paper.html" TargetMode="External"/><Relationship Id="rId22" Type="http://schemas.openxmlformats.org/officeDocument/2006/relationships/hyperlink" Target="https://jpeg.org/jpegtrust/index.html"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doi.org/10.1145/3715275.3732107" TargetMode="External"/><Relationship Id="rId3" Type="http://schemas.openxmlformats.org/officeDocument/2006/relationships/hyperlink" Target="https://doi.org/10.1109/CVPR52729.2023.00828" TargetMode="External"/><Relationship Id="rId7" Type="http://schemas.openxmlformats.org/officeDocument/2006/relationships/hyperlink" Target="https://doi.org/10.48550/arXiv.2407.10575" TargetMode="External"/><Relationship Id="rId2" Type="http://schemas.openxmlformats.org/officeDocument/2006/relationships/notesSlide" Target="../notesSlides/notesSlide65.xml"/><Relationship Id="rId1" Type="http://schemas.openxmlformats.org/officeDocument/2006/relationships/slideLayout" Target="../slideLayouts/slideLayout7.xml"/><Relationship Id="rId6" Type="http://schemas.openxmlformats.org/officeDocument/2006/relationships/hyperlink" Target="https://doi.org/10.48550/arXiv.2403.17881" TargetMode="External"/><Relationship Id="rId11" Type="http://schemas.openxmlformats.org/officeDocument/2006/relationships/hyperlink" Target="https://csrc.nist.gov/pubs/sp/800/63/a/4/final" TargetMode="External"/><Relationship Id="rId5" Type="http://schemas.openxmlformats.org/officeDocument/2006/relationships/hyperlink" Target="https://doi.org/10.48550/arXiv.2211.12194" TargetMode="External"/><Relationship Id="rId10" Type="http://schemas.openxmlformats.org/officeDocument/2006/relationships/hyperlink" Target="https://doi.org/10.1109/CVPR52729.2023.00402" TargetMode="External"/><Relationship Id="rId4" Type="http://schemas.openxmlformats.org/officeDocument/2006/relationships/hyperlink" Target="https://doi.org/10.1609/aaai.v37i2.25280" TargetMode="External"/><Relationship Id="rId9" Type="http://schemas.openxmlformats.org/officeDocument/2006/relationships/hyperlink" Target="https://doi.org/10.1145/3613904.3642382"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8" name="Picture Placeholder 7" descr="A group of people walking on a path in front of a building&#10;&#10;Description automatically generated with medium confidence"/>
          <p:cNvPicPr>
            <a:picLocks noGrp="1" noChangeAspect="1"/>
          </p:cNvPicPr>
          <p:nvPr>
            <p:ph type="pic" sz="quarter" idx="10"/>
          </p:nvPr>
        </p:nvPicPr>
        <p:blipFill>
          <a:blip r:embed="rId3">
            <a:extLst>
              <a:ext uri="{28A0092B-C50C-407E-A947-70E740481C1C}">
                <a14:useLocalDpi xmlns:a14="http://schemas.microsoft.com/office/drawing/2010/main"/>
              </a:ext>
            </a:extLst>
          </a:blip>
          <a:srcRect/>
          <a:stretch/>
        </p:blipFill>
        <p:spPr bwMode="auto">
          <a:xfrm>
            <a:off x="-2766" y="1979"/>
            <a:ext cx="12194766" cy="6858000"/>
          </a:xfrm>
          <a:prstGeom prst="rect">
            <a:avLst/>
          </a:prstGeom>
        </p:spPr>
      </p:pic>
      <p:sp>
        <p:nvSpPr>
          <p:cNvPr id="4" name="Title 3"/>
          <p:cNvSpPr>
            <a:spLocks noGrp="1"/>
          </p:cNvSpPr>
          <p:nvPr>
            <p:ph type="title"/>
          </p:nvPr>
        </p:nvSpPr>
        <p:spPr bwMode="auto">
          <a:xfrm>
            <a:off x="-12193" y="4019230"/>
            <a:ext cx="12192000" cy="1137962"/>
          </a:xfrm>
        </p:spPr>
        <p:txBody>
          <a:bodyPr/>
          <a:lstStyle/>
          <a:p>
            <a:pPr algn="ctr">
              <a:defRPr/>
            </a:pPr>
            <a:r>
              <a:rPr lang="en-AU" sz="4000"/>
              <a:t>Important Trends in Deepfake </a:t>
            </a:r>
            <a:br>
              <a:rPr lang="en-AU" sz="4000"/>
            </a:br>
            <a:r>
              <a:rPr lang="en-AU" sz="4000"/>
              <a:t>Generation, Detection and Prevention</a:t>
            </a:r>
            <a:endParaRPr lang="en-AU" sz="1100"/>
          </a:p>
        </p:txBody>
      </p:sp>
      <p:pic>
        <p:nvPicPr>
          <p:cNvPr id="6" name="Picture 5" descr="Text&#10;&#10;Description automatically generated">
            <a:extLst>
              <a:ext uri="{FF2B5EF4-FFF2-40B4-BE49-F238E27FC236}">
                <a16:creationId xmlns:a16="http://schemas.microsoft.com/office/drawing/2014/main" id="{C8814A9B-5D7A-CE5B-29B3-4ABAF5CA3F79}"/>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bwMode="auto">
          <a:xfrm>
            <a:off x="4872000" y="5818089"/>
            <a:ext cx="2448000" cy="641862"/>
          </a:xfrm>
          <a:prstGeom prst="rect">
            <a:avLst/>
          </a:prstGeom>
        </p:spPr>
      </p:pic>
      <p:sp>
        <p:nvSpPr>
          <p:cNvPr id="2" name="Title 3">
            <a:extLst>
              <a:ext uri="{FF2B5EF4-FFF2-40B4-BE49-F238E27FC236}">
                <a16:creationId xmlns:a16="http://schemas.microsoft.com/office/drawing/2014/main" id="{87144832-9B45-0BC0-A3F4-86B766C441E7}"/>
              </a:ext>
            </a:extLst>
          </p:cNvPr>
          <p:cNvSpPr txBox="1">
            <a:spLocks/>
          </p:cNvSpPr>
          <p:nvPr/>
        </p:nvSpPr>
        <p:spPr bwMode="auto">
          <a:xfrm>
            <a:off x="1463433" y="5157192"/>
            <a:ext cx="9240749" cy="373813"/>
          </a:xfrm>
          <a:prstGeom prst="rect">
            <a:avLst/>
          </a:prstGeom>
        </p:spPr>
        <p:txBody>
          <a:bodyPr vert="horz" lIns="0" tIns="0" rIns="0" bIns="0" rtlCol="0" anchor="t" anchorCtr="0">
            <a:noAutofit/>
          </a:bodyPr>
          <a:lstStyle>
            <a:lvl1pPr algn="l" defTabSz="914400" eaLnBrk="1" hangingPunct="1">
              <a:lnSpc>
                <a:spcPct val="90000"/>
              </a:lnSpc>
              <a:spcBef>
                <a:spcPts val="0"/>
              </a:spcBef>
              <a:buNone/>
              <a:defRPr lang="en-AU" sz="4300" b="0" i="0" u="none" strike="noStrike" cap="none" spc="-200">
                <a:ln>
                  <a:noFill/>
                </a:ln>
                <a:solidFill>
                  <a:schemeClr val="bg1"/>
                </a:solidFill>
                <a:latin typeface="+mj-lt"/>
                <a:ea typeface="+mj-ea"/>
                <a:cs typeface="+mj-cs"/>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AU" sz="1600" b="0" i="0" u="none" strike="noStrike" kern="0" cap="none" spc="-110" normalizeH="0" baseline="0" noProof="0">
                <a:ln>
                  <a:noFill/>
                </a:ln>
                <a:solidFill>
                  <a:prstClr val="white"/>
                </a:solidFill>
                <a:effectLst/>
                <a:uLnTx/>
                <a:uFillTx/>
                <a:latin typeface="Arial" panose="020B0604020202020204" pitchFamily="34" charset="0"/>
                <a:ea typeface="+mj-ea"/>
                <a:cs typeface="Arial" panose="020B0604020202020204" pitchFamily="34" charset="0"/>
              </a:rPr>
              <a:t>INTERPOL Deepfake Detection Workshop 2026</a:t>
            </a:r>
          </a:p>
          <a:p>
            <a:pPr marL="0" marR="0" lvl="0" indent="0" algn="ctr" defTabSz="914400" eaLnBrk="1" fontAlgn="auto" latinLnBrk="0" hangingPunct="1">
              <a:lnSpc>
                <a:spcPct val="90000"/>
              </a:lnSpc>
              <a:spcBef>
                <a:spcPts val="0"/>
              </a:spcBef>
              <a:spcAft>
                <a:spcPts val="0"/>
              </a:spcAft>
              <a:buClrTx/>
              <a:buSzTx/>
              <a:buFontTx/>
              <a:buNone/>
              <a:tabLst/>
              <a:defRPr/>
            </a:pPr>
            <a:endParaRPr lang="en-AU" sz="500" kern="0" spc="-110">
              <a:solidFill>
                <a:prstClr val="white"/>
              </a:solidFill>
              <a:latin typeface="Arial" panose="020B0604020202020204" pitchFamily="34" charset="0"/>
              <a:cs typeface="Arial" panose="020B0604020202020204" pitchFamily="34" charset="0"/>
            </a:endParaRPr>
          </a:p>
          <a:p>
            <a:pPr lvl="0" algn="ctr">
              <a:defRPr/>
            </a:pPr>
            <a:r>
              <a:rPr lang="en-AU" sz="1600" kern="0" spc="-110">
                <a:solidFill>
                  <a:prstClr val="white"/>
                </a:solidFill>
                <a:latin typeface="Arial" panose="020B0604020202020204" pitchFamily="34" charset="0"/>
                <a:cs typeface="Arial" panose="020B0604020202020204" pitchFamily="34" charset="0"/>
              </a:rPr>
              <a:t>Professor Ryan Ko </a:t>
            </a:r>
            <a:r>
              <a:rPr lang="en-AU" sz="1000" kern="0" spc="-110">
                <a:solidFill>
                  <a:prstClr val="white"/>
                </a:solidFill>
                <a:latin typeface="Arial" panose="020B0604020202020204" pitchFamily="34" charset="0"/>
                <a:cs typeface="Arial" panose="020B0604020202020204" pitchFamily="34" charset="0"/>
              </a:rPr>
              <a:t>PhD FACS FCSA FQA |</a:t>
            </a:r>
            <a:r>
              <a:rPr lang="en-AU" sz="1600" kern="0" spc="-110">
                <a:solidFill>
                  <a:prstClr val="white"/>
                </a:solidFill>
                <a:latin typeface="Arial" panose="020B0604020202020204" pitchFamily="34" charset="0"/>
                <a:cs typeface="Arial" panose="020B0604020202020204" pitchFamily="34" charset="0"/>
              </a:rPr>
              <a:t> | Dr </a:t>
            </a:r>
            <a:r>
              <a:rPr lang="en-AU" sz="1600" kern="0" spc="-110" err="1">
                <a:solidFill>
                  <a:prstClr val="white"/>
                </a:solidFill>
                <a:latin typeface="Arial" panose="020B0604020202020204" pitchFamily="34" charset="0"/>
                <a:cs typeface="Arial" panose="020B0604020202020204" pitchFamily="34" charset="0"/>
              </a:rPr>
              <a:t>Hetong</a:t>
            </a:r>
            <a:r>
              <a:rPr lang="en-AU" sz="1600" kern="0" spc="-110">
                <a:solidFill>
                  <a:prstClr val="white"/>
                </a:solidFill>
                <a:latin typeface="Arial" panose="020B0604020202020204" pitchFamily="34" charset="0"/>
                <a:cs typeface="Arial" panose="020B0604020202020204" pitchFamily="34" charset="0"/>
              </a:rPr>
              <a:t> Jiang</a:t>
            </a:r>
            <a:endParaRPr kumimoji="0" lang="en-AU" sz="1600" b="0" i="0" u="none" strike="noStrike" kern="0" cap="none" spc="-11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76ADD-56C2-F344-833B-6285C1F28F9B}"/>
              </a:ext>
            </a:extLst>
          </p:cNvPr>
          <p:cNvSpPr>
            <a:spLocks noGrp="1"/>
          </p:cNvSpPr>
          <p:nvPr>
            <p:ph type="title"/>
          </p:nvPr>
        </p:nvSpPr>
        <p:spPr>
          <a:xfrm>
            <a:off x="684728" y="705342"/>
            <a:ext cx="10768680" cy="1224137"/>
          </a:xfrm>
        </p:spPr>
        <p:txBody>
          <a:bodyPr/>
          <a:lstStyle/>
          <a:p>
            <a:pPr>
              <a:lnSpc>
                <a:spcPct val="100000"/>
              </a:lnSpc>
            </a:pPr>
            <a:r>
              <a:rPr lang="en-US" sz="3200" b="1"/>
              <a:t>UQ Cyber</a:t>
            </a:r>
            <a:r>
              <a:rPr lang="en-US" sz="3200"/>
              <a:t> Research Centre </a:t>
            </a:r>
            <a:br>
              <a:rPr lang="en-US" sz="3200"/>
            </a:br>
            <a:r>
              <a:rPr lang="en-US" sz="1800"/>
              <a:t>An </a:t>
            </a:r>
            <a:r>
              <a:rPr lang="en-US" sz="1800" b="1"/>
              <a:t>Interdisciplinary</a:t>
            </a:r>
            <a:r>
              <a:rPr lang="en-US" sz="1800"/>
              <a:t> Research Centre of 70+ academics and their respective groups/labs (100+ PhDs) across UQ.</a:t>
            </a:r>
            <a:endParaRPr lang="en-US" sz="2000"/>
          </a:p>
        </p:txBody>
      </p:sp>
      <p:sp>
        <p:nvSpPr>
          <p:cNvPr id="4" name="Slide Number Placeholder 3">
            <a:extLst>
              <a:ext uri="{FF2B5EF4-FFF2-40B4-BE49-F238E27FC236}">
                <a16:creationId xmlns:a16="http://schemas.microsoft.com/office/drawing/2014/main" id="{F95E7781-13DA-654B-A529-89AC0077B5AA}"/>
              </a:ext>
            </a:extLst>
          </p:cNvPr>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17DE0E-AFB1-41FD-BC35-27DB61CA125F}" type="slidenum">
              <a:rPr kumimoji="0" lang="en-AU"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800" b="0" i="0" u="none" strike="noStrike" kern="1200" cap="none" spc="0" normalizeH="0" baseline="0" noProof="0">
              <a:ln>
                <a:noFill/>
              </a:ln>
              <a:solidFill>
                <a:prstClr val="black"/>
              </a:solidFill>
              <a:effectLst/>
              <a:uLnTx/>
              <a:uFillTx/>
              <a:latin typeface="Arial"/>
              <a:ea typeface="+mn-ea"/>
              <a:cs typeface="+mn-cs"/>
            </a:endParaRPr>
          </a:p>
        </p:txBody>
      </p:sp>
      <p:sp>
        <p:nvSpPr>
          <p:cNvPr id="6" name="Oval 5">
            <a:extLst>
              <a:ext uri="{FF2B5EF4-FFF2-40B4-BE49-F238E27FC236}">
                <a16:creationId xmlns:a16="http://schemas.microsoft.com/office/drawing/2014/main" id="{94F03050-77A6-F243-B66E-48685CDB0987}"/>
              </a:ext>
            </a:extLst>
          </p:cNvPr>
          <p:cNvSpPr/>
          <p:nvPr/>
        </p:nvSpPr>
        <p:spPr>
          <a:xfrm>
            <a:off x="2707443" y="2260774"/>
            <a:ext cx="5993548" cy="3435532"/>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Oval 6">
            <a:extLst>
              <a:ext uri="{FF2B5EF4-FFF2-40B4-BE49-F238E27FC236}">
                <a16:creationId xmlns:a16="http://schemas.microsoft.com/office/drawing/2014/main" id="{216E4682-D3BB-044F-85A0-A15F0A1B7A64}"/>
              </a:ext>
            </a:extLst>
          </p:cNvPr>
          <p:cNvSpPr/>
          <p:nvPr/>
        </p:nvSpPr>
        <p:spPr>
          <a:xfrm>
            <a:off x="2730616" y="2260774"/>
            <a:ext cx="5993548" cy="3435532"/>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8" name="Group 7">
            <a:extLst>
              <a:ext uri="{FF2B5EF4-FFF2-40B4-BE49-F238E27FC236}">
                <a16:creationId xmlns:a16="http://schemas.microsoft.com/office/drawing/2014/main" id="{1759B603-A4C6-0344-94A9-2FB218F3FCFC}"/>
              </a:ext>
            </a:extLst>
          </p:cNvPr>
          <p:cNvGrpSpPr/>
          <p:nvPr/>
        </p:nvGrpSpPr>
        <p:grpSpPr>
          <a:xfrm>
            <a:off x="649875" y="2078546"/>
            <a:ext cx="3171736" cy="3853542"/>
            <a:chOff x="1204033" y="1655094"/>
            <a:chExt cx="3171736" cy="3853542"/>
          </a:xfrm>
        </p:grpSpPr>
        <p:sp>
          <p:nvSpPr>
            <p:cNvPr id="9" name="Rectangle 8">
              <a:extLst>
                <a:ext uri="{FF2B5EF4-FFF2-40B4-BE49-F238E27FC236}">
                  <a16:creationId xmlns:a16="http://schemas.microsoft.com/office/drawing/2014/main" id="{F3BBC4DC-D7FC-174B-BE4B-F619649C42A5}"/>
                </a:ext>
              </a:extLst>
            </p:cNvPr>
            <p:cNvSpPr/>
            <p:nvPr/>
          </p:nvSpPr>
          <p:spPr>
            <a:xfrm>
              <a:off x="1204033" y="1655094"/>
              <a:ext cx="3154966" cy="3853542"/>
            </a:xfrm>
            <a:prstGeom prst="rect">
              <a:avLst/>
            </a:prstGeom>
            <a:solidFill>
              <a:schemeClr val="bg1"/>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A3D3E043-1EE0-AB49-A41E-5558B2C7A694}"/>
                </a:ext>
              </a:extLst>
            </p:cNvPr>
            <p:cNvGrpSpPr/>
            <p:nvPr/>
          </p:nvGrpSpPr>
          <p:grpSpPr>
            <a:xfrm>
              <a:off x="1318482" y="2211020"/>
              <a:ext cx="3057287" cy="3103820"/>
              <a:chOff x="1403925" y="2563141"/>
              <a:chExt cx="3057287" cy="3103820"/>
            </a:xfrm>
          </p:grpSpPr>
          <p:pic>
            <p:nvPicPr>
              <p:cNvPr id="11" name="Picture 10">
                <a:extLst>
                  <a:ext uri="{FF2B5EF4-FFF2-40B4-BE49-F238E27FC236}">
                    <a16:creationId xmlns:a16="http://schemas.microsoft.com/office/drawing/2014/main" id="{DC8CE479-EE90-8845-B9A5-293A2AE60C2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32971" y="2563141"/>
                <a:ext cx="539931" cy="528052"/>
              </a:xfrm>
              <a:prstGeom prst="rect">
                <a:avLst/>
              </a:prstGeom>
            </p:spPr>
          </p:pic>
          <p:pic>
            <p:nvPicPr>
              <p:cNvPr id="12" name="Picture 11">
                <a:extLst>
                  <a:ext uri="{FF2B5EF4-FFF2-40B4-BE49-F238E27FC236}">
                    <a16:creationId xmlns:a16="http://schemas.microsoft.com/office/drawing/2014/main" id="{2E38685C-2CEF-E641-91D0-10F1D36773A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03925" y="3582930"/>
                <a:ext cx="1188563" cy="475145"/>
              </a:xfrm>
              <a:prstGeom prst="rect">
                <a:avLst/>
              </a:prstGeom>
            </p:spPr>
          </p:pic>
          <p:sp>
            <p:nvSpPr>
              <p:cNvPr id="13" name="TextBox 12">
                <a:extLst>
                  <a:ext uri="{FF2B5EF4-FFF2-40B4-BE49-F238E27FC236}">
                    <a16:creationId xmlns:a16="http://schemas.microsoft.com/office/drawing/2014/main" id="{48B51B8D-B88A-0042-AB39-5EF119574943}"/>
                  </a:ext>
                </a:extLst>
              </p:cNvPr>
              <p:cNvSpPr txBox="1"/>
              <p:nvPr/>
            </p:nvSpPr>
            <p:spPr>
              <a:xfrm>
                <a:off x="2449081" y="2610780"/>
                <a:ext cx="1184366" cy="70788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err="1">
                    <a:ln>
                      <a:noFill/>
                    </a:ln>
                    <a:solidFill>
                      <a:srgbClr val="51247A"/>
                    </a:solidFill>
                    <a:effectLst/>
                    <a:uLnTx/>
                    <a:uFillTx/>
                    <a:latin typeface="Arial"/>
                    <a:ea typeface="+mn-ea"/>
                    <a:cs typeface="Calibri"/>
                  </a:rPr>
                  <a:t>AusCERT</a:t>
                </a:r>
                <a:r>
                  <a:rPr kumimoji="0" lang="en-AU" sz="1600" b="0" i="0" u="none" strike="noStrike" kern="1200" cap="none" spc="0" normalizeH="0" baseline="0" noProof="0">
                    <a:ln>
                      <a:noFill/>
                    </a:ln>
                    <a:solidFill>
                      <a:srgbClr val="51247A"/>
                    </a:solidFill>
                    <a:effectLst/>
                    <a:uLnTx/>
                    <a:uFillTx/>
                    <a:latin typeface="Arial"/>
                    <a:ea typeface="+mn-ea"/>
                    <a:cs typeface="Calibri"/>
                  </a:rPr>
                  <a:t> </a:t>
                </a:r>
                <a:r>
                  <a:rPr kumimoji="0" lang="en-AU" sz="1200" b="0" i="0" u="none" strike="noStrike" kern="1200" cap="none" spc="0" normalizeH="0" baseline="0" noProof="0">
                    <a:ln>
                      <a:noFill/>
                    </a:ln>
                    <a:solidFill>
                      <a:srgbClr val="51247A"/>
                    </a:solidFill>
                    <a:effectLst/>
                    <a:uLnTx/>
                    <a:uFillTx/>
                    <a:latin typeface="Arial"/>
                    <a:ea typeface="+mn-ea"/>
                    <a:cs typeface="Calibri"/>
                  </a:rPr>
                  <a:t>and </a:t>
                </a:r>
                <a:r>
                  <a:rPr lang="en-AU" sz="1200">
                    <a:solidFill>
                      <a:srgbClr val="51247A"/>
                    </a:solidFill>
                    <a:latin typeface="Arial"/>
                    <a:cs typeface="Calibri"/>
                  </a:rPr>
                  <a:t>400</a:t>
                </a:r>
                <a:r>
                  <a:rPr kumimoji="0" lang="en-AU" sz="1200" b="0" i="0" u="none" strike="noStrike" kern="1200" cap="none" spc="0" normalizeH="0" baseline="0" noProof="0">
                    <a:ln>
                      <a:noFill/>
                    </a:ln>
                    <a:solidFill>
                      <a:srgbClr val="51247A"/>
                    </a:solidFill>
                    <a:effectLst/>
                    <a:uLnTx/>
                    <a:uFillTx/>
                    <a:latin typeface="Arial"/>
                    <a:ea typeface="+mn-ea"/>
                    <a:cs typeface="Calibri"/>
                  </a:rPr>
                  <a:t>+ members</a:t>
                </a:r>
                <a:endParaRPr kumimoji="0" lang="en-AU" sz="1600" b="0" i="0" u="none" strike="noStrike" kern="1200" cap="none" spc="0" normalizeH="0" baseline="0" noProof="0">
                  <a:ln>
                    <a:noFill/>
                  </a:ln>
                  <a:solidFill>
                    <a:srgbClr val="51247A"/>
                  </a:solidFill>
                  <a:effectLst/>
                  <a:uLnTx/>
                  <a:uFillTx/>
                  <a:latin typeface="Arial"/>
                  <a:ea typeface="+mn-ea"/>
                  <a:cs typeface="Calibri"/>
                </a:endParaRPr>
              </a:p>
            </p:txBody>
          </p:sp>
          <p:sp>
            <p:nvSpPr>
              <p:cNvPr id="14" name="TextBox 13">
                <a:extLst>
                  <a:ext uri="{FF2B5EF4-FFF2-40B4-BE49-F238E27FC236}">
                    <a16:creationId xmlns:a16="http://schemas.microsoft.com/office/drawing/2014/main" id="{9E5D89B0-8CF0-2642-9685-1651C76F690F}"/>
                  </a:ext>
                </a:extLst>
              </p:cNvPr>
              <p:cNvSpPr txBox="1"/>
              <p:nvPr/>
            </p:nvSpPr>
            <p:spPr>
              <a:xfrm>
                <a:off x="2639136" y="3440637"/>
                <a:ext cx="1692608"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Information Technology Services Division</a:t>
                </a:r>
              </a:p>
            </p:txBody>
          </p:sp>
          <p:sp>
            <p:nvSpPr>
              <p:cNvPr id="15" name="TextBox 14">
                <a:extLst>
                  <a:ext uri="{FF2B5EF4-FFF2-40B4-BE49-F238E27FC236}">
                    <a16:creationId xmlns:a16="http://schemas.microsoft.com/office/drawing/2014/main" id="{FB0366D4-E05D-B34F-9B08-C4EF31AF81AC}"/>
                  </a:ext>
                </a:extLst>
              </p:cNvPr>
              <p:cNvSpPr txBox="1"/>
              <p:nvPr/>
            </p:nvSpPr>
            <p:spPr>
              <a:xfrm>
                <a:off x="1579915" y="4835964"/>
                <a:ext cx="288129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Industry, Governments &amp; International Organisations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(&gt;100 partners)</a:t>
                </a:r>
              </a:p>
            </p:txBody>
          </p:sp>
        </p:grpSp>
      </p:grpSp>
      <p:grpSp>
        <p:nvGrpSpPr>
          <p:cNvPr id="16" name="Group 15">
            <a:extLst>
              <a:ext uri="{FF2B5EF4-FFF2-40B4-BE49-F238E27FC236}">
                <a16:creationId xmlns:a16="http://schemas.microsoft.com/office/drawing/2014/main" id="{E8E7B997-5A3D-9449-96F1-14CAFA417846}"/>
              </a:ext>
            </a:extLst>
          </p:cNvPr>
          <p:cNvGrpSpPr/>
          <p:nvPr/>
        </p:nvGrpSpPr>
        <p:grpSpPr>
          <a:xfrm>
            <a:off x="4239197" y="2078546"/>
            <a:ext cx="3295550" cy="4087451"/>
            <a:chOff x="4893362" y="1998619"/>
            <a:chExt cx="3295550" cy="4087451"/>
          </a:xfrm>
        </p:grpSpPr>
        <p:sp>
          <p:nvSpPr>
            <p:cNvPr id="17" name="Rectangle 16">
              <a:extLst>
                <a:ext uri="{FF2B5EF4-FFF2-40B4-BE49-F238E27FC236}">
                  <a16:creationId xmlns:a16="http://schemas.microsoft.com/office/drawing/2014/main" id="{BDB23AF8-6D6B-554D-B724-DDD72380C132}"/>
                </a:ext>
              </a:extLst>
            </p:cNvPr>
            <p:cNvSpPr/>
            <p:nvPr/>
          </p:nvSpPr>
          <p:spPr>
            <a:xfrm>
              <a:off x="4893362" y="1998619"/>
              <a:ext cx="3154966" cy="3870734"/>
            </a:xfrm>
            <a:prstGeom prst="rect">
              <a:avLst/>
            </a:prstGeom>
            <a:solidFill>
              <a:schemeClr val="bg1"/>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rial"/>
                <a:ea typeface="+mn-ea"/>
                <a:cs typeface="+mn-cs"/>
              </a:endParaRPr>
            </a:p>
          </p:txBody>
        </p:sp>
        <p:sp>
          <p:nvSpPr>
            <p:cNvPr id="18" name="Rectangle 17">
              <a:extLst>
                <a:ext uri="{FF2B5EF4-FFF2-40B4-BE49-F238E27FC236}">
                  <a16:creationId xmlns:a16="http://schemas.microsoft.com/office/drawing/2014/main" id="{256B2AF8-91FB-424A-9C70-CF12CA223A01}"/>
                </a:ext>
              </a:extLst>
            </p:cNvPr>
            <p:cNvSpPr/>
            <p:nvPr/>
          </p:nvSpPr>
          <p:spPr>
            <a:xfrm>
              <a:off x="4971657" y="2469695"/>
              <a:ext cx="3217255" cy="3616375"/>
            </a:xfrm>
            <a:prstGeom prst="rect">
              <a:avLst/>
            </a:prstGeom>
            <a:noFill/>
          </p:spPr>
          <p:txBody>
            <a:bodyPr wrap="square">
              <a:spAutoFit/>
            </a:bodyPr>
            <a:lstStyle/>
            <a:p>
              <a:pPr marL="0" marR="0" lvl="0" indent="0" algn="l" defTabSz="914400" rtl="0" eaLnBrk="1" fontAlgn="auto" latinLnBrk="0" hangingPunct="1">
                <a:lnSpc>
                  <a:spcPct val="100000"/>
                </a:lnSpc>
                <a:spcBef>
                  <a:spcPts val="300"/>
                </a:spcBef>
                <a:spcAft>
                  <a:spcPts val="600"/>
                </a:spcAft>
                <a:buClrTx/>
                <a:buSzTx/>
                <a:buFontTx/>
                <a:buNone/>
                <a:tabLst/>
                <a:defRPr/>
              </a:pPr>
              <a:r>
                <a:rPr kumimoji="0" lang="en-AU" sz="1400" b="0" i="0" u="none" strike="noStrike" kern="1200" cap="none" spc="0" normalizeH="0" baseline="0" noProof="0">
                  <a:ln>
                    <a:noFill/>
                  </a:ln>
                  <a:solidFill>
                    <a:srgbClr val="51247A"/>
                  </a:solidFill>
                  <a:effectLst/>
                  <a:uLnTx/>
                  <a:uFillTx/>
                  <a:latin typeface="Arial"/>
                  <a:ea typeface="+mn-ea"/>
                  <a:cs typeface="+mn-cs"/>
                </a:rPr>
                <a:t>13 Entities (Faculties and Schools):</a:t>
              </a:r>
            </a:p>
            <a:p>
              <a:pPr marL="285750" marR="0" lvl="0" indent="-285750" algn="l" defTabSz="914400" rtl="0" eaLnBrk="1" fontAlgn="auto" latinLnBrk="0" hangingPunct="1">
                <a:lnSpc>
                  <a:spcPct val="100000"/>
                </a:lnSpc>
                <a:spcBef>
                  <a:spcPts val="300"/>
                </a:spcBef>
                <a:spcAft>
                  <a:spcPts val="600"/>
                </a:spcAft>
                <a:buClrTx/>
                <a:buSzTx/>
                <a:buFont typeface="Arial" panose="020B0604020202020204" pitchFamily="34" charset="0"/>
                <a:buChar char="•"/>
                <a:tabLst/>
                <a:defRPr/>
              </a:pPr>
              <a:r>
                <a:rPr kumimoji="0" lang="en-AU" sz="1200" b="0" i="0" u="none" strike="noStrike" kern="1200" cap="none" spc="0" normalizeH="0" baseline="0" noProof="0">
                  <a:ln>
                    <a:noFill/>
                  </a:ln>
                  <a:solidFill>
                    <a:srgbClr val="51247A"/>
                  </a:solidFill>
                  <a:effectLst/>
                  <a:uLnTx/>
                  <a:uFillTx/>
                  <a:latin typeface="Arial"/>
                  <a:ea typeface="+mn-ea"/>
                  <a:cs typeface="+mn-cs"/>
                </a:rPr>
                <a:t>Engineering, Architecture and Information Technology (Electrical Engineering and Computer Science) </a:t>
              </a:r>
            </a:p>
            <a:p>
              <a:pPr marL="285750" marR="0" lvl="0" indent="-285750" algn="l" defTabSz="914400" rtl="0" eaLnBrk="1" fontAlgn="auto" latinLnBrk="0" hangingPunct="1">
                <a:lnSpc>
                  <a:spcPct val="100000"/>
                </a:lnSpc>
                <a:spcBef>
                  <a:spcPts val="300"/>
                </a:spcBef>
                <a:spcAft>
                  <a:spcPts val="600"/>
                </a:spcAft>
                <a:buClrTx/>
                <a:buSzTx/>
                <a:buFont typeface="Arial" panose="020B0604020202020204" pitchFamily="34" charset="0"/>
                <a:buChar char="•"/>
                <a:tabLst/>
                <a:defRPr/>
              </a:pPr>
              <a:r>
                <a:rPr kumimoji="0" lang="en-AU" sz="1200" b="0" i="0" u="none" strike="noStrike" kern="1200" cap="none" spc="0" normalizeH="0" baseline="0" noProof="0">
                  <a:ln>
                    <a:noFill/>
                  </a:ln>
                  <a:solidFill>
                    <a:srgbClr val="51247A"/>
                  </a:solidFill>
                  <a:effectLst/>
                  <a:uLnTx/>
                  <a:uFillTx/>
                  <a:latin typeface="Arial"/>
                  <a:ea typeface="+mn-ea"/>
                  <a:cs typeface="+mn-cs"/>
                </a:rPr>
                <a:t>Science (Maths and Physics)</a:t>
              </a:r>
            </a:p>
            <a:p>
              <a:pPr marL="285750" marR="0" lvl="0" indent="-285750" algn="l" defTabSz="914400" rtl="0" eaLnBrk="1" fontAlgn="auto" latinLnBrk="0" hangingPunct="1">
                <a:lnSpc>
                  <a:spcPct val="100000"/>
                </a:lnSpc>
                <a:spcBef>
                  <a:spcPts val="300"/>
                </a:spcBef>
                <a:spcAft>
                  <a:spcPts val="600"/>
                </a:spcAft>
                <a:buClrTx/>
                <a:buSzTx/>
                <a:buFont typeface="Arial" panose="020B0604020202020204" pitchFamily="34" charset="0"/>
                <a:buChar char="•"/>
                <a:tabLst/>
                <a:defRPr/>
              </a:pPr>
              <a:r>
                <a:rPr kumimoji="0" lang="en-AU" sz="1200" b="0" i="0" u="none" strike="noStrike" kern="1200" cap="none" spc="0" normalizeH="0" baseline="0" noProof="0">
                  <a:ln>
                    <a:noFill/>
                  </a:ln>
                  <a:solidFill>
                    <a:srgbClr val="51247A"/>
                  </a:solidFill>
                  <a:effectLst/>
                  <a:uLnTx/>
                  <a:uFillTx/>
                  <a:latin typeface="Arial"/>
                  <a:ea typeface="+mn-ea"/>
                  <a:cs typeface="+mn-cs"/>
                </a:rPr>
                <a:t>Humanities and Social Sciences (Criminology, Political Science)</a:t>
              </a:r>
            </a:p>
            <a:p>
              <a:pPr marL="285750" marR="0" lvl="0" indent="-285750" algn="l" defTabSz="914400" rtl="0" eaLnBrk="1" fontAlgn="auto" latinLnBrk="0" hangingPunct="1">
                <a:lnSpc>
                  <a:spcPct val="100000"/>
                </a:lnSpc>
                <a:spcBef>
                  <a:spcPts val="300"/>
                </a:spcBef>
                <a:spcAft>
                  <a:spcPts val="600"/>
                </a:spcAft>
                <a:buClrTx/>
                <a:buSzTx/>
                <a:buFont typeface="Arial" panose="020B0604020202020204" pitchFamily="34" charset="0"/>
                <a:buChar char="•"/>
                <a:tabLst/>
                <a:defRPr/>
              </a:pPr>
              <a:r>
                <a:rPr kumimoji="0" lang="en-AU" sz="1200" b="0" i="0" u="none" strike="noStrike" kern="1200" cap="none" spc="0" normalizeH="0" baseline="0" noProof="0">
                  <a:ln>
                    <a:noFill/>
                  </a:ln>
                  <a:solidFill>
                    <a:srgbClr val="51247A"/>
                  </a:solidFill>
                  <a:effectLst/>
                  <a:uLnTx/>
                  <a:uFillTx/>
                  <a:latin typeface="Arial"/>
                  <a:ea typeface="+mn-ea"/>
                  <a:cs typeface="+mn-cs"/>
                </a:rPr>
                <a:t>Business, Economics and Law</a:t>
              </a:r>
            </a:p>
            <a:p>
              <a:pPr marL="285750" marR="0" lvl="0" indent="-285750" algn="l" defTabSz="914400" rtl="0" eaLnBrk="1" fontAlgn="auto" latinLnBrk="0" hangingPunct="1">
                <a:lnSpc>
                  <a:spcPct val="100000"/>
                </a:lnSpc>
                <a:spcBef>
                  <a:spcPts val="300"/>
                </a:spcBef>
                <a:spcAft>
                  <a:spcPts val="600"/>
                </a:spcAft>
                <a:buClrTx/>
                <a:buSzTx/>
                <a:buFont typeface="Arial" panose="020B0604020202020204" pitchFamily="34" charset="0"/>
                <a:buChar char="•"/>
                <a:tabLst/>
                <a:defRPr/>
              </a:pPr>
              <a:r>
                <a:rPr kumimoji="0" lang="en-AU" sz="1200" b="0" i="0" u="none" strike="noStrike" kern="1200" cap="none" spc="0" normalizeH="0" baseline="0" noProof="0">
                  <a:ln>
                    <a:noFill/>
                  </a:ln>
                  <a:solidFill>
                    <a:srgbClr val="51247A"/>
                  </a:solidFill>
                  <a:effectLst/>
                  <a:uLnTx/>
                  <a:uFillTx/>
                  <a:latin typeface="Arial"/>
                  <a:ea typeface="+mn-ea"/>
                  <a:cs typeface="+mn-cs"/>
                </a:rPr>
                <a:t>Medicine</a:t>
              </a:r>
            </a:p>
            <a:p>
              <a:pPr marL="0" marR="0" lvl="0" indent="0" algn="l" defTabSz="914400" rtl="0" eaLnBrk="1" fontAlgn="auto" latinLnBrk="0" hangingPunct="1">
                <a:lnSpc>
                  <a:spcPct val="100000"/>
                </a:lnSpc>
                <a:spcBef>
                  <a:spcPts val="300"/>
                </a:spcBef>
                <a:spcAft>
                  <a:spcPts val="600"/>
                </a:spcAft>
                <a:buClrTx/>
                <a:buSzTx/>
                <a:buFontTx/>
                <a:buNone/>
                <a:tabLst/>
                <a:defRPr/>
              </a:pPr>
              <a:r>
                <a:rPr kumimoji="0" lang="en-AU" sz="1400" b="0" i="0" u="none" strike="noStrike" kern="1200" cap="none" spc="0" normalizeH="0" baseline="0" noProof="0">
                  <a:ln>
                    <a:noFill/>
                  </a:ln>
                  <a:solidFill>
                    <a:srgbClr val="51247A"/>
                  </a:solidFill>
                  <a:effectLst/>
                  <a:uLnTx/>
                  <a:uFillTx/>
                  <a:latin typeface="Arial"/>
                  <a:ea typeface="+mn-ea"/>
                  <a:cs typeface="+mn-cs"/>
                </a:rPr>
                <a:t>Centre for Policy Futures</a:t>
              </a:r>
            </a:p>
            <a:p>
              <a:pPr marL="0" marR="0" lvl="0" indent="0" algn="l" defTabSz="914400" rtl="0" eaLnBrk="1" fontAlgn="auto" latinLnBrk="0" hangingPunct="1">
                <a:lnSpc>
                  <a:spcPct val="100000"/>
                </a:lnSpc>
                <a:spcBef>
                  <a:spcPts val="300"/>
                </a:spcBef>
                <a:spcAft>
                  <a:spcPts val="600"/>
                </a:spcAft>
                <a:buClrTx/>
                <a:buSzTx/>
                <a:buFontTx/>
                <a:buNone/>
                <a:tabLst/>
                <a:defRPr/>
              </a:pPr>
              <a:r>
                <a:rPr kumimoji="0" lang="en-AU" sz="1400" b="0" i="0" u="none" strike="noStrike" kern="1200" cap="none" spc="0" normalizeH="0" baseline="0" noProof="0">
                  <a:ln>
                    <a:noFill/>
                  </a:ln>
                  <a:solidFill>
                    <a:srgbClr val="51247A"/>
                  </a:solidFill>
                  <a:effectLst/>
                  <a:uLnTx/>
                  <a:uFillTx/>
                  <a:latin typeface="Arial"/>
                  <a:ea typeface="+mn-ea"/>
                  <a:cs typeface="+mn-cs"/>
                </a:rPr>
                <a:t>Institute for Social Science Research </a:t>
              </a:r>
            </a:p>
            <a:p>
              <a:pPr marL="0" marR="0" lvl="0" indent="0" algn="l" defTabSz="914400" rtl="0" eaLnBrk="1" fontAlgn="auto" latinLnBrk="0" hangingPunct="1">
                <a:lnSpc>
                  <a:spcPct val="100000"/>
                </a:lnSpc>
                <a:spcBef>
                  <a:spcPts val="300"/>
                </a:spcBef>
                <a:spcAft>
                  <a:spcPts val="600"/>
                </a:spcAft>
                <a:buClrTx/>
                <a:buSzTx/>
                <a:buFontTx/>
                <a:buNone/>
                <a:tabLst/>
                <a:defRPr/>
              </a:pPr>
              <a:r>
                <a:rPr kumimoji="0" lang="en-AU" sz="1400" b="0" i="0" u="none" strike="noStrike" kern="1200" cap="none" spc="0" normalizeH="0" baseline="0" noProof="0" err="1">
                  <a:ln>
                    <a:noFill/>
                  </a:ln>
                  <a:solidFill>
                    <a:srgbClr val="51247A"/>
                  </a:solidFill>
                  <a:effectLst/>
                  <a:uLnTx/>
                  <a:uFillTx/>
                  <a:latin typeface="Arial"/>
                  <a:ea typeface="+mn-ea"/>
                  <a:cs typeface="+mn-cs"/>
                </a:rPr>
                <a:t>AusCERT</a:t>
              </a:r>
              <a:r>
                <a:rPr kumimoji="0" lang="en-AU" sz="1400" b="0" i="0" u="none" strike="noStrike" kern="1200" cap="none" spc="0" normalizeH="0" baseline="0" noProof="0">
                  <a:ln>
                    <a:noFill/>
                  </a:ln>
                  <a:solidFill>
                    <a:srgbClr val="51247A"/>
                  </a:solidFill>
                  <a:effectLst/>
                  <a:uLnTx/>
                  <a:uFillTx/>
                  <a:latin typeface="Arial"/>
                  <a:ea typeface="+mn-ea"/>
                  <a:cs typeface="+mn-cs"/>
                </a:rPr>
                <a:t> Research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grpSp>
      <p:grpSp>
        <p:nvGrpSpPr>
          <p:cNvPr id="19" name="Group 18">
            <a:extLst>
              <a:ext uri="{FF2B5EF4-FFF2-40B4-BE49-F238E27FC236}">
                <a16:creationId xmlns:a16="http://schemas.microsoft.com/office/drawing/2014/main" id="{ECBE224C-51B1-584A-A40E-3A4F5DBAAA00}"/>
              </a:ext>
            </a:extLst>
          </p:cNvPr>
          <p:cNvGrpSpPr/>
          <p:nvPr/>
        </p:nvGrpSpPr>
        <p:grpSpPr>
          <a:xfrm>
            <a:off x="7880856" y="2078546"/>
            <a:ext cx="3637650" cy="3853542"/>
            <a:chOff x="8494331" y="2007215"/>
            <a:chExt cx="3637650" cy="3853542"/>
          </a:xfrm>
        </p:grpSpPr>
        <p:sp>
          <p:nvSpPr>
            <p:cNvPr id="20" name="Rectangle 19">
              <a:extLst>
                <a:ext uri="{FF2B5EF4-FFF2-40B4-BE49-F238E27FC236}">
                  <a16:creationId xmlns:a16="http://schemas.microsoft.com/office/drawing/2014/main" id="{C4811884-710B-B546-85B9-31F3B284207A}"/>
                </a:ext>
              </a:extLst>
            </p:cNvPr>
            <p:cNvSpPr/>
            <p:nvPr/>
          </p:nvSpPr>
          <p:spPr>
            <a:xfrm>
              <a:off x="8494331" y="2007215"/>
              <a:ext cx="3303444" cy="3853542"/>
            </a:xfrm>
            <a:prstGeom prst="rect">
              <a:avLst/>
            </a:prstGeom>
            <a:solidFill>
              <a:schemeClr val="bg1"/>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21" name="Group 20">
              <a:extLst>
                <a:ext uri="{FF2B5EF4-FFF2-40B4-BE49-F238E27FC236}">
                  <a16:creationId xmlns:a16="http://schemas.microsoft.com/office/drawing/2014/main" id="{B2971ACE-6726-374A-AEAC-97F58D909F42}"/>
                </a:ext>
              </a:extLst>
            </p:cNvPr>
            <p:cNvGrpSpPr/>
            <p:nvPr/>
          </p:nvGrpSpPr>
          <p:grpSpPr>
            <a:xfrm>
              <a:off x="8739583" y="2582133"/>
              <a:ext cx="3392398" cy="3079792"/>
              <a:chOff x="8739583" y="2582133"/>
              <a:chExt cx="3392398" cy="3079792"/>
            </a:xfrm>
          </p:grpSpPr>
          <p:pic>
            <p:nvPicPr>
              <p:cNvPr id="22" name="Picture 21">
                <a:extLst>
                  <a:ext uri="{FF2B5EF4-FFF2-40B4-BE49-F238E27FC236}">
                    <a16:creationId xmlns:a16="http://schemas.microsoft.com/office/drawing/2014/main" id="{4CE3F825-FC86-9444-B529-F913E9D602D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739583" y="3242889"/>
                <a:ext cx="491938" cy="455284"/>
              </a:xfrm>
              <a:prstGeom prst="rect">
                <a:avLst/>
              </a:prstGeom>
            </p:spPr>
          </p:pic>
          <p:pic>
            <p:nvPicPr>
              <p:cNvPr id="23" name="Picture 22">
                <a:extLst>
                  <a:ext uri="{FF2B5EF4-FFF2-40B4-BE49-F238E27FC236}">
                    <a16:creationId xmlns:a16="http://schemas.microsoft.com/office/drawing/2014/main" id="{C3342028-69A2-FD45-9FB1-42069FAD745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803210" y="4126667"/>
                <a:ext cx="355357" cy="337288"/>
              </a:xfrm>
              <a:prstGeom prst="rect">
                <a:avLst/>
              </a:prstGeom>
            </p:spPr>
          </p:pic>
          <p:pic>
            <p:nvPicPr>
              <p:cNvPr id="24" name="Picture 23">
                <a:extLst>
                  <a:ext uri="{FF2B5EF4-FFF2-40B4-BE49-F238E27FC236}">
                    <a16:creationId xmlns:a16="http://schemas.microsoft.com/office/drawing/2014/main" id="{23A9F78B-3F7A-9146-BC3C-E6148BA019B6}"/>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784489" y="2583867"/>
                <a:ext cx="407350" cy="411684"/>
              </a:xfrm>
              <a:prstGeom prst="rect">
                <a:avLst/>
              </a:prstGeom>
            </p:spPr>
          </p:pic>
          <p:pic>
            <p:nvPicPr>
              <p:cNvPr id="25" name="Picture 24">
                <a:extLst>
                  <a:ext uri="{FF2B5EF4-FFF2-40B4-BE49-F238E27FC236}">
                    <a16:creationId xmlns:a16="http://schemas.microsoft.com/office/drawing/2014/main" id="{AD17F428-559C-6040-83D5-044782519CB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891804" y="5259458"/>
                <a:ext cx="358880" cy="361382"/>
              </a:xfrm>
              <a:prstGeom prst="rect">
                <a:avLst/>
              </a:prstGeom>
            </p:spPr>
          </p:pic>
          <p:sp>
            <p:nvSpPr>
              <p:cNvPr id="26" name="TextBox 25">
                <a:extLst>
                  <a:ext uri="{FF2B5EF4-FFF2-40B4-BE49-F238E27FC236}">
                    <a16:creationId xmlns:a16="http://schemas.microsoft.com/office/drawing/2014/main" id="{6C537BA8-9137-5749-8608-2DDF11FF8990}"/>
                  </a:ext>
                </a:extLst>
              </p:cNvPr>
              <p:cNvSpPr txBox="1"/>
              <p:nvPr/>
            </p:nvSpPr>
            <p:spPr>
              <a:xfrm>
                <a:off x="9212606" y="2582133"/>
                <a:ext cx="288129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CPD Courses</a:t>
                </a:r>
              </a:p>
            </p:txBody>
          </p:sp>
          <p:sp>
            <p:nvSpPr>
              <p:cNvPr id="27" name="TextBox 26">
                <a:extLst>
                  <a:ext uri="{FF2B5EF4-FFF2-40B4-BE49-F238E27FC236}">
                    <a16:creationId xmlns:a16="http://schemas.microsoft.com/office/drawing/2014/main" id="{AD7546AF-F24A-934F-A101-3C0342B09288}"/>
                  </a:ext>
                </a:extLst>
              </p:cNvPr>
              <p:cNvSpPr txBox="1"/>
              <p:nvPr/>
            </p:nvSpPr>
            <p:spPr>
              <a:xfrm>
                <a:off x="9185586" y="3179795"/>
                <a:ext cx="2881297" cy="8002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Bachelor of Computer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Science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(Cyber Security Major)</a:t>
                </a:r>
              </a:p>
            </p:txBody>
          </p:sp>
          <p:sp>
            <p:nvSpPr>
              <p:cNvPr id="28" name="TextBox 27">
                <a:extLst>
                  <a:ext uri="{FF2B5EF4-FFF2-40B4-BE49-F238E27FC236}">
                    <a16:creationId xmlns:a16="http://schemas.microsoft.com/office/drawing/2014/main" id="{0C2630B0-AD64-1746-8566-3D462DE70E95}"/>
                  </a:ext>
                </a:extLst>
              </p:cNvPr>
              <p:cNvSpPr txBox="1"/>
              <p:nvPr/>
            </p:nvSpPr>
            <p:spPr>
              <a:xfrm>
                <a:off x="9185586" y="4113972"/>
                <a:ext cx="2881297"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Master of Cyber Security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Grad </a:t>
                </a:r>
                <a:r>
                  <a:rPr kumimoji="0" lang="en-AU" sz="1600" b="0" i="0" u="none" strike="noStrike" kern="1200" cap="none" spc="0" normalizeH="0" baseline="0" noProof="0" err="1">
                    <a:ln>
                      <a:noFill/>
                    </a:ln>
                    <a:solidFill>
                      <a:srgbClr val="51247A"/>
                    </a:solidFill>
                    <a:effectLst/>
                    <a:uLnTx/>
                    <a:uFillTx/>
                    <a:latin typeface="Arial"/>
                    <a:ea typeface="+mn-ea"/>
                    <a:cs typeface="Calibri" panose="020F0502020204030204" pitchFamily="34" charset="0"/>
                  </a:rPr>
                  <a:t>Dipl</a:t>
                </a: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 in Cyber Security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(4 Fields of Study)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Grad Cert in Cyber Security</a:t>
                </a:r>
              </a:p>
            </p:txBody>
          </p:sp>
          <p:sp>
            <p:nvSpPr>
              <p:cNvPr id="29" name="TextBox 28">
                <a:extLst>
                  <a:ext uri="{FF2B5EF4-FFF2-40B4-BE49-F238E27FC236}">
                    <a16:creationId xmlns:a16="http://schemas.microsoft.com/office/drawing/2014/main" id="{047F662A-197D-B341-8DA8-1675E8A5A51E}"/>
                  </a:ext>
                </a:extLst>
              </p:cNvPr>
              <p:cNvSpPr txBox="1"/>
              <p:nvPr/>
            </p:nvSpPr>
            <p:spPr>
              <a:xfrm>
                <a:off x="9250684" y="5323371"/>
                <a:ext cx="288129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a:ln>
                      <a:noFill/>
                    </a:ln>
                    <a:solidFill>
                      <a:srgbClr val="51247A"/>
                    </a:solidFill>
                    <a:effectLst/>
                    <a:uLnTx/>
                    <a:uFillTx/>
                    <a:latin typeface="Arial"/>
                    <a:ea typeface="+mn-ea"/>
                    <a:cs typeface="Calibri" panose="020F0502020204030204" pitchFamily="34" charset="0"/>
                  </a:rPr>
                  <a:t>PhD &amp; MPhil</a:t>
                </a:r>
                <a:endParaRPr kumimoji="0" lang="en-AU" sz="1400" b="0" i="0" u="none" strike="noStrike" kern="1200" cap="none" spc="0" normalizeH="0" baseline="0" noProof="0">
                  <a:ln>
                    <a:noFill/>
                  </a:ln>
                  <a:solidFill>
                    <a:srgbClr val="51247A"/>
                  </a:solidFill>
                  <a:effectLst/>
                  <a:uLnTx/>
                  <a:uFillTx/>
                  <a:latin typeface="Arial"/>
                  <a:ea typeface="+mn-ea"/>
                  <a:cs typeface="Calibri" panose="020F0502020204030204" pitchFamily="34" charset="0"/>
                </a:endParaRPr>
              </a:p>
            </p:txBody>
          </p:sp>
        </p:grpSp>
      </p:grpSp>
      <p:sp>
        <p:nvSpPr>
          <p:cNvPr id="30" name="TextBox 29">
            <a:extLst>
              <a:ext uri="{FF2B5EF4-FFF2-40B4-BE49-F238E27FC236}">
                <a16:creationId xmlns:a16="http://schemas.microsoft.com/office/drawing/2014/main" id="{22AF0958-40E3-374D-8849-1CA3FE5D175E}"/>
              </a:ext>
            </a:extLst>
          </p:cNvPr>
          <p:cNvSpPr txBox="1"/>
          <p:nvPr/>
        </p:nvSpPr>
        <p:spPr>
          <a:xfrm>
            <a:off x="775669" y="2041184"/>
            <a:ext cx="244773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a:ln>
                  <a:noFill/>
                </a:ln>
                <a:solidFill>
                  <a:srgbClr val="00A2C7"/>
                </a:solidFill>
                <a:effectLst/>
                <a:uLnTx/>
                <a:uFillTx/>
                <a:latin typeface="Calibri" panose="020F0502020204030204" pitchFamily="34" charset="0"/>
                <a:ea typeface="+mn-ea"/>
                <a:cs typeface="+mn-cs"/>
              </a:rPr>
              <a:t>Industry</a:t>
            </a:r>
          </a:p>
        </p:txBody>
      </p:sp>
      <p:sp>
        <p:nvSpPr>
          <p:cNvPr id="31" name="TextBox 30">
            <a:extLst>
              <a:ext uri="{FF2B5EF4-FFF2-40B4-BE49-F238E27FC236}">
                <a16:creationId xmlns:a16="http://schemas.microsoft.com/office/drawing/2014/main" id="{85787091-08F3-EC45-91F9-91BF5331EC73}"/>
              </a:ext>
            </a:extLst>
          </p:cNvPr>
          <p:cNvSpPr txBox="1"/>
          <p:nvPr/>
        </p:nvSpPr>
        <p:spPr>
          <a:xfrm>
            <a:off x="4143272" y="2041184"/>
            <a:ext cx="303153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a:ln>
                  <a:noFill/>
                </a:ln>
                <a:solidFill>
                  <a:srgbClr val="00A2C7"/>
                </a:solidFill>
                <a:effectLst/>
                <a:uLnTx/>
                <a:uFillTx/>
                <a:latin typeface="Calibri" panose="020F0502020204030204" pitchFamily="34" charset="0"/>
                <a:ea typeface="+mn-ea"/>
                <a:cs typeface="+mn-cs"/>
              </a:rPr>
              <a:t>Research</a:t>
            </a:r>
          </a:p>
        </p:txBody>
      </p:sp>
      <p:sp>
        <p:nvSpPr>
          <p:cNvPr id="32" name="TextBox 31">
            <a:extLst>
              <a:ext uri="{FF2B5EF4-FFF2-40B4-BE49-F238E27FC236}">
                <a16:creationId xmlns:a16="http://schemas.microsoft.com/office/drawing/2014/main" id="{736A3E1F-198A-B645-9B16-212D46068FA6}"/>
              </a:ext>
            </a:extLst>
          </p:cNvPr>
          <p:cNvSpPr txBox="1"/>
          <p:nvPr/>
        </p:nvSpPr>
        <p:spPr>
          <a:xfrm>
            <a:off x="7880856" y="2041184"/>
            <a:ext cx="33034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a:ln>
                  <a:noFill/>
                </a:ln>
                <a:solidFill>
                  <a:srgbClr val="00A2C7"/>
                </a:solidFill>
                <a:effectLst/>
                <a:uLnTx/>
                <a:uFillTx/>
                <a:latin typeface="Calibri" panose="020F0502020204030204" pitchFamily="34" charset="0"/>
                <a:ea typeface="+mn-ea"/>
                <a:cs typeface="+mn-cs"/>
              </a:rPr>
              <a:t>Teaching</a:t>
            </a:r>
          </a:p>
        </p:txBody>
      </p:sp>
    </p:spTree>
    <p:extLst>
      <p:ext uri="{BB962C8B-B14F-4D97-AF65-F5344CB8AC3E}">
        <p14:creationId xmlns:p14="http://schemas.microsoft.com/office/powerpoint/2010/main" val="1563013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7" descr="A group of people holding a flag  Description automatically generated">
            <a:extLst>
              <a:ext uri="{FF2B5EF4-FFF2-40B4-BE49-F238E27FC236}">
                <a16:creationId xmlns:a16="http://schemas.microsoft.com/office/drawing/2014/main" id="{0638DCC7-2B8B-6455-507E-F5DD7C12E565}"/>
              </a:ext>
            </a:extLst>
          </p:cNvPr>
          <p:cNvPicPr>
            <a:picLocks noChangeAspect="1"/>
          </p:cNvPicPr>
          <p:nvPr/>
        </p:nvPicPr>
        <p:blipFill rotWithShape="1">
          <a:blip r:embed="rId3"/>
          <a:srcRect l="9656" r="17052" b="-2"/>
          <a:stretch/>
        </p:blipFill>
        <p:spPr bwMode="white">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noFill/>
        </p:spPr>
      </p:pic>
      <p:sp>
        <p:nvSpPr>
          <p:cNvPr id="7" name="Content Placeholder 6">
            <a:extLst>
              <a:ext uri="{FF2B5EF4-FFF2-40B4-BE49-F238E27FC236}">
                <a16:creationId xmlns:a16="http://schemas.microsoft.com/office/drawing/2014/main" id="{AD9E08BF-6020-B0F4-7E5C-6A6F97591ECD}"/>
              </a:ext>
            </a:extLst>
          </p:cNvPr>
          <p:cNvSpPr>
            <a:spLocks noGrp="1"/>
          </p:cNvSpPr>
          <p:nvPr>
            <p:ph type="body" sz="quarter" idx="15"/>
          </p:nvPr>
        </p:nvSpPr>
        <p:spPr>
          <a:xfrm>
            <a:off x="513296" y="1191065"/>
            <a:ext cx="5527113" cy="5020102"/>
          </a:xfrm>
        </p:spPr>
        <p:txBody>
          <a:bodyPr>
            <a:noAutofit/>
          </a:bodyPr>
          <a:lstStyle/>
          <a:p>
            <a:pPr>
              <a:spcAft>
                <a:spcPts val="600"/>
              </a:spcAft>
            </a:pPr>
            <a:r>
              <a:rPr lang="en-AU" sz="1300"/>
              <a:t>Impact </a:t>
            </a:r>
            <a:r>
              <a:rPr lang="en-AU" sz="1300">
                <a:effectLst/>
              </a:rPr>
              <a:t>since its 2019 establishment by Professor Ryan Ko:</a:t>
            </a:r>
          </a:p>
          <a:p>
            <a:pPr marL="285750" indent="-285750">
              <a:spcAft>
                <a:spcPts val="600"/>
              </a:spcAft>
              <a:buFontTx/>
              <a:buChar char="-"/>
            </a:pPr>
            <a:r>
              <a:rPr lang="en-AU" sz="1300">
                <a:effectLst/>
              </a:rPr>
              <a:t>Pioneered </a:t>
            </a:r>
            <a:r>
              <a:rPr lang="en-AU" sz="1300" b="1">
                <a:effectLst/>
              </a:rPr>
              <a:t>Australia’s first interdisciplinary Master of Cyber Security program </a:t>
            </a:r>
            <a:r>
              <a:rPr lang="en-AU" sz="1300">
                <a:effectLst/>
              </a:rPr>
              <a:t>that adopted NIST’s National Initiative for Cybersecurity Education (NICE) framework, involving 4 faculties (including 6 schools) across the university. Accredited by Australian Computer Society.</a:t>
            </a:r>
          </a:p>
          <a:p>
            <a:pPr marL="285750" indent="-285750">
              <a:spcAft>
                <a:spcPts val="600"/>
              </a:spcAft>
              <a:buFontTx/>
              <a:buChar char="-"/>
            </a:pPr>
            <a:r>
              <a:rPr lang="en-AU" sz="1300">
                <a:effectLst/>
              </a:rPr>
              <a:t>~$165m in research fundingfrom 136 successful proposals. </a:t>
            </a:r>
          </a:p>
          <a:p>
            <a:pPr marL="285750" indent="-285750">
              <a:spcAft>
                <a:spcPts val="600"/>
              </a:spcAft>
              <a:buFontTx/>
              <a:buChar char="-"/>
            </a:pPr>
            <a:r>
              <a:rPr lang="en-AU" sz="1300">
                <a:effectLst/>
              </a:rPr>
              <a:t>~$2.1m in philanthropic donations received, which funded 15 academic scholarships (HP, QLD Govt) and will fund new research positions. </a:t>
            </a:r>
          </a:p>
          <a:p>
            <a:pPr marL="285750" indent="-285750">
              <a:spcAft>
                <a:spcPts val="600"/>
              </a:spcAft>
              <a:buFontTx/>
              <a:buChar char="-"/>
            </a:pPr>
            <a:r>
              <a:rPr lang="en-AU" sz="1300">
                <a:effectLst/>
              </a:rPr>
              <a:t>Organisers of the International Cybersecurity Challenge 2026 and annual Oceania Cybersecurity Challenge.</a:t>
            </a:r>
          </a:p>
          <a:p>
            <a:pPr marL="285750" indent="-285750">
              <a:spcAft>
                <a:spcPts val="600"/>
              </a:spcAft>
              <a:buFontTx/>
              <a:buChar char="-"/>
            </a:pPr>
            <a:r>
              <a:rPr lang="en-AU" sz="1300">
                <a:effectLst/>
              </a:rPr>
              <a:t>2nd place in the International Cybersecurity Challenge, San Diego, California. </a:t>
            </a:r>
          </a:p>
          <a:p>
            <a:pPr marL="285750" indent="-285750">
              <a:spcAft>
                <a:spcPts val="600"/>
              </a:spcAft>
              <a:buFontTx/>
              <a:buChar char="-"/>
            </a:pPr>
            <a:r>
              <a:rPr lang="en-AU" sz="1300">
                <a:effectLst/>
              </a:rPr>
              <a:t>Researchers publish regularly in top Q1 journals and A*-ranked conferences across multiple disciplines</a:t>
            </a:r>
          </a:p>
          <a:p>
            <a:pPr marL="285750" indent="-285750">
              <a:spcAft>
                <a:spcPts val="600"/>
              </a:spcAft>
              <a:buFontTx/>
              <a:buChar char="-"/>
            </a:pPr>
            <a:r>
              <a:rPr lang="en-AU" sz="1300">
                <a:effectLst/>
              </a:rPr>
              <a:t>Alumni are now sector leaders – making UQ Cyber an internationally renowned research group in Asia Pacific.</a:t>
            </a:r>
          </a:p>
          <a:p>
            <a:pPr marL="285750" indent="-285750">
              <a:spcAft>
                <a:spcPts val="600"/>
              </a:spcAft>
              <a:buFontTx/>
              <a:buChar char="-"/>
            </a:pPr>
            <a:r>
              <a:rPr lang="en-AU" sz="1300"/>
              <a:t>UQ is the Australian university with the highest number of vulnerabilities (CVEs) disclosed (e.g. to Microsoft, Google).</a:t>
            </a:r>
          </a:p>
          <a:p>
            <a:pPr>
              <a:spcAft>
                <a:spcPts val="600"/>
              </a:spcAft>
            </a:pPr>
            <a:endParaRPr lang="en-US" sz="1300"/>
          </a:p>
        </p:txBody>
      </p:sp>
      <p:sp>
        <p:nvSpPr>
          <p:cNvPr id="6" name="Title 5">
            <a:extLst>
              <a:ext uri="{FF2B5EF4-FFF2-40B4-BE49-F238E27FC236}">
                <a16:creationId xmlns:a16="http://schemas.microsoft.com/office/drawing/2014/main" id="{5C0D240F-7FD8-486F-D8FA-3B3D24AF893C}"/>
              </a:ext>
            </a:extLst>
          </p:cNvPr>
          <p:cNvSpPr>
            <a:spLocks noGrp="1"/>
          </p:cNvSpPr>
          <p:nvPr>
            <p:ph type="title"/>
          </p:nvPr>
        </p:nvSpPr>
        <p:spPr>
          <a:xfrm>
            <a:off x="513296" y="697218"/>
            <a:ext cx="5208587" cy="468000"/>
          </a:xfrm>
        </p:spPr>
        <p:txBody>
          <a:bodyPr anchor="t">
            <a:normAutofit/>
          </a:bodyPr>
          <a:lstStyle/>
          <a:p>
            <a:r>
              <a:rPr lang="en-US"/>
              <a:t>UQ Cyber Achievements </a:t>
            </a:r>
          </a:p>
        </p:txBody>
      </p:sp>
      <p:sp>
        <p:nvSpPr>
          <p:cNvPr id="4" name="Slide Number Placeholder 3">
            <a:extLst>
              <a:ext uri="{FF2B5EF4-FFF2-40B4-BE49-F238E27FC236}">
                <a16:creationId xmlns:a16="http://schemas.microsoft.com/office/drawing/2014/main" id="{A5B837D7-14C6-B683-D6F4-A92ADA79762F}"/>
              </a:ext>
            </a:extLst>
          </p:cNvPr>
          <p:cNvSpPr>
            <a:spLocks noGrp="1"/>
          </p:cNvSpPr>
          <p:nvPr>
            <p:ph type="sldNum" sz="quarter" idx="21"/>
          </p:nvPr>
        </p:nvSpPr>
        <p:spPr>
          <a:xfrm>
            <a:off x="11208568" y="6519171"/>
            <a:ext cx="288032" cy="240219"/>
          </a:xfrm>
        </p:spPr>
        <p:txBody>
          <a:bodyPr anchor="ctr">
            <a:normAutofit/>
          </a:bodyPr>
          <a:lstStyle/>
          <a:p>
            <a:pPr marL="0" marR="0" lvl="0" indent="0" algn="r" defTabSz="914400" eaLnBrk="1" fontAlgn="auto" latinLnBrk="0" hangingPunct="1">
              <a:lnSpc>
                <a:spcPct val="100000"/>
              </a:lnSpc>
              <a:spcBef>
                <a:spcPts val="0"/>
              </a:spcBef>
              <a:spcAft>
                <a:spcPts val="600"/>
              </a:spcAft>
              <a:buClrTx/>
              <a:buSzTx/>
              <a:buFontTx/>
              <a:buNone/>
              <a:tabLst/>
              <a:defRPr/>
            </a:pPr>
            <a:fld id="{E917DE0E-AFB1-41FD-BC35-27DB61CA125F}" type="slidenum">
              <a:rPr kumimoji="0" lang="en-AU" sz="800" b="0" i="0" u="none" strike="noStrike" kern="0" cap="none" spc="0" normalizeH="0" baseline="0" noProof="0" smtClean="0">
                <a:ln>
                  <a:noFill/>
                </a:ln>
                <a:solidFill>
                  <a:srgbClr val="2B1D37"/>
                </a:solidFill>
                <a:effectLst/>
                <a:uLnTx/>
                <a:uFillTx/>
                <a:latin typeface="Arial"/>
                <a:ea typeface="+mn-ea"/>
                <a:cs typeface="+mn-cs"/>
              </a:rPr>
              <a:pPr marL="0" marR="0" lvl="0" indent="0" algn="r" defTabSz="914400" eaLnBrk="1" fontAlgn="auto" latinLnBrk="0" hangingPunct="1">
                <a:lnSpc>
                  <a:spcPct val="100000"/>
                </a:lnSpc>
                <a:spcBef>
                  <a:spcPts val="0"/>
                </a:spcBef>
                <a:spcAft>
                  <a:spcPts val="600"/>
                </a:spcAft>
                <a:buClrTx/>
                <a:buSzTx/>
                <a:buFontTx/>
                <a:buNone/>
                <a:tabLst/>
                <a:defRPr/>
              </a:pPr>
              <a:t>3</a:t>
            </a:fld>
            <a:endParaRPr kumimoji="0" lang="en-AU" sz="800" b="0" i="0" u="none" strike="noStrike" kern="0" cap="none" spc="0" normalizeH="0" baseline="0" noProof="0">
              <a:ln>
                <a:noFill/>
              </a:ln>
              <a:solidFill>
                <a:srgbClr val="2B1D37"/>
              </a:solidFill>
              <a:effectLst/>
              <a:uLnTx/>
              <a:uFillTx/>
              <a:latin typeface="Arial"/>
              <a:ea typeface="+mn-ea"/>
              <a:cs typeface="+mn-cs"/>
            </a:endParaRPr>
          </a:p>
        </p:txBody>
      </p:sp>
    </p:spTree>
    <p:extLst>
      <p:ext uri="{BB962C8B-B14F-4D97-AF65-F5344CB8AC3E}">
        <p14:creationId xmlns:p14="http://schemas.microsoft.com/office/powerpoint/2010/main" val="3049491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BD49E8-58AA-160E-9DFF-259D67494DD8}"/>
              </a:ext>
            </a:extLst>
          </p:cNvPr>
          <p:cNvSpPr>
            <a:spLocks noGrp="1"/>
          </p:cNvSpPr>
          <p:nvPr>
            <p:ph type="title"/>
          </p:nvPr>
        </p:nvSpPr>
        <p:spPr>
          <a:xfrm>
            <a:off x="347663" y="1121540"/>
            <a:ext cx="11496674" cy="468000"/>
          </a:xfrm>
        </p:spPr>
        <p:txBody>
          <a:bodyPr>
            <a:noAutofit/>
          </a:bodyPr>
          <a:lstStyle/>
          <a:p>
            <a:r>
              <a:rPr lang="en-US" sz="3200">
                <a:cs typeface="Arial"/>
              </a:rPr>
              <a:t>We will use </a:t>
            </a:r>
            <a:r>
              <a:rPr lang="en-US" sz="3200" b="1" err="1">
                <a:cs typeface="Arial"/>
              </a:rPr>
              <a:t>Slido</a:t>
            </a:r>
            <a:r>
              <a:rPr lang="en-US" sz="3200" b="1">
                <a:cs typeface="Arial"/>
              </a:rPr>
              <a:t> </a:t>
            </a:r>
            <a:r>
              <a:rPr lang="en-US" sz="3200">
                <a:cs typeface="Arial"/>
              </a:rPr>
              <a:t>for interactive slides, please visit this site with your devices: </a:t>
            </a:r>
            <a:endParaRPr lang="en-US" sz="3200"/>
          </a:p>
        </p:txBody>
      </p:sp>
      <p:sp>
        <p:nvSpPr>
          <p:cNvPr id="6" name="Slide Number Placeholder 5">
            <a:extLst>
              <a:ext uri="{FF2B5EF4-FFF2-40B4-BE49-F238E27FC236}">
                <a16:creationId xmlns:a16="http://schemas.microsoft.com/office/drawing/2014/main" id="{282E5686-A420-106D-56CA-E9F680460666}"/>
              </a:ext>
            </a:extLst>
          </p:cNvPr>
          <p:cNvSpPr>
            <a:spLocks noGrp="1"/>
          </p:cNvSpPr>
          <p:nvPr>
            <p:ph type="sldNum" sz="quarter" idx="21"/>
          </p:nvPr>
        </p:nvSpPr>
        <p:spPr/>
        <p:txBody>
          <a:bodyPr/>
          <a:lstStyle/>
          <a:p>
            <a:fld id="{E917DE0E-AFB1-41FD-BC35-27DB61CA125F}" type="slidenum">
              <a:rPr lang="en-AU" smtClean="0"/>
              <a:pPr/>
              <a:t>4</a:t>
            </a:fld>
            <a:endParaRPr lang="en-AU"/>
          </a:p>
        </p:txBody>
      </p:sp>
      <p:sp>
        <p:nvSpPr>
          <p:cNvPr id="8" name="Rounded Rectangle 7">
            <a:extLst>
              <a:ext uri="{FF2B5EF4-FFF2-40B4-BE49-F238E27FC236}">
                <a16:creationId xmlns:a16="http://schemas.microsoft.com/office/drawing/2014/main" id="{F087F265-9A4D-8291-6578-196811E8896D}"/>
              </a:ext>
            </a:extLst>
          </p:cNvPr>
          <p:cNvSpPr/>
          <p:nvPr/>
        </p:nvSpPr>
        <p:spPr>
          <a:xfrm>
            <a:off x="571901" y="2573898"/>
            <a:ext cx="6400800" cy="3495189"/>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endParaRPr lang="en-AU" sz="2400" b="1" dirty="0">
              <a:solidFill>
                <a:schemeClr val="tx1"/>
              </a:solidFill>
            </a:endParaRPr>
          </a:p>
          <a:p>
            <a:endParaRPr lang="en-AU" sz="2400" b="1" dirty="0">
              <a:solidFill>
                <a:schemeClr val="tx1"/>
              </a:solidFill>
            </a:endParaRPr>
          </a:p>
          <a:p>
            <a:r>
              <a:rPr lang="en-AU" sz="2400" b="1" dirty="0" err="1">
                <a:solidFill>
                  <a:schemeClr val="tx1"/>
                </a:solidFill>
              </a:rPr>
              <a:t>Slido</a:t>
            </a:r>
            <a:r>
              <a:rPr lang="en-AU" sz="2400" b="1" dirty="0">
                <a:solidFill>
                  <a:schemeClr val="tx1"/>
                </a:solidFill>
              </a:rPr>
              <a:t> URL:</a:t>
            </a:r>
            <a:endParaRPr lang="en-AU" sz="2400" dirty="0">
              <a:solidFill>
                <a:schemeClr val="tx1"/>
              </a:solidFill>
            </a:endParaRPr>
          </a:p>
          <a:p>
            <a:r>
              <a:rPr lang="en-AU" sz="2400" b="1" dirty="0">
                <a:solidFill>
                  <a:schemeClr val="tx1"/>
                </a:solidFill>
              </a:rPr>
              <a:t>        Code:</a:t>
            </a:r>
          </a:p>
          <a:p>
            <a:endParaRPr lang="en-AU" sz="2400" dirty="0">
              <a:solidFill>
                <a:schemeClr val="tx1"/>
              </a:solidFill>
              <a:cs typeface="Arial"/>
            </a:endParaRPr>
          </a:p>
          <a:p>
            <a:r>
              <a:rPr lang="en-AU" dirty="0">
                <a:solidFill>
                  <a:schemeClr val="tx1"/>
                </a:solidFill>
                <a:cs typeface="Arial"/>
              </a:rPr>
              <a:t>Note: Please check if you can load the page. We will do the questions later.</a:t>
            </a:r>
          </a:p>
        </p:txBody>
      </p:sp>
      <p:sp>
        <p:nvSpPr>
          <p:cNvPr id="11" name="Title 7">
            <a:extLst>
              <a:ext uri="{FF2B5EF4-FFF2-40B4-BE49-F238E27FC236}">
                <a16:creationId xmlns:a16="http://schemas.microsoft.com/office/drawing/2014/main" id="{9AF6367A-DFD4-9323-0952-E3C1ACE1EA4E}"/>
              </a:ext>
            </a:extLst>
          </p:cNvPr>
          <p:cNvSpPr txBox="1">
            <a:spLocks/>
          </p:cNvSpPr>
          <p:nvPr/>
        </p:nvSpPr>
        <p:spPr>
          <a:xfrm>
            <a:off x="119335" y="92074"/>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err="1">
                <a:solidFill>
                  <a:schemeClr val="bg1"/>
                </a:solidFill>
              </a:rPr>
              <a:t>Slido</a:t>
            </a:r>
            <a:r>
              <a:rPr lang="en-AU">
                <a:solidFill>
                  <a:schemeClr val="bg1"/>
                </a:solidFill>
              </a:rPr>
              <a:t> Setup</a:t>
            </a:r>
            <a:endParaRPr lang="en-AU">
              <a:solidFill>
                <a:schemeClr val="tx1"/>
              </a:solidFill>
              <a:highlight>
                <a:srgbClr val="FFFF00"/>
              </a:highlight>
            </a:endParaRPr>
          </a:p>
        </p:txBody>
      </p:sp>
      <p:sp>
        <p:nvSpPr>
          <p:cNvPr id="3" name="Picture Placeholder 2">
            <a:extLst>
              <a:ext uri="{FF2B5EF4-FFF2-40B4-BE49-F238E27FC236}">
                <a16:creationId xmlns:a16="http://schemas.microsoft.com/office/drawing/2014/main" id="{6E820B19-99E8-1D32-B15B-3B6767D8CDD5}"/>
              </a:ext>
            </a:extLst>
          </p:cNvPr>
          <p:cNvSpPr>
            <a:spLocks noGrp="1"/>
          </p:cNvSpPr>
          <p:nvPr>
            <p:ph type="pic" sz="quarter" idx="18"/>
          </p:nvPr>
        </p:nvSpPr>
        <p:spPr/>
        <p:txBody>
          <a:bodyPr/>
          <a:lstStyle/>
          <a:p>
            <a:endParaRPr lang="en-AU"/>
          </a:p>
        </p:txBody>
      </p:sp>
    </p:spTree>
    <p:extLst>
      <p:ext uri="{BB962C8B-B14F-4D97-AF65-F5344CB8AC3E}">
        <p14:creationId xmlns:p14="http://schemas.microsoft.com/office/powerpoint/2010/main" val="35012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3AAC87B6-164F-4892-A04B-AC06243353EE}"/>
              </a:ext>
            </a:extLst>
          </p:cNvPr>
          <p:cNvSpPr>
            <a:spLocks noGrp="1"/>
          </p:cNvSpPr>
          <p:nvPr>
            <p:ph type="sldNum" sz="quarter" idx="18"/>
          </p:nvPr>
        </p:nvSpPr>
        <p:spPr/>
        <p:txBody>
          <a:bodyPr/>
          <a:lstStyle/>
          <a:p>
            <a:fld id="{E917DE0E-AFB1-41FD-BC35-27DB61CA125F}" type="slidenum">
              <a:rPr lang="en-AU" smtClean="0"/>
              <a:pPr/>
              <a:t>5</a:t>
            </a:fld>
            <a:endParaRPr lang="en-AU"/>
          </a:p>
        </p:txBody>
      </p:sp>
      <p:sp>
        <p:nvSpPr>
          <p:cNvPr id="2" name="Title 7">
            <a:extLst>
              <a:ext uri="{FF2B5EF4-FFF2-40B4-BE49-F238E27FC236}">
                <a16:creationId xmlns:a16="http://schemas.microsoft.com/office/drawing/2014/main" id="{00AA0800-5CA4-CDD6-B6ED-EED2A32AC88C}"/>
              </a:ext>
            </a:extLst>
          </p:cNvPr>
          <p:cNvSpPr txBox="1">
            <a:spLocks/>
          </p:cNvSpPr>
          <p:nvPr/>
        </p:nvSpPr>
        <p:spPr>
          <a:xfrm>
            <a:off x="119335" y="92074"/>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Agenda</a:t>
            </a:r>
            <a:endParaRPr lang="en-AU">
              <a:solidFill>
                <a:schemeClr val="tx1"/>
              </a:solidFill>
              <a:highlight>
                <a:srgbClr val="FFFF00"/>
              </a:highlight>
            </a:endParaRPr>
          </a:p>
        </p:txBody>
      </p:sp>
      <p:graphicFrame>
        <p:nvGraphicFramePr>
          <p:cNvPr id="4" name="Diagram 3">
            <a:extLst>
              <a:ext uri="{FF2B5EF4-FFF2-40B4-BE49-F238E27FC236}">
                <a16:creationId xmlns:a16="http://schemas.microsoft.com/office/drawing/2014/main" id="{9CA1ABEE-8CAE-10E6-A2B1-E1EE8ADD5884}"/>
              </a:ext>
            </a:extLst>
          </p:cNvPr>
          <p:cNvGraphicFramePr/>
          <p:nvPr/>
        </p:nvGraphicFramePr>
        <p:xfrm>
          <a:off x="1775520" y="908720"/>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ounded Rectangle 2">
            <a:extLst>
              <a:ext uri="{FF2B5EF4-FFF2-40B4-BE49-F238E27FC236}">
                <a16:creationId xmlns:a16="http://schemas.microsoft.com/office/drawing/2014/main" id="{9A603D00-716F-8B36-3BF2-C0A883FC8F0A}"/>
              </a:ext>
            </a:extLst>
          </p:cNvPr>
          <p:cNvSpPr/>
          <p:nvPr/>
        </p:nvSpPr>
        <p:spPr>
          <a:xfrm>
            <a:off x="2425566" y="808522"/>
            <a:ext cx="6478746" cy="1876926"/>
          </a:xfrm>
          <a:prstGeom prst="roundRect">
            <a:avLst>
              <a:gd name="adj" fmla="val 9506"/>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44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3EE0E7E-FABF-0107-5DB3-079582C34F5C}"/>
              </a:ext>
            </a:extLst>
          </p:cNvPr>
          <p:cNvSpPr>
            <a:spLocks noGrp="1"/>
          </p:cNvSpPr>
          <p:nvPr>
            <p:ph type="sldNum" sz="quarter" idx="18"/>
          </p:nvPr>
        </p:nvSpPr>
        <p:spPr/>
        <p:txBody>
          <a:bodyPr/>
          <a:lstStyle/>
          <a:p>
            <a:fld id="{E917DE0E-AFB1-41FD-BC35-27DB61CA125F}" type="slidenum">
              <a:rPr lang="en-AU" smtClean="0"/>
              <a:pPr/>
              <a:t>6</a:t>
            </a:fld>
            <a:endParaRPr lang="en-AU"/>
          </a:p>
        </p:txBody>
      </p:sp>
      <p:sp>
        <p:nvSpPr>
          <p:cNvPr id="8" name="Title 7">
            <a:extLst>
              <a:ext uri="{FF2B5EF4-FFF2-40B4-BE49-F238E27FC236}">
                <a16:creationId xmlns:a16="http://schemas.microsoft.com/office/drawing/2014/main" id="{E637F18D-A14D-2DCE-70D6-E628BC515FAC}"/>
              </a:ext>
            </a:extLst>
          </p:cNvPr>
          <p:cNvSpPr txBox="1">
            <a:spLocks/>
          </p:cNvSpPr>
          <p:nvPr/>
        </p:nvSpPr>
        <p:spPr>
          <a:xfrm>
            <a:off x="119336" y="92075"/>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Fakes have existed since the beginning of civilisation...</a:t>
            </a:r>
          </a:p>
        </p:txBody>
      </p:sp>
      <p:sp>
        <p:nvSpPr>
          <p:cNvPr id="7" name="TextBox 6">
            <a:extLst>
              <a:ext uri="{FF2B5EF4-FFF2-40B4-BE49-F238E27FC236}">
                <a16:creationId xmlns:a16="http://schemas.microsoft.com/office/drawing/2014/main" id="{65271B5C-D19E-141A-1D5B-1941BCA167E2}"/>
              </a:ext>
            </a:extLst>
          </p:cNvPr>
          <p:cNvSpPr txBox="1"/>
          <p:nvPr/>
        </p:nvSpPr>
        <p:spPr>
          <a:xfrm>
            <a:off x="3798531" y="796655"/>
            <a:ext cx="4594938" cy="461665"/>
          </a:xfrm>
          <a:prstGeom prst="rect">
            <a:avLst/>
          </a:prstGeom>
          <a:noFill/>
        </p:spPr>
        <p:txBody>
          <a:bodyPr wrap="square">
            <a:spAutoFit/>
          </a:bodyPr>
          <a:lstStyle/>
          <a:p>
            <a:r>
              <a:rPr lang="en-AU" sz="2400"/>
              <a:t>One example </a:t>
            </a:r>
            <a:r>
              <a:rPr lang="en-AU" sz="2400">
                <a:sym typeface="Wingdings" pitchFamily="2" charset="2"/>
              </a:rPr>
              <a:t></a:t>
            </a:r>
            <a:r>
              <a:rPr lang="en-AU" sz="2400"/>
              <a:t> Fake Currency</a:t>
            </a:r>
          </a:p>
        </p:txBody>
      </p:sp>
      <p:sp>
        <p:nvSpPr>
          <p:cNvPr id="12" name="TextBox 11">
            <a:extLst>
              <a:ext uri="{FF2B5EF4-FFF2-40B4-BE49-F238E27FC236}">
                <a16:creationId xmlns:a16="http://schemas.microsoft.com/office/drawing/2014/main" id="{82D7410D-8556-41DD-E352-753B41B3AFB6}"/>
              </a:ext>
            </a:extLst>
          </p:cNvPr>
          <p:cNvSpPr txBox="1"/>
          <p:nvPr/>
        </p:nvSpPr>
        <p:spPr>
          <a:xfrm>
            <a:off x="243540" y="5917819"/>
            <a:ext cx="8744702" cy="507831"/>
          </a:xfrm>
          <a:prstGeom prst="rect">
            <a:avLst/>
          </a:prstGeom>
          <a:noFill/>
        </p:spPr>
        <p:txBody>
          <a:bodyPr wrap="none" rtlCol="0">
            <a:spAutoFit/>
          </a:bodyPr>
          <a:lstStyle/>
          <a:p>
            <a:r>
              <a:rPr lang="en-AU" sz="900" u="sng" dirty="0">
                <a:hlinkClick r:id="rId3">
                  <a:extLst>
                    <a:ext uri="{A12FA001-AC4F-418D-AE19-62706E023703}">
                      <ahyp:hlinkClr xmlns:ahyp="http://schemas.microsoft.com/office/drawing/2018/hyperlinkcolor" val="tx"/>
                    </a:ext>
                  </a:extLst>
                </a:hlinkClick>
              </a:rPr>
              <a:t>[1] https://www.secretservice.gov/investigations/digitalassets</a:t>
            </a:r>
            <a:endParaRPr lang="en-AU" sz="900" u="sng" dirty="0"/>
          </a:p>
          <a:p>
            <a:r>
              <a:rPr lang="en-AU" sz="900" u="sng" dirty="0"/>
              <a:t>[2] </a:t>
            </a:r>
            <a:r>
              <a:rPr lang="en-AU" sz="900" u="sng" dirty="0">
                <a:solidFill>
                  <a:srgbClr val="51247A"/>
                </a:solidFill>
                <a:hlinkClick r:id="rId4">
                  <a:extLst>
                    <a:ext uri="{A12FA001-AC4F-418D-AE19-62706E023703}">
                      <ahyp:hlinkClr xmlns:ahyp="http://schemas.microsoft.com/office/drawing/2018/hyperlinkcolor" val="tx"/>
                    </a:ext>
                  </a:extLst>
                </a:hlinkClick>
              </a:rPr>
              <a:t>https://decaturcoinandjewelry.com/product/1864-50-ct-66-confederate-civil-war-counterfeit-banknote-hoard-pmg-au-pc861</a:t>
            </a:r>
            <a:r>
              <a:rPr lang="en-AU" sz="900" u="sng" dirty="0">
                <a:hlinkClick r:id="rId4">
                  <a:extLst>
                    <a:ext uri="{A12FA001-AC4F-418D-AE19-62706E023703}">
                      <ahyp:hlinkClr xmlns:ahyp="http://schemas.microsoft.com/office/drawing/2018/hyperlinkcolor" val="tx"/>
                    </a:ext>
                  </a:extLst>
                </a:hlinkClick>
              </a:rPr>
              <a:t>/</a:t>
            </a:r>
            <a:endParaRPr lang="en-AU" sz="900" u="sng" dirty="0"/>
          </a:p>
          <a:p>
            <a:r>
              <a:rPr lang="en-AU" sz="900" u="sng" dirty="0"/>
              <a:t>[4] </a:t>
            </a:r>
            <a:r>
              <a:rPr lang="en-AU" sz="900" dirty="0"/>
              <a:t>https://</a:t>
            </a:r>
            <a:r>
              <a:rPr lang="en-AU" sz="900" dirty="0" err="1"/>
              <a:t>www.abf.gov.au</a:t>
            </a:r>
            <a:r>
              <a:rPr lang="en-AU" sz="900" dirty="0"/>
              <a:t>/newsroom-subsite/Pages/Counterfeit-crackdown-%242-million-in-%E2%80%98cash%E2%80%99-that-didn%E2%80%99t-make-cents.aspx#</a:t>
            </a:r>
          </a:p>
        </p:txBody>
      </p:sp>
      <p:grpSp>
        <p:nvGrpSpPr>
          <p:cNvPr id="11" name="Group 10">
            <a:extLst>
              <a:ext uri="{FF2B5EF4-FFF2-40B4-BE49-F238E27FC236}">
                <a16:creationId xmlns:a16="http://schemas.microsoft.com/office/drawing/2014/main" id="{BC6F5131-F86B-C21A-021F-D8A290539644}"/>
              </a:ext>
            </a:extLst>
          </p:cNvPr>
          <p:cNvGrpSpPr/>
          <p:nvPr/>
        </p:nvGrpSpPr>
        <p:grpSpPr>
          <a:xfrm>
            <a:off x="439755" y="1387505"/>
            <a:ext cx="5460031" cy="4401128"/>
            <a:chOff x="-66372" y="1110234"/>
            <a:chExt cx="5460031" cy="4401128"/>
          </a:xfrm>
        </p:grpSpPr>
        <p:sp>
          <p:nvSpPr>
            <p:cNvPr id="2" name="Rounded Rectangle 1">
              <a:extLst>
                <a:ext uri="{FF2B5EF4-FFF2-40B4-BE49-F238E27FC236}">
                  <a16:creationId xmlns:a16="http://schemas.microsoft.com/office/drawing/2014/main" id="{D8BF8B1D-83B3-AF85-6CC3-4E284F30F382}"/>
                </a:ext>
              </a:extLst>
            </p:cNvPr>
            <p:cNvSpPr/>
            <p:nvPr/>
          </p:nvSpPr>
          <p:spPr>
            <a:xfrm>
              <a:off x="-66372" y="1110234"/>
              <a:ext cx="5460031" cy="4401128"/>
            </a:xfrm>
            <a:prstGeom prst="roundRect">
              <a:avLst>
                <a:gd name="adj" fmla="val 8085"/>
              </a:avLst>
            </a:prstGeom>
            <a:solidFill>
              <a:srgbClr val="DDC9EF">
                <a:alpha val="29804"/>
              </a:srgbClr>
            </a:solidFill>
          </p:spPr>
          <p:style>
            <a:lnRef idx="1">
              <a:schemeClr val="accent1"/>
            </a:lnRef>
            <a:fillRef idx="2">
              <a:schemeClr val="accent1"/>
            </a:fillRef>
            <a:effectRef idx="1">
              <a:schemeClr val="accent1"/>
            </a:effectRef>
            <a:fontRef idx="minor">
              <a:schemeClr val="dk1"/>
            </a:fontRef>
          </p:style>
          <p:txBody>
            <a:bodyPr rtlCol="0" anchor="b"/>
            <a:lstStyle/>
            <a:p>
              <a:r>
                <a:rPr lang="en-AU" sz="1600"/>
                <a:t>During a particular period in American history, a time in which as much as 30% of circulating currency was thought to be counterfeit. This gave birth to the US secret service. [1][2]</a:t>
              </a:r>
            </a:p>
          </p:txBody>
        </p:sp>
        <p:pic>
          <p:nvPicPr>
            <p:cNvPr id="18" name="Picture 17">
              <a:extLst>
                <a:ext uri="{FF2B5EF4-FFF2-40B4-BE49-F238E27FC236}">
                  <a16:creationId xmlns:a16="http://schemas.microsoft.com/office/drawing/2014/main" id="{5931EAD8-B684-CB49-9C7F-70E1DDE5426B}"/>
                </a:ext>
              </a:extLst>
            </p:cNvPr>
            <p:cNvPicPr>
              <a:picLocks noChangeAspect="1"/>
            </p:cNvPicPr>
            <p:nvPr/>
          </p:nvPicPr>
          <p:blipFill>
            <a:blip r:embed="rId5"/>
            <a:stretch>
              <a:fillRect/>
            </a:stretch>
          </p:blipFill>
          <p:spPr>
            <a:xfrm>
              <a:off x="254211" y="1423039"/>
              <a:ext cx="4962463" cy="2121901"/>
            </a:xfrm>
            <a:prstGeom prst="rect">
              <a:avLst/>
            </a:prstGeom>
          </p:spPr>
        </p:pic>
      </p:grpSp>
      <p:grpSp>
        <p:nvGrpSpPr>
          <p:cNvPr id="4" name="Group 3">
            <a:extLst>
              <a:ext uri="{FF2B5EF4-FFF2-40B4-BE49-F238E27FC236}">
                <a16:creationId xmlns:a16="http://schemas.microsoft.com/office/drawing/2014/main" id="{9444F6B7-D826-7D14-B53E-D7C61FEE00BC}"/>
              </a:ext>
            </a:extLst>
          </p:cNvPr>
          <p:cNvGrpSpPr/>
          <p:nvPr/>
        </p:nvGrpSpPr>
        <p:grpSpPr>
          <a:xfrm>
            <a:off x="6121960" y="1368481"/>
            <a:ext cx="5732563" cy="4401129"/>
            <a:chOff x="6514450" y="1115567"/>
            <a:chExt cx="5732563" cy="4401129"/>
          </a:xfrm>
        </p:grpSpPr>
        <p:sp>
          <p:nvSpPr>
            <p:cNvPr id="9" name="Rounded Rectangle 8">
              <a:extLst>
                <a:ext uri="{FF2B5EF4-FFF2-40B4-BE49-F238E27FC236}">
                  <a16:creationId xmlns:a16="http://schemas.microsoft.com/office/drawing/2014/main" id="{858FAD9D-D4D9-8A0C-209F-72585CDCF9D1}"/>
                </a:ext>
              </a:extLst>
            </p:cNvPr>
            <p:cNvSpPr/>
            <p:nvPr/>
          </p:nvSpPr>
          <p:spPr>
            <a:xfrm>
              <a:off x="6514450" y="1115567"/>
              <a:ext cx="5732563" cy="4401129"/>
            </a:xfrm>
            <a:prstGeom prst="roundRect">
              <a:avLst>
                <a:gd name="adj" fmla="val 7634"/>
              </a:avLst>
            </a:prstGeom>
            <a:solidFill>
              <a:srgbClr val="DDC9EF">
                <a:alpha val="29804"/>
              </a:srgbClr>
            </a:solidFill>
          </p:spPr>
          <p:style>
            <a:lnRef idx="1">
              <a:schemeClr val="accent1"/>
            </a:lnRef>
            <a:fillRef idx="2">
              <a:schemeClr val="accent1"/>
            </a:fillRef>
            <a:effectRef idx="1">
              <a:schemeClr val="accent1"/>
            </a:effectRef>
            <a:fontRef idx="minor">
              <a:schemeClr val="dk1"/>
            </a:fontRef>
          </p:style>
          <p:txBody>
            <a:bodyPr rtlCol="0" anchor="b"/>
            <a:lstStyle/>
            <a:p>
              <a:r>
                <a:rPr lang="en-AU" sz="1600"/>
                <a:t>In June 2026, the Australian Border Force intercepted 12 air-cargo consignments linked to one importer in Queensland, preventing counterfeit banknotes with a face value exceeding A$2 million from entering circulation. [4]</a:t>
              </a:r>
            </a:p>
          </p:txBody>
        </p:sp>
        <p:pic>
          <p:nvPicPr>
            <p:cNvPr id="23" name="Picture 22">
              <a:extLst>
                <a:ext uri="{FF2B5EF4-FFF2-40B4-BE49-F238E27FC236}">
                  <a16:creationId xmlns:a16="http://schemas.microsoft.com/office/drawing/2014/main" id="{D5E4DEC3-87E8-4A9F-ACC1-85B541C6A97C}"/>
                </a:ext>
              </a:extLst>
            </p:cNvPr>
            <p:cNvPicPr>
              <a:picLocks noChangeAspect="1"/>
            </p:cNvPicPr>
            <p:nvPr/>
          </p:nvPicPr>
          <p:blipFill>
            <a:blip r:embed="rId6"/>
            <a:stretch>
              <a:fillRect/>
            </a:stretch>
          </p:blipFill>
          <p:spPr>
            <a:xfrm>
              <a:off x="7571648" y="1428373"/>
              <a:ext cx="3670087" cy="2712355"/>
            </a:xfrm>
            <a:prstGeom prst="rect">
              <a:avLst/>
            </a:prstGeom>
          </p:spPr>
        </p:pic>
      </p:grpSp>
    </p:spTree>
    <p:extLst>
      <p:ext uri="{BB962C8B-B14F-4D97-AF65-F5344CB8AC3E}">
        <p14:creationId xmlns:p14="http://schemas.microsoft.com/office/powerpoint/2010/main" val="3197612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7309A-5DF7-6419-12A4-D334BAD4FCE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39F074-F986-EB7D-9BB1-7A6C9F6C3C6B}"/>
              </a:ext>
            </a:extLst>
          </p:cNvPr>
          <p:cNvSpPr>
            <a:spLocks noGrp="1"/>
          </p:cNvSpPr>
          <p:nvPr>
            <p:ph sz="quarter" idx="10"/>
          </p:nvPr>
        </p:nvSpPr>
        <p:spPr>
          <a:xfrm>
            <a:off x="3368521" y="777404"/>
            <a:ext cx="5986064" cy="415161"/>
          </a:xfrm>
        </p:spPr>
        <p:txBody>
          <a:bodyPr>
            <a:noAutofit/>
          </a:bodyPr>
          <a:lstStyle/>
          <a:p>
            <a:r>
              <a:rPr lang="en-AU" sz="2400"/>
              <a:t>There are multiple forms of counterfeiting</a:t>
            </a:r>
          </a:p>
        </p:txBody>
      </p:sp>
      <p:sp>
        <p:nvSpPr>
          <p:cNvPr id="6" name="Slide Number Placeholder 5">
            <a:extLst>
              <a:ext uri="{FF2B5EF4-FFF2-40B4-BE49-F238E27FC236}">
                <a16:creationId xmlns:a16="http://schemas.microsoft.com/office/drawing/2014/main" id="{E7A95CA3-D236-0BB8-E632-BA4F7F37FD60}"/>
              </a:ext>
            </a:extLst>
          </p:cNvPr>
          <p:cNvSpPr>
            <a:spLocks noGrp="1"/>
          </p:cNvSpPr>
          <p:nvPr>
            <p:ph type="sldNum" sz="quarter" idx="18"/>
          </p:nvPr>
        </p:nvSpPr>
        <p:spPr/>
        <p:txBody>
          <a:bodyPr/>
          <a:lstStyle/>
          <a:p>
            <a:fld id="{E917DE0E-AFB1-41FD-BC35-27DB61CA125F}" type="slidenum">
              <a:rPr lang="en-AU" smtClean="0"/>
              <a:pPr/>
              <a:t>7</a:t>
            </a:fld>
            <a:endParaRPr lang="en-AU"/>
          </a:p>
        </p:txBody>
      </p:sp>
      <p:sp>
        <p:nvSpPr>
          <p:cNvPr id="8" name="Title 7">
            <a:extLst>
              <a:ext uri="{FF2B5EF4-FFF2-40B4-BE49-F238E27FC236}">
                <a16:creationId xmlns:a16="http://schemas.microsoft.com/office/drawing/2014/main" id="{15998759-FE0E-915F-598D-B8238B2A7D15}"/>
              </a:ext>
            </a:extLst>
          </p:cNvPr>
          <p:cNvSpPr txBox="1">
            <a:spLocks/>
          </p:cNvSpPr>
          <p:nvPr/>
        </p:nvSpPr>
        <p:spPr>
          <a:xfrm>
            <a:off x="119336" y="92075"/>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Other Forms of Counterfeiting</a:t>
            </a:r>
          </a:p>
        </p:txBody>
      </p:sp>
      <p:grpSp>
        <p:nvGrpSpPr>
          <p:cNvPr id="5" name="Group 4">
            <a:extLst>
              <a:ext uri="{FF2B5EF4-FFF2-40B4-BE49-F238E27FC236}">
                <a16:creationId xmlns:a16="http://schemas.microsoft.com/office/drawing/2014/main" id="{D3A3FA31-6F58-5E98-E082-9A420C28C25C}"/>
              </a:ext>
            </a:extLst>
          </p:cNvPr>
          <p:cNvGrpSpPr/>
          <p:nvPr/>
        </p:nvGrpSpPr>
        <p:grpSpPr>
          <a:xfrm>
            <a:off x="263352" y="1608166"/>
            <a:ext cx="3744416" cy="2143139"/>
            <a:chOff x="263353" y="1348874"/>
            <a:chExt cx="3744416" cy="2143139"/>
          </a:xfrm>
        </p:grpSpPr>
        <p:sp>
          <p:nvSpPr>
            <p:cNvPr id="11" name="Rounded Rectangle 10">
              <a:extLst>
                <a:ext uri="{FF2B5EF4-FFF2-40B4-BE49-F238E27FC236}">
                  <a16:creationId xmlns:a16="http://schemas.microsoft.com/office/drawing/2014/main" id="{2AA92E4C-F2A0-5528-FE26-23C3C7DE0B63}"/>
                </a:ext>
              </a:extLst>
            </p:cNvPr>
            <p:cNvSpPr/>
            <p:nvPr/>
          </p:nvSpPr>
          <p:spPr>
            <a:xfrm>
              <a:off x="263353" y="1348874"/>
              <a:ext cx="3744416" cy="2143139"/>
            </a:xfrm>
            <a:prstGeom prst="roundRect">
              <a:avLst/>
            </a:prstGeom>
            <a:solidFill>
              <a:srgbClr val="DDC9EF">
                <a:alpha val="29804"/>
              </a:srgb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b"/>
            <a:lstStyle/>
            <a:p>
              <a:r>
                <a:rPr lang="en-AU">
                  <a:solidFill>
                    <a:schemeClr val="tx1"/>
                  </a:solidFill>
                </a:rPr>
                <a:t>Services that pretend to be backed by a big company</a:t>
              </a:r>
            </a:p>
          </p:txBody>
        </p:sp>
        <p:grpSp>
          <p:nvGrpSpPr>
            <p:cNvPr id="4" name="Group 3">
              <a:extLst>
                <a:ext uri="{FF2B5EF4-FFF2-40B4-BE49-F238E27FC236}">
                  <a16:creationId xmlns:a16="http://schemas.microsoft.com/office/drawing/2014/main" id="{9955759B-E3ED-92DA-84A0-0659FD619CDC}"/>
                </a:ext>
              </a:extLst>
            </p:cNvPr>
            <p:cNvGrpSpPr/>
            <p:nvPr/>
          </p:nvGrpSpPr>
          <p:grpSpPr>
            <a:xfrm>
              <a:off x="568728" y="1511433"/>
              <a:ext cx="3222355" cy="1175740"/>
              <a:chOff x="672013" y="1438578"/>
              <a:chExt cx="3222355" cy="1175740"/>
            </a:xfrm>
          </p:grpSpPr>
          <p:pic>
            <p:nvPicPr>
              <p:cNvPr id="7" name="Picture 6">
                <a:extLst>
                  <a:ext uri="{FF2B5EF4-FFF2-40B4-BE49-F238E27FC236}">
                    <a16:creationId xmlns:a16="http://schemas.microsoft.com/office/drawing/2014/main" id="{CDEBB349-9D90-7494-3487-746B5888362C}"/>
                  </a:ext>
                </a:extLst>
              </p:cNvPr>
              <p:cNvPicPr>
                <a:picLocks noChangeAspect="1"/>
              </p:cNvPicPr>
              <p:nvPr/>
            </p:nvPicPr>
            <p:blipFill>
              <a:blip r:embed="rId3"/>
              <a:stretch>
                <a:fillRect/>
              </a:stretch>
            </p:blipFill>
            <p:spPr>
              <a:xfrm>
                <a:off x="672013" y="1438578"/>
                <a:ext cx="1693626" cy="1175740"/>
              </a:xfrm>
              <a:prstGeom prst="rect">
                <a:avLst/>
              </a:prstGeom>
            </p:spPr>
          </p:pic>
          <p:pic>
            <p:nvPicPr>
              <p:cNvPr id="10" name="Picture 9">
                <a:extLst>
                  <a:ext uri="{FF2B5EF4-FFF2-40B4-BE49-F238E27FC236}">
                    <a16:creationId xmlns:a16="http://schemas.microsoft.com/office/drawing/2014/main" id="{50922E72-1F7D-0C16-484A-6BE263E78688}"/>
                  </a:ext>
                </a:extLst>
              </p:cNvPr>
              <p:cNvPicPr>
                <a:picLocks noChangeAspect="1"/>
              </p:cNvPicPr>
              <p:nvPr/>
            </p:nvPicPr>
            <p:blipFill>
              <a:blip r:embed="rId4"/>
              <a:stretch>
                <a:fillRect/>
              </a:stretch>
            </p:blipFill>
            <p:spPr>
              <a:xfrm>
                <a:off x="2774300" y="1512061"/>
                <a:ext cx="1120068" cy="1083937"/>
              </a:xfrm>
              <a:prstGeom prst="rect">
                <a:avLst/>
              </a:prstGeom>
            </p:spPr>
          </p:pic>
        </p:grpSp>
      </p:grpSp>
      <p:grpSp>
        <p:nvGrpSpPr>
          <p:cNvPr id="42" name="Group 41">
            <a:extLst>
              <a:ext uri="{FF2B5EF4-FFF2-40B4-BE49-F238E27FC236}">
                <a16:creationId xmlns:a16="http://schemas.microsoft.com/office/drawing/2014/main" id="{6F8F7A67-883E-DBBA-1D13-6D6DEC4CC7B0}"/>
              </a:ext>
            </a:extLst>
          </p:cNvPr>
          <p:cNvGrpSpPr/>
          <p:nvPr/>
        </p:nvGrpSpPr>
        <p:grpSpPr>
          <a:xfrm>
            <a:off x="4090002" y="1383791"/>
            <a:ext cx="2985813" cy="2543176"/>
            <a:chOff x="263352" y="3694136"/>
            <a:chExt cx="2985813" cy="2543176"/>
          </a:xfrm>
        </p:grpSpPr>
        <p:sp>
          <p:nvSpPr>
            <p:cNvPr id="33" name="Rounded Rectangle 32">
              <a:extLst>
                <a:ext uri="{FF2B5EF4-FFF2-40B4-BE49-F238E27FC236}">
                  <a16:creationId xmlns:a16="http://schemas.microsoft.com/office/drawing/2014/main" id="{A9206DA0-AEE3-1326-E70F-5786CD5BFACF}"/>
                </a:ext>
              </a:extLst>
            </p:cNvPr>
            <p:cNvSpPr/>
            <p:nvPr/>
          </p:nvSpPr>
          <p:spPr>
            <a:xfrm>
              <a:off x="263352" y="3694136"/>
              <a:ext cx="2985813" cy="2543176"/>
            </a:xfrm>
            <a:prstGeom prst="roundRect">
              <a:avLst/>
            </a:prstGeom>
            <a:solidFill>
              <a:srgbClr val="DDC9EF">
                <a:alpha val="29804"/>
              </a:srgb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b"/>
            <a:lstStyle/>
            <a:p>
              <a:pPr algn="ctr"/>
              <a:r>
                <a:rPr lang="en-AU">
                  <a:solidFill>
                    <a:schemeClr val="tx1"/>
                  </a:solidFill>
                </a:rPr>
                <a:t>Fake material</a:t>
              </a:r>
            </a:p>
          </p:txBody>
        </p:sp>
        <p:pic>
          <p:nvPicPr>
            <p:cNvPr id="15" name="Picture 14">
              <a:extLst>
                <a:ext uri="{FF2B5EF4-FFF2-40B4-BE49-F238E27FC236}">
                  <a16:creationId xmlns:a16="http://schemas.microsoft.com/office/drawing/2014/main" id="{DCA6496B-BA80-DB93-F1FC-E9966A22A8CB}"/>
                </a:ext>
              </a:extLst>
            </p:cNvPr>
            <p:cNvPicPr>
              <a:picLocks noChangeAspect="1"/>
            </p:cNvPicPr>
            <p:nvPr/>
          </p:nvPicPr>
          <p:blipFill>
            <a:blip r:embed="rId5"/>
            <a:stretch>
              <a:fillRect/>
            </a:stretch>
          </p:blipFill>
          <p:spPr>
            <a:xfrm>
              <a:off x="479376" y="3819101"/>
              <a:ext cx="2535584" cy="1889169"/>
            </a:xfrm>
            <a:prstGeom prst="rect">
              <a:avLst/>
            </a:prstGeom>
          </p:spPr>
        </p:pic>
      </p:grpSp>
      <p:grpSp>
        <p:nvGrpSpPr>
          <p:cNvPr id="43" name="Group 42">
            <a:extLst>
              <a:ext uri="{FF2B5EF4-FFF2-40B4-BE49-F238E27FC236}">
                <a16:creationId xmlns:a16="http://schemas.microsoft.com/office/drawing/2014/main" id="{2D5712BE-3204-7966-8AAE-6D271522953A}"/>
              </a:ext>
            </a:extLst>
          </p:cNvPr>
          <p:cNvGrpSpPr/>
          <p:nvPr/>
        </p:nvGrpSpPr>
        <p:grpSpPr>
          <a:xfrm>
            <a:off x="6742427" y="4383348"/>
            <a:ext cx="2797558" cy="1955929"/>
            <a:chOff x="3658482" y="3660333"/>
            <a:chExt cx="2797558" cy="1955929"/>
          </a:xfrm>
        </p:grpSpPr>
        <p:sp>
          <p:nvSpPr>
            <p:cNvPr id="34" name="Rounded Rectangle 33">
              <a:extLst>
                <a:ext uri="{FF2B5EF4-FFF2-40B4-BE49-F238E27FC236}">
                  <a16:creationId xmlns:a16="http://schemas.microsoft.com/office/drawing/2014/main" id="{EC0B0348-22E0-BC91-CAC0-4D5B1C51446F}"/>
                </a:ext>
              </a:extLst>
            </p:cNvPr>
            <p:cNvSpPr/>
            <p:nvPr/>
          </p:nvSpPr>
          <p:spPr>
            <a:xfrm>
              <a:off x="3658482" y="3660333"/>
              <a:ext cx="2797558" cy="1955929"/>
            </a:xfrm>
            <a:prstGeom prst="roundRect">
              <a:avLst/>
            </a:prstGeom>
            <a:solidFill>
              <a:srgbClr val="DDC9EF">
                <a:alpha val="29804"/>
              </a:srgb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b"/>
            <a:lstStyle/>
            <a:p>
              <a:pPr algn="ctr"/>
              <a:r>
                <a:rPr lang="en-AU">
                  <a:solidFill>
                    <a:schemeClr val="tx1"/>
                  </a:solidFill>
                </a:rPr>
                <a:t>High-quality Counterfeit</a:t>
              </a:r>
            </a:p>
          </p:txBody>
        </p:sp>
        <p:pic>
          <p:nvPicPr>
            <p:cNvPr id="19" name="Picture 18">
              <a:extLst>
                <a:ext uri="{FF2B5EF4-FFF2-40B4-BE49-F238E27FC236}">
                  <a16:creationId xmlns:a16="http://schemas.microsoft.com/office/drawing/2014/main" id="{350B1E11-BE6E-9A8C-1CC6-9E06EBD683B6}"/>
                </a:ext>
              </a:extLst>
            </p:cNvPr>
            <p:cNvPicPr>
              <a:picLocks noChangeAspect="1"/>
            </p:cNvPicPr>
            <p:nvPr/>
          </p:nvPicPr>
          <p:blipFill>
            <a:blip r:embed="rId6"/>
            <a:stretch>
              <a:fillRect/>
            </a:stretch>
          </p:blipFill>
          <p:spPr>
            <a:xfrm>
              <a:off x="4194973" y="3808887"/>
              <a:ext cx="1808159" cy="1279693"/>
            </a:xfrm>
            <a:prstGeom prst="rect">
              <a:avLst/>
            </a:prstGeom>
          </p:spPr>
        </p:pic>
      </p:grpSp>
      <p:grpSp>
        <p:nvGrpSpPr>
          <p:cNvPr id="41" name="Group 40">
            <a:extLst>
              <a:ext uri="{FF2B5EF4-FFF2-40B4-BE49-F238E27FC236}">
                <a16:creationId xmlns:a16="http://schemas.microsoft.com/office/drawing/2014/main" id="{C330E912-3A3B-C3A5-E719-5CBC46A46C9D}"/>
              </a:ext>
            </a:extLst>
          </p:cNvPr>
          <p:cNvGrpSpPr/>
          <p:nvPr/>
        </p:nvGrpSpPr>
        <p:grpSpPr>
          <a:xfrm>
            <a:off x="9738311" y="4115096"/>
            <a:ext cx="2389450" cy="2406525"/>
            <a:chOff x="9802550" y="1454773"/>
            <a:chExt cx="2389450" cy="2406525"/>
          </a:xfrm>
        </p:grpSpPr>
        <p:sp>
          <p:nvSpPr>
            <p:cNvPr id="22" name="Rounded Rectangle 21">
              <a:extLst>
                <a:ext uri="{FF2B5EF4-FFF2-40B4-BE49-F238E27FC236}">
                  <a16:creationId xmlns:a16="http://schemas.microsoft.com/office/drawing/2014/main" id="{93D2BF80-0DF5-537A-411F-34039DC1DA28}"/>
                </a:ext>
              </a:extLst>
            </p:cNvPr>
            <p:cNvSpPr/>
            <p:nvPr/>
          </p:nvSpPr>
          <p:spPr>
            <a:xfrm>
              <a:off x="9802550" y="1454773"/>
              <a:ext cx="2389450" cy="2406525"/>
            </a:xfrm>
            <a:prstGeom prst="roundRect">
              <a:avLst/>
            </a:prstGeom>
            <a:solidFill>
              <a:srgbClr val="DDC9EF">
                <a:alpha val="29804"/>
              </a:srgb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b"/>
            <a:lstStyle/>
            <a:p>
              <a:pPr algn="ctr"/>
              <a:r>
                <a:rPr lang="en-AU">
                  <a:solidFill>
                    <a:schemeClr val="tx1"/>
                  </a:solidFill>
                </a:rPr>
                <a:t>Fake App</a:t>
              </a:r>
            </a:p>
          </p:txBody>
        </p:sp>
        <p:pic>
          <p:nvPicPr>
            <p:cNvPr id="23" name="Picture 22">
              <a:extLst>
                <a:ext uri="{FF2B5EF4-FFF2-40B4-BE49-F238E27FC236}">
                  <a16:creationId xmlns:a16="http://schemas.microsoft.com/office/drawing/2014/main" id="{ADB13D99-10FE-C892-23A6-8C0394718493}"/>
                </a:ext>
              </a:extLst>
            </p:cNvPr>
            <p:cNvPicPr>
              <a:picLocks noChangeAspect="1"/>
            </p:cNvPicPr>
            <p:nvPr/>
          </p:nvPicPr>
          <p:blipFill>
            <a:blip r:embed="rId7"/>
            <a:stretch>
              <a:fillRect/>
            </a:stretch>
          </p:blipFill>
          <p:spPr>
            <a:xfrm>
              <a:off x="9969921" y="1628524"/>
              <a:ext cx="2119276" cy="768796"/>
            </a:xfrm>
            <a:prstGeom prst="rect">
              <a:avLst/>
            </a:prstGeom>
          </p:spPr>
        </p:pic>
        <p:pic>
          <p:nvPicPr>
            <p:cNvPr id="25" name="Picture 24">
              <a:extLst>
                <a:ext uri="{FF2B5EF4-FFF2-40B4-BE49-F238E27FC236}">
                  <a16:creationId xmlns:a16="http://schemas.microsoft.com/office/drawing/2014/main" id="{30DDD963-7298-1922-D3FF-95C1ADCEFF82}"/>
                </a:ext>
              </a:extLst>
            </p:cNvPr>
            <p:cNvPicPr>
              <a:picLocks noChangeAspect="1"/>
            </p:cNvPicPr>
            <p:nvPr/>
          </p:nvPicPr>
          <p:blipFill>
            <a:blip r:embed="rId8"/>
            <a:stretch>
              <a:fillRect/>
            </a:stretch>
          </p:blipFill>
          <p:spPr>
            <a:xfrm>
              <a:off x="9969920" y="2384217"/>
              <a:ext cx="2119276" cy="978366"/>
            </a:xfrm>
            <a:prstGeom prst="rect">
              <a:avLst/>
            </a:prstGeom>
          </p:spPr>
        </p:pic>
      </p:grpSp>
      <p:grpSp>
        <p:nvGrpSpPr>
          <p:cNvPr id="40" name="Group 39">
            <a:extLst>
              <a:ext uri="{FF2B5EF4-FFF2-40B4-BE49-F238E27FC236}">
                <a16:creationId xmlns:a16="http://schemas.microsoft.com/office/drawing/2014/main" id="{2CE6B2F0-FAE9-7EB7-C8DE-2FF11440F707}"/>
              </a:ext>
            </a:extLst>
          </p:cNvPr>
          <p:cNvGrpSpPr/>
          <p:nvPr/>
        </p:nvGrpSpPr>
        <p:grpSpPr>
          <a:xfrm>
            <a:off x="7207286" y="1383791"/>
            <a:ext cx="5103012" cy="2406525"/>
            <a:chOff x="5225012" y="1095428"/>
            <a:chExt cx="5103012" cy="2406525"/>
          </a:xfrm>
        </p:grpSpPr>
        <p:sp>
          <p:nvSpPr>
            <p:cNvPr id="13" name="Rounded Rectangle 12">
              <a:extLst>
                <a:ext uri="{FF2B5EF4-FFF2-40B4-BE49-F238E27FC236}">
                  <a16:creationId xmlns:a16="http://schemas.microsoft.com/office/drawing/2014/main" id="{62B0AFFF-6A57-5BE9-F331-3F16DA661195}"/>
                </a:ext>
              </a:extLst>
            </p:cNvPr>
            <p:cNvSpPr/>
            <p:nvPr/>
          </p:nvSpPr>
          <p:spPr>
            <a:xfrm>
              <a:off x="5225012" y="1095428"/>
              <a:ext cx="5103012" cy="2406525"/>
            </a:xfrm>
            <a:prstGeom prst="roundRect">
              <a:avLst/>
            </a:prstGeom>
            <a:solidFill>
              <a:srgbClr val="DDC9EF">
                <a:alpha val="29804"/>
              </a:srgb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b"/>
            <a:lstStyle/>
            <a:p>
              <a:r>
                <a:rPr lang="en-AU">
                  <a:solidFill>
                    <a:schemeClr val="tx1"/>
                  </a:solidFill>
                </a:rPr>
                <a:t>Knock-off store with unauthorised logo usage</a:t>
              </a:r>
            </a:p>
          </p:txBody>
        </p:sp>
        <p:pic>
          <p:nvPicPr>
            <p:cNvPr id="29" name="Picture 28">
              <a:extLst>
                <a:ext uri="{FF2B5EF4-FFF2-40B4-BE49-F238E27FC236}">
                  <a16:creationId xmlns:a16="http://schemas.microsoft.com/office/drawing/2014/main" id="{76CF9E20-C971-A3AC-A0B6-2E18CC2E9934}"/>
                </a:ext>
              </a:extLst>
            </p:cNvPr>
            <p:cNvPicPr>
              <a:picLocks noChangeAspect="1"/>
            </p:cNvPicPr>
            <p:nvPr/>
          </p:nvPicPr>
          <p:blipFill>
            <a:blip r:embed="rId9"/>
            <a:stretch>
              <a:fillRect/>
            </a:stretch>
          </p:blipFill>
          <p:spPr>
            <a:xfrm>
              <a:off x="8003156" y="1229680"/>
              <a:ext cx="2061752" cy="524214"/>
            </a:xfrm>
            <a:prstGeom prst="rect">
              <a:avLst/>
            </a:prstGeom>
          </p:spPr>
        </p:pic>
        <p:pic>
          <p:nvPicPr>
            <p:cNvPr id="35" name="Picture 34">
              <a:extLst>
                <a:ext uri="{FF2B5EF4-FFF2-40B4-BE49-F238E27FC236}">
                  <a16:creationId xmlns:a16="http://schemas.microsoft.com/office/drawing/2014/main" id="{DCA6D32B-2F43-3B5D-CE06-6A32C98E5987}"/>
                </a:ext>
              </a:extLst>
            </p:cNvPr>
            <p:cNvPicPr>
              <a:picLocks noChangeAspect="1"/>
            </p:cNvPicPr>
            <p:nvPr/>
          </p:nvPicPr>
          <p:blipFill>
            <a:blip r:embed="rId10"/>
            <a:stretch>
              <a:fillRect/>
            </a:stretch>
          </p:blipFill>
          <p:spPr>
            <a:xfrm>
              <a:off x="8024506" y="1822615"/>
              <a:ext cx="2061750" cy="1137517"/>
            </a:xfrm>
            <a:prstGeom prst="rect">
              <a:avLst/>
            </a:prstGeom>
          </p:spPr>
        </p:pic>
        <p:pic>
          <p:nvPicPr>
            <p:cNvPr id="31" name="Picture 30">
              <a:extLst>
                <a:ext uri="{FF2B5EF4-FFF2-40B4-BE49-F238E27FC236}">
                  <a16:creationId xmlns:a16="http://schemas.microsoft.com/office/drawing/2014/main" id="{6B17FD01-C71F-0F7F-6006-239D01F9A003}"/>
                </a:ext>
              </a:extLst>
            </p:cNvPr>
            <p:cNvPicPr>
              <a:picLocks noChangeAspect="1"/>
            </p:cNvPicPr>
            <p:nvPr/>
          </p:nvPicPr>
          <p:blipFill>
            <a:blip r:embed="rId11"/>
            <a:stretch>
              <a:fillRect/>
            </a:stretch>
          </p:blipFill>
          <p:spPr>
            <a:xfrm>
              <a:off x="5510366" y="1239836"/>
              <a:ext cx="2361319" cy="862248"/>
            </a:xfrm>
            <a:prstGeom prst="rect">
              <a:avLst/>
            </a:prstGeom>
          </p:spPr>
        </p:pic>
        <p:pic>
          <p:nvPicPr>
            <p:cNvPr id="37" name="Picture 36">
              <a:extLst>
                <a:ext uri="{FF2B5EF4-FFF2-40B4-BE49-F238E27FC236}">
                  <a16:creationId xmlns:a16="http://schemas.microsoft.com/office/drawing/2014/main" id="{F4483064-2FFE-B8E5-FFB1-1CAC5925CF03}"/>
                </a:ext>
              </a:extLst>
            </p:cNvPr>
            <p:cNvPicPr>
              <a:picLocks noChangeAspect="1"/>
            </p:cNvPicPr>
            <p:nvPr/>
          </p:nvPicPr>
          <p:blipFill>
            <a:blip r:embed="rId12"/>
            <a:stretch>
              <a:fillRect/>
            </a:stretch>
          </p:blipFill>
          <p:spPr>
            <a:xfrm>
              <a:off x="5548699" y="2212256"/>
              <a:ext cx="2361318" cy="738563"/>
            </a:xfrm>
            <a:prstGeom prst="rect">
              <a:avLst/>
            </a:prstGeom>
          </p:spPr>
        </p:pic>
      </p:grpSp>
      <p:grpSp>
        <p:nvGrpSpPr>
          <p:cNvPr id="44" name="Group 43">
            <a:extLst>
              <a:ext uri="{FF2B5EF4-FFF2-40B4-BE49-F238E27FC236}">
                <a16:creationId xmlns:a16="http://schemas.microsoft.com/office/drawing/2014/main" id="{09B181BB-FD82-7189-ABD8-074F41BBA2A5}"/>
              </a:ext>
            </a:extLst>
          </p:cNvPr>
          <p:cNvGrpSpPr/>
          <p:nvPr/>
        </p:nvGrpSpPr>
        <p:grpSpPr>
          <a:xfrm>
            <a:off x="269087" y="4559348"/>
            <a:ext cx="6202353" cy="1750625"/>
            <a:chOff x="5663951" y="4321778"/>
            <a:chExt cx="6202353" cy="1750625"/>
          </a:xfrm>
        </p:grpSpPr>
        <p:sp>
          <p:nvSpPr>
            <p:cNvPr id="36" name="Rounded Rectangle 35">
              <a:extLst>
                <a:ext uri="{FF2B5EF4-FFF2-40B4-BE49-F238E27FC236}">
                  <a16:creationId xmlns:a16="http://schemas.microsoft.com/office/drawing/2014/main" id="{0EF4B285-FC1B-1D18-8B80-AB94BEA80201}"/>
                </a:ext>
              </a:extLst>
            </p:cNvPr>
            <p:cNvSpPr/>
            <p:nvPr/>
          </p:nvSpPr>
          <p:spPr>
            <a:xfrm>
              <a:off x="5663951" y="4321778"/>
              <a:ext cx="6202353" cy="1750625"/>
            </a:xfrm>
            <a:prstGeom prst="roundRect">
              <a:avLst/>
            </a:prstGeom>
            <a:solidFill>
              <a:srgbClr val="DDC9EF">
                <a:alpha val="29804"/>
              </a:srgb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b"/>
            <a:lstStyle/>
            <a:p>
              <a:pPr algn="ctr"/>
              <a:r>
                <a:rPr lang="en-AU">
                  <a:solidFill>
                    <a:schemeClr val="tx1"/>
                  </a:solidFill>
                </a:rPr>
                <a:t>Website Clone</a:t>
              </a:r>
            </a:p>
          </p:txBody>
        </p:sp>
        <p:grpSp>
          <p:nvGrpSpPr>
            <p:cNvPr id="28" name="Group 27">
              <a:extLst>
                <a:ext uri="{FF2B5EF4-FFF2-40B4-BE49-F238E27FC236}">
                  <a16:creationId xmlns:a16="http://schemas.microsoft.com/office/drawing/2014/main" id="{C579BD8D-848E-07B4-E9C6-2508B6B1BE70}"/>
                </a:ext>
              </a:extLst>
            </p:cNvPr>
            <p:cNvGrpSpPr/>
            <p:nvPr/>
          </p:nvGrpSpPr>
          <p:grpSpPr>
            <a:xfrm>
              <a:off x="5813614" y="4460562"/>
              <a:ext cx="5943601" cy="1155700"/>
              <a:chOff x="6131438" y="2271249"/>
              <a:chExt cx="5943601" cy="1155700"/>
            </a:xfrm>
          </p:grpSpPr>
          <p:grpSp>
            <p:nvGrpSpPr>
              <p:cNvPr id="18" name="Group 17">
                <a:extLst>
                  <a:ext uri="{FF2B5EF4-FFF2-40B4-BE49-F238E27FC236}">
                    <a16:creationId xmlns:a16="http://schemas.microsoft.com/office/drawing/2014/main" id="{6DDA216B-FFA0-F353-5075-F97AD3E5F272}"/>
                  </a:ext>
                </a:extLst>
              </p:cNvPr>
              <p:cNvGrpSpPr/>
              <p:nvPr/>
            </p:nvGrpSpPr>
            <p:grpSpPr>
              <a:xfrm>
                <a:off x="6131438" y="2271249"/>
                <a:ext cx="2971800" cy="1155700"/>
                <a:chOff x="7487146" y="2808161"/>
                <a:chExt cx="2971800" cy="1155700"/>
              </a:xfrm>
            </p:grpSpPr>
            <p:pic>
              <p:nvPicPr>
                <p:cNvPr id="12" name="Picture 11">
                  <a:extLst>
                    <a:ext uri="{FF2B5EF4-FFF2-40B4-BE49-F238E27FC236}">
                      <a16:creationId xmlns:a16="http://schemas.microsoft.com/office/drawing/2014/main" id="{D67F488F-83C6-A68E-5B11-DA6A9F161B9C}"/>
                    </a:ext>
                  </a:extLst>
                </p:cNvPr>
                <p:cNvPicPr>
                  <a:picLocks noChangeAspect="1"/>
                </p:cNvPicPr>
                <p:nvPr/>
              </p:nvPicPr>
              <p:blipFill>
                <a:blip r:embed="rId13"/>
                <a:stretch>
                  <a:fillRect/>
                </a:stretch>
              </p:blipFill>
              <p:spPr>
                <a:xfrm>
                  <a:off x="7487146" y="3316161"/>
                  <a:ext cx="2971800" cy="647700"/>
                </a:xfrm>
                <a:prstGeom prst="rect">
                  <a:avLst/>
                </a:prstGeom>
              </p:spPr>
            </p:pic>
            <p:pic>
              <p:nvPicPr>
                <p:cNvPr id="14" name="Picture 13">
                  <a:extLst>
                    <a:ext uri="{FF2B5EF4-FFF2-40B4-BE49-F238E27FC236}">
                      <a16:creationId xmlns:a16="http://schemas.microsoft.com/office/drawing/2014/main" id="{F8BB42E2-415C-710B-07AB-2C7F04F3A970}"/>
                    </a:ext>
                  </a:extLst>
                </p:cNvPr>
                <p:cNvPicPr>
                  <a:picLocks noChangeAspect="1"/>
                </p:cNvPicPr>
                <p:nvPr/>
              </p:nvPicPr>
              <p:blipFill>
                <a:blip r:embed="rId14"/>
                <a:stretch>
                  <a:fillRect/>
                </a:stretch>
              </p:blipFill>
              <p:spPr>
                <a:xfrm>
                  <a:off x="7487146" y="2808161"/>
                  <a:ext cx="2971800" cy="508000"/>
                </a:xfrm>
                <a:prstGeom prst="rect">
                  <a:avLst/>
                </a:prstGeom>
              </p:spPr>
            </p:pic>
          </p:grpSp>
          <p:pic>
            <p:nvPicPr>
              <p:cNvPr id="24" name="Picture 23">
                <a:extLst>
                  <a:ext uri="{FF2B5EF4-FFF2-40B4-BE49-F238E27FC236}">
                    <a16:creationId xmlns:a16="http://schemas.microsoft.com/office/drawing/2014/main" id="{E68B1349-AB94-26D6-FBC5-A2DF1F0C61A4}"/>
                  </a:ext>
                </a:extLst>
              </p:cNvPr>
              <p:cNvPicPr>
                <a:picLocks noChangeAspect="1"/>
              </p:cNvPicPr>
              <p:nvPr/>
            </p:nvPicPr>
            <p:blipFill>
              <a:blip r:embed="rId15"/>
              <a:stretch>
                <a:fillRect/>
              </a:stretch>
            </p:blipFill>
            <p:spPr>
              <a:xfrm>
                <a:off x="9103239" y="2286814"/>
                <a:ext cx="2971800" cy="927100"/>
              </a:xfrm>
              <a:prstGeom prst="rect">
                <a:avLst/>
              </a:prstGeom>
            </p:spPr>
          </p:pic>
        </p:grpSp>
      </p:grpSp>
      <p:sp>
        <p:nvSpPr>
          <p:cNvPr id="3" name="TextBox 2">
            <a:extLst>
              <a:ext uri="{FF2B5EF4-FFF2-40B4-BE49-F238E27FC236}">
                <a16:creationId xmlns:a16="http://schemas.microsoft.com/office/drawing/2014/main" id="{2A1A921E-C817-6775-4128-4C7B8CEA0AD3}"/>
              </a:ext>
            </a:extLst>
          </p:cNvPr>
          <p:cNvSpPr txBox="1"/>
          <p:nvPr/>
        </p:nvSpPr>
        <p:spPr>
          <a:xfrm>
            <a:off x="263352" y="6448641"/>
            <a:ext cx="5275803" cy="369332"/>
          </a:xfrm>
          <a:prstGeom prst="rect">
            <a:avLst/>
          </a:prstGeom>
          <a:noFill/>
        </p:spPr>
        <p:txBody>
          <a:bodyPr wrap="none" rtlCol="0">
            <a:spAutoFit/>
          </a:bodyPr>
          <a:lstStyle/>
          <a:p>
            <a:r>
              <a:rPr lang="en-AU" sz="900"/>
              <a:t>[5] </a:t>
            </a:r>
            <a:r>
              <a:rPr lang="en-AU" sz="900">
                <a:hlinkClick r:id="rId16"/>
              </a:rPr>
              <a:t>https://realauthentication.com/real-or-fake-the-gucci-marmont-flap-bag/</a:t>
            </a:r>
            <a:br>
              <a:rPr lang="en-AU" sz="900"/>
            </a:br>
            <a:r>
              <a:rPr lang="en-AU" sz="900"/>
              <a:t>[6] </a:t>
            </a:r>
            <a:r>
              <a:rPr lang="en-AU" sz="900">
                <a:hlinkClick r:id="rId17"/>
              </a:rPr>
              <a:t>https://www.watchfinder.com/articles/feature-the-most-accurate-fake-luxury-watches-in-the-world</a:t>
            </a:r>
            <a:endParaRPr lang="en-AU" sz="900"/>
          </a:p>
        </p:txBody>
      </p:sp>
    </p:spTree>
    <p:extLst>
      <p:ext uri="{BB962C8B-B14F-4D97-AF65-F5344CB8AC3E}">
        <p14:creationId xmlns:p14="http://schemas.microsoft.com/office/powerpoint/2010/main" val="231975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left)">
                                      <p:cBhvr>
                                        <p:cTn id="12" dur="7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left)">
                                      <p:cBhvr>
                                        <p:cTn id="17" dur="7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left)">
                                      <p:cBhvr>
                                        <p:cTn id="22" dur="7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7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left)">
                                      <p:cBhvr>
                                        <p:cTn id="32" dur="7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69F3D-CD24-4373-403A-759AF62C606A}"/>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DD023DE-DF83-8AB7-5355-E7989C8B4F60}"/>
              </a:ext>
            </a:extLst>
          </p:cNvPr>
          <p:cNvSpPr>
            <a:spLocks noGrp="1"/>
          </p:cNvSpPr>
          <p:nvPr>
            <p:ph sz="quarter" idx="10"/>
          </p:nvPr>
        </p:nvSpPr>
        <p:spPr>
          <a:xfrm>
            <a:off x="401095" y="1693897"/>
            <a:ext cx="7056859" cy="336614"/>
          </a:xfrm>
        </p:spPr>
        <p:txBody>
          <a:bodyPr>
            <a:normAutofit/>
          </a:bodyPr>
          <a:lstStyle/>
          <a:p>
            <a:pPr marL="285750" indent="-285750">
              <a:buFont typeface="Arial" panose="020B0604020202020204" pitchFamily="34" charset="0"/>
              <a:buChar char="•"/>
            </a:pPr>
            <a:r>
              <a:rPr lang="en-AU"/>
              <a:t>Can you distinguish which one(or more) is NOT authentic?</a:t>
            </a:r>
          </a:p>
        </p:txBody>
      </p:sp>
      <p:sp>
        <p:nvSpPr>
          <p:cNvPr id="8" name="Title 7">
            <a:extLst>
              <a:ext uri="{FF2B5EF4-FFF2-40B4-BE49-F238E27FC236}">
                <a16:creationId xmlns:a16="http://schemas.microsoft.com/office/drawing/2014/main" id="{1AE39697-88E5-62DD-1C87-44124B6AAA4A}"/>
              </a:ext>
            </a:extLst>
          </p:cNvPr>
          <p:cNvSpPr>
            <a:spLocks noGrp="1"/>
          </p:cNvSpPr>
          <p:nvPr>
            <p:ph type="title"/>
          </p:nvPr>
        </p:nvSpPr>
        <p:spPr>
          <a:xfrm>
            <a:off x="119335" y="92074"/>
            <a:ext cx="10801350" cy="469056"/>
          </a:xfrm>
        </p:spPr>
        <p:txBody>
          <a:bodyPr/>
          <a:lstStyle/>
          <a:p>
            <a:r>
              <a:rPr lang="en-US">
                <a:solidFill>
                  <a:schemeClr val="bg1"/>
                </a:solidFill>
              </a:rPr>
              <a:t>Deepfake: Counterfeiting in the Digital World</a:t>
            </a:r>
            <a:endParaRPr lang="en-AU">
              <a:solidFill>
                <a:schemeClr val="bg1"/>
              </a:solidFill>
            </a:endParaRPr>
          </a:p>
        </p:txBody>
      </p:sp>
      <p:sp>
        <p:nvSpPr>
          <p:cNvPr id="13" name="Slide Number Placeholder 12">
            <a:extLst>
              <a:ext uri="{FF2B5EF4-FFF2-40B4-BE49-F238E27FC236}">
                <a16:creationId xmlns:a16="http://schemas.microsoft.com/office/drawing/2014/main" id="{1D50F5E1-7E44-942F-B4CA-2D54A95EE7BE}"/>
              </a:ext>
            </a:extLst>
          </p:cNvPr>
          <p:cNvSpPr>
            <a:spLocks noGrp="1"/>
          </p:cNvSpPr>
          <p:nvPr>
            <p:ph type="sldNum" sz="quarter" idx="18"/>
          </p:nvPr>
        </p:nvSpPr>
        <p:spPr>
          <a:xfrm>
            <a:off x="11208567" y="6519170"/>
            <a:ext cx="288032" cy="240219"/>
          </a:xfrm>
        </p:spPr>
        <p:txBody>
          <a:bodyPr/>
          <a:lstStyle/>
          <a:p>
            <a:fld id="{E917DE0E-AFB1-41FD-BC35-27DB61CA125F}" type="slidenum">
              <a:rPr lang="en-AU" smtClean="0"/>
              <a:pPr/>
              <a:t>8</a:t>
            </a:fld>
            <a:endParaRPr lang="en-AU"/>
          </a:p>
        </p:txBody>
      </p:sp>
      <p:sp>
        <p:nvSpPr>
          <p:cNvPr id="20" name="TextBox 19">
            <a:extLst>
              <a:ext uri="{FF2B5EF4-FFF2-40B4-BE49-F238E27FC236}">
                <a16:creationId xmlns:a16="http://schemas.microsoft.com/office/drawing/2014/main" id="{78E65949-5082-7418-B9E5-6E5863638F63}"/>
              </a:ext>
            </a:extLst>
          </p:cNvPr>
          <p:cNvSpPr txBox="1"/>
          <p:nvPr/>
        </p:nvSpPr>
        <p:spPr>
          <a:xfrm>
            <a:off x="403854" y="662288"/>
            <a:ext cx="9865529" cy="461665"/>
          </a:xfrm>
          <a:prstGeom prst="rect">
            <a:avLst/>
          </a:prstGeom>
          <a:noFill/>
        </p:spPr>
        <p:txBody>
          <a:bodyPr wrap="square" lIns="91440" tIns="45720" rIns="91440" bIns="45720" anchor="t">
            <a:spAutoFit/>
          </a:bodyPr>
          <a:lstStyle/>
          <a:p>
            <a:r>
              <a:rPr lang="en-AU" sz="2400"/>
              <a:t>What are the criminals also doing nowadays? </a:t>
            </a:r>
            <a:r>
              <a:rPr lang="en-AU" sz="2400">
                <a:sym typeface="Wingdings" pitchFamily="2" charset="2"/>
              </a:rPr>
              <a:t> </a:t>
            </a:r>
            <a:r>
              <a:rPr lang="en-AU" sz="2400" err="1">
                <a:sym typeface="Wingdings" pitchFamily="2" charset="2"/>
              </a:rPr>
              <a:t>DeepFake</a:t>
            </a:r>
            <a:endParaRPr lang="en-AU" sz="2400"/>
          </a:p>
        </p:txBody>
      </p:sp>
      <p:grpSp>
        <p:nvGrpSpPr>
          <p:cNvPr id="26" name="Group 25">
            <a:extLst>
              <a:ext uri="{FF2B5EF4-FFF2-40B4-BE49-F238E27FC236}">
                <a16:creationId xmlns:a16="http://schemas.microsoft.com/office/drawing/2014/main" id="{A107DF67-D626-27E5-0695-A225DDC57309}"/>
              </a:ext>
            </a:extLst>
          </p:cNvPr>
          <p:cNvGrpSpPr/>
          <p:nvPr/>
        </p:nvGrpSpPr>
        <p:grpSpPr>
          <a:xfrm>
            <a:off x="329125" y="2350162"/>
            <a:ext cx="3600400" cy="3812038"/>
            <a:chOff x="329125" y="2350162"/>
            <a:chExt cx="3600400" cy="3812038"/>
          </a:xfrm>
        </p:grpSpPr>
        <p:sp>
          <p:nvSpPr>
            <p:cNvPr id="4" name="Rounded Rectangle 3">
              <a:extLst>
                <a:ext uri="{FF2B5EF4-FFF2-40B4-BE49-F238E27FC236}">
                  <a16:creationId xmlns:a16="http://schemas.microsoft.com/office/drawing/2014/main" id="{017248C6-C2AA-52F8-DF44-D07301F2B9EA}"/>
                </a:ext>
              </a:extLst>
            </p:cNvPr>
            <p:cNvSpPr/>
            <p:nvPr/>
          </p:nvSpPr>
          <p:spPr>
            <a:xfrm>
              <a:off x="329125" y="2812874"/>
              <a:ext cx="3600400" cy="3349326"/>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342900" indent="-342900">
                <a:buFont typeface="Arial" panose="020B0604020202020204" pitchFamily="34" charset="0"/>
                <a:buChar char="•"/>
              </a:pPr>
              <a:endParaRPr lang="en-US" sz="1400">
                <a:solidFill>
                  <a:schemeClr val="tx1"/>
                </a:solidFill>
              </a:endParaRPr>
            </a:p>
          </p:txBody>
        </p:sp>
        <p:pic>
          <p:nvPicPr>
            <p:cNvPr id="19" name="Picture 18">
              <a:extLst>
                <a:ext uri="{FF2B5EF4-FFF2-40B4-BE49-F238E27FC236}">
                  <a16:creationId xmlns:a16="http://schemas.microsoft.com/office/drawing/2014/main" id="{E2918A0A-6FA2-67D6-6754-80AA13D495FA}"/>
                </a:ext>
              </a:extLst>
            </p:cNvPr>
            <p:cNvPicPr>
              <a:picLocks noChangeAspect="1"/>
            </p:cNvPicPr>
            <p:nvPr/>
          </p:nvPicPr>
          <p:blipFill>
            <a:blip r:embed="rId3"/>
            <a:stretch>
              <a:fillRect/>
            </a:stretch>
          </p:blipFill>
          <p:spPr>
            <a:xfrm>
              <a:off x="919727" y="3429000"/>
              <a:ext cx="2495890" cy="2495890"/>
            </a:xfrm>
            <a:prstGeom prst="rect">
              <a:avLst/>
            </a:prstGeom>
          </p:spPr>
        </p:pic>
        <p:sp>
          <p:nvSpPr>
            <p:cNvPr id="23" name="Oval 22">
              <a:extLst>
                <a:ext uri="{FF2B5EF4-FFF2-40B4-BE49-F238E27FC236}">
                  <a16:creationId xmlns:a16="http://schemas.microsoft.com/office/drawing/2014/main" id="{EE0A112A-A0B6-5A19-C950-77D400FB560A}"/>
                </a:ext>
              </a:extLst>
            </p:cNvPr>
            <p:cNvSpPr/>
            <p:nvPr/>
          </p:nvSpPr>
          <p:spPr>
            <a:xfrm>
              <a:off x="1769285" y="2350162"/>
              <a:ext cx="720080" cy="7200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a:t>1</a:t>
              </a:r>
            </a:p>
          </p:txBody>
        </p:sp>
      </p:grpSp>
      <p:grpSp>
        <p:nvGrpSpPr>
          <p:cNvPr id="28" name="Group 27">
            <a:extLst>
              <a:ext uri="{FF2B5EF4-FFF2-40B4-BE49-F238E27FC236}">
                <a16:creationId xmlns:a16="http://schemas.microsoft.com/office/drawing/2014/main" id="{AA8BDB58-5E22-0713-5319-CA6C17BDD880}"/>
              </a:ext>
            </a:extLst>
          </p:cNvPr>
          <p:cNvGrpSpPr/>
          <p:nvPr/>
        </p:nvGrpSpPr>
        <p:grpSpPr>
          <a:xfrm>
            <a:off x="8256239" y="2361577"/>
            <a:ext cx="3600400" cy="3800623"/>
            <a:chOff x="8256239" y="2361577"/>
            <a:chExt cx="3600400" cy="3800623"/>
          </a:xfrm>
        </p:grpSpPr>
        <p:sp>
          <p:nvSpPr>
            <p:cNvPr id="14" name="Rounded Rectangle 13">
              <a:extLst>
                <a:ext uri="{FF2B5EF4-FFF2-40B4-BE49-F238E27FC236}">
                  <a16:creationId xmlns:a16="http://schemas.microsoft.com/office/drawing/2014/main" id="{693FF843-697E-B1A0-E882-446D70878D54}"/>
                </a:ext>
              </a:extLst>
            </p:cNvPr>
            <p:cNvSpPr/>
            <p:nvPr/>
          </p:nvSpPr>
          <p:spPr>
            <a:xfrm>
              <a:off x="8256239" y="2812874"/>
              <a:ext cx="3600400" cy="3349326"/>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342900" indent="-342900">
                <a:buFont typeface="Arial" panose="020B0604020202020204" pitchFamily="34" charset="0"/>
                <a:buChar char="•"/>
              </a:pPr>
              <a:endParaRPr lang="en-US" sz="1400">
                <a:solidFill>
                  <a:schemeClr val="tx1"/>
                </a:solidFill>
              </a:endParaRPr>
            </a:p>
          </p:txBody>
        </p:sp>
        <p:pic>
          <p:nvPicPr>
            <p:cNvPr id="6" name="Picture 5">
              <a:extLst>
                <a:ext uri="{FF2B5EF4-FFF2-40B4-BE49-F238E27FC236}">
                  <a16:creationId xmlns:a16="http://schemas.microsoft.com/office/drawing/2014/main" id="{22A06579-C093-33F1-0622-89F4E8397168}"/>
                </a:ext>
              </a:extLst>
            </p:cNvPr>
            <p:cNvPicPr>
              <a:picLocks noChangeAspect="1"/>
            </p:cNvPicPr>
            <p:nvPr/>
          </p:nvPicPr>
          <p:blipFill>
            <a:blip r:embed="rId4"/>
            <a:stretch>
              <a:fillRect/>
            </a:stretch>
          </p:blipFill>
          <p:spPr>
            <a:xfrm>
              <a:off x="8867155" y="3429000"/>
              <a:ext cx="2376264" cy="2376264"/>
            </a:xfrm>
            <a:prstGeom prst="rect">
              <a:avLst/>
            </a:prstGeom>
          </p:spPr>
        </p:pic>
        <p:sp>
          <p:nvSpPr>
            <p:cNvPr id="25" name="Oval 24">
              <a:extLst>
                <a:ext uri="{FF2B5EF4-FFF2-40B4-BE49-F238E27FC236}">
                  <a16:creationId xmlns:a16="http://schemas.microsoft.com/office/drawing/2014/main" id="{3A206484-2F63-545A-BF3A-01BD9AEC2A50}"/>
                </a:ext>
              </a:extLst>
            </p:cNvPr>
            <p:cNvSpPr/>
            <p:nvPr/>
          </p:nvSpPr>
          <p:spPr>
            <a:xfrm>
              <a:off x="9702635" y="2361577"/>
              <a:ext cx="720080" cy="7200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a:t>3</a:t>
              </a:r>
            </a:p>
          </p:txBody>
        </p:sp>
      </p:grpSp>
      <p:sp>
        <p:nvSpPr>
          <p:cNvPr id="5" name="Text Placeholder 2">
            <a:extLst>
              <a:ext uri="{FF2B5EF4-FFF2-40B4-BE49-F238E27FC236}">
                <a16:creationId xmlns:a16="http://schemas.microsoft.com/office/drawing/2014/main" id="{7D6461E8-0936-8E97-2DDC-CBF4E46AD75E}"/>
              </a:ext>
            </a:extLst>
          </p:cNvPr>
          <p:cNvSpPr txBox="1">
            <a:spLocks/>
          </p:cNvSpPr>
          <p:nvPr/>
        </p:nvSpPr>
        <p:spPr>
          <a:xfrm>
            <a:off x="8927973" y="1616047"/>
            <a:ext cx="2989484" cy="771236"/>
          </a:xfrm>
          <a:prstGeom prst="rect">
            <a:avLst/>
          </a:prstGeom>
        </p:spPr>
        <p:txBody>
          <a:bodyPr lIns="91440" tIns="45720" rIns="91440" bIns="45720" anchor="t"/>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b="1" dirty="0" err="1"/>
              <a:t>Slido</a:t>
            </a:r>
            <a:r>
              <a:rPr lang="en-AU" b="1" dirty="0"/>
              <a:t> Link: </a:t>
            </a:r>
          </a:p>
          <a:p>
            <a:r>
              <a:rPr lang="en-AU" b="1" dirty="0"/>
              <a:t>        Code:</a:t>
            </a:r>
            <a:endParaRPr lang="en-AU" dirty="0"/>
          </a:p>
        </p:txBody>
      </p:sp>
      <p:grpSp>
        <p:nvGrpSpPr>
          <p:cNvPr id="12" name="Group 11">
            <a:extLst>
              <a:ext uri="{FF2B5EF4-FFF2-40B4-BE49-F238E27FC236}">
                <a16:creationId xmlns:a16="http://schemas.microsoft.com/office/drawing/2014/main" id="{2F648E42-B50A-62C2-2E03-5989EDDE5BC7}"/>
              </a:ext>
            </a:extLst>
          </p:cNvPr>
          <p:cNvGrpSpPr/>
          <p:nvPr/>
        </p:nvGrpSpPr>
        <p:grpSpPr>
          <a:xfrm>
            <a:off x="4292682" y="2350162"/>
            <a:ext cx="3600400" cy="3815141"/>
            <a:chOff x="4292682" y="2350162"/>
            <a:chExt cx="3600400" cy="3815141"/>
          </a:xfrm>
        </p:grpSpPr>
        <p:sp>
          <p:nvSpPr>
            <p:cNvPr id="11" name="Rounded Rectangle 10">
              <a:extLst>
                <a:ext uri="{FF2B5EF4-FFF2-40B4-BE49-F238E27FC236}">
                  <a16:creationId xmlns:a16="http://schemas.microsoft.com/office/drawing/2014/main" id="{89414077-4A68-F225-CBA2-4221189A728D}"/>
                </a:ext>
              </a:extLst>
            </p:cNvPr>
            <p:cNvSpPr/>
            <p:nvPr/>
          </p:nvSpPr>
          <p:spPr>
            <a:xfrm>
              <a:off x="4292682" y="2815977"/>
              <a:ext cx="3600400" cy="3349326"/>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400">
                <a:solidFill>
                  <a:schemeClr val="tx1"/>
                </a:solidFill>
              </a:endParaRPr>
            </a:p>
          </p:txBody>
        </p:sp>
        <p:sp>
          <p:nvSpPr>
            <p:cNvPr id="24" name="Oval 23">
              <a:extLst>
                <a:ext uri="{FF2B5EF4-FFF2-40B4-BE49-F238E27FC236}">
                  <a16:creationId xmlns:a16="http://schemas.microsoft.com/office/drawing/2014/main" id="{375807E0-94A9-A99A-56DB-7425AEBB1E12}"/>
                </a:ext>
              </a:extLst>
            </p:cNvPr>
            <p:cNvSpPr/>
            <p:nvPr/>
          </p:nvSpPr>
          <p:spPr>
            <a:xfrm>
              <a:off x="5730019" y="2350162"/>
              <a:ext cx="720080" cy="7200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a:t>2</a:t>
              </a:r>
            </a:p>
          </p:txBody>
        </p:sp>
        <p:pic>
          <p:nvPicPr>
            <p:cNvPr id="10" name="Picture 9">
              <a:extLst>
                <a:ext uri="{FF2B5EF4-FFF2-40B4-BE49-F238E27FC236}">
                  <a16:creationId xmlns:a16="http://schemas.microsoft.com/office/drawing/2014/main" id="{5EE68EB1-C2A2-3DB2-25FE-5520CE12AA86}"/>
                </a:ext>
              </a:extLst>
            </p:cNvPr>
            <p:cNvPicPr>
              <a:picLocks noChangeAspect="1"/>
            </p:cNvPicPr>
            <p:nvPr/>
          </p:nvPicPr>
          <p:blipFill>
            <a:blip r:embed="rId5"/>
            <a:stretch>
              <a:fillRect/>
            </a:stretch>
          </p:blipFill>
          <p:spPr>
            <a:xfrm>
              <a:off x="4614141" y="3429000"/>
              <a:ext cx="2963717" cy="2264790"/>
            </a:xfrm>
            <a:prstGeom prst="rect">
              <a:avLst/>
            </a:prstGeom>
          </p:spPr>
        </p:pic>
      </p:grpSp>
    </p:spTree>
    <p:extLst>
      <p:ext uri="{BB962C8B-B14F-4D97-AF65-F5344CB8AC3E}">
        <p14:creationId xmlns:p14="http://schemas.microsoft.com/office/powerpoint/2010/main" val="2208501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80FC6-3D4C-0FAE-9889-573BE4117D1A}"/>
            </a:ext>
          </a:extLst>
        </p:cNvPr>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B02E9C51-9CF4-1962-34EB-A734E45262B2}"/>
              </a:ext>
            </a:extLst>
          </p:cNvPr>
          <p:cNvSpPr>
            <a:spLocks noGrp="1"/>
          </p:cNvSpPr>
          <p:nvPr>
            <p:ph type="sldNum" sz="quarter" idx="18"/>
          </p:nvPr>
        </p:nvSpPr>
        <p:spPr/>
        <p:txBody>
          <a:bodyPr/>
          <a:lstStyle/>
          <a:p>
            <a:fld id="{E917DE0E-AFB1-41FD-BC35-27DB61CA125F}" type="slidenum">
              <a:rPr lang="en-AU" smtClean="0"/>
              <a:pPr/>
              <a:t>9</a:t>
            </a:fld>
            <a:endParaRPr lang="en-AU"/>
          </a:p>
        </p:txBody>
      </p:sp>
      <p:sp>
        <p:nvSpPr>
          <p:cNvPr id="2" name="Title 7">
            <a:extLst>
              <a:ext uri="{FF2B5EF4-FFF2-40B4-BE49-F238E27FC236}">
                <a16:creationId xmlns:a16="http://schemas.microsoft.com/office/drawing/2014/main" id="{3DDCA143-9EBE-7A9A-06AB-72102D466D76}"/>
              </a:ext>
            </a:extLst>
          </p:cNvPr>
          <p:cNvSpPr txBox="1">
            <a:spLocks/>
          </p:cNvSpPr>
          <p:nvPr/>
        </p:nvSpPr>
        <p:spPr>
          <a:xfrm>
            <a:off x="119335" y="92074"/>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Agenda</a:t>
            </a:r>
            <a:endParaRPr lang="en-AU">
              <a:solidFill>
                <a:schemeClr val="tx1"/>
              </a:solidFill>
              <a:highlight>
                <a:srgbClr val="FFFF00"/>
              </a:highlight>
            </a:endParaRPr>
          </a:p>
        </p:txBody>
      </p:sp>
      <p:graphicFrame>
        <p:nvGraphicFramePr>
          <p:cNvPr id="4" name="Diagram 3">
            <a:extLst>
              <a:ext uri="{FF2B5EF4-FFF2-40B4-BE49-F238E27FC236}">
                <a16:creationId xmlns:a16="http://schemas.microsoft.com/office/drawing/2014/main" id="{C4C22EC9-2B41-BCC8-27CE-C7BEFACA83F8}"/>
              </a:ext>
            </a:extLst>
          </p:cNvPr>
          <p:cNvGraphicFramePr/>
          <p:nvPr/>
        </p:nvGraphicFramePr>
        <p:xfrm>
          <a:off x="1775520" y="90872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ounded Rectangle 5">
            <a:extLst>
              <a:ext uri="{FF2B5EF4-FFF2-40B4-BE49-F238E27FC236}">
                <a16:creationId xmlns:a16="http://schemas.microsoft.com/office/drawing/2014/main" id="{2FB57CBF-17B4-40E7-723C-35FFA122FCC0}"/>
              </a:ext>
            </a:extLst>
          </p:cNvPr>
          <p:cNvSpPr/>
          <p:nvPr/>
        </p:nvSpPr>
        <p:spPr>
          <a:xfrm>
            <a:off x="2425566" y="2679590"/>
            <a:ext cx="6478746" cy="939509"/>
          </a:xfrm>
          <a:prstGeom prst="roundRect">
            <a:avLst>
              <a:gd name="adj" fmla="val 9506"/>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480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5F239-07C0-82D4-AF91-D3A6531E5246}"/>
              </a:ext>
            </a:extLst>
          </p:cNvPr>
          <p:cNvSpPr>
            <a:spLocks noGrp="1"/>
          </p:cNvSpPr>
          <p:nvPr>
            <p:ph type="title"/>
          </p:nvPr>
        </p:nvSpPr>
        <p:spPr/>
        <p:txBody>
          <a:bodyPr/>
          <a:lstStyle/>
          <a:p>
            <a:r>
              <a:rPr lang="en-US"/>
              <a:t>State-of-the-art Deepfake Generation</a:t>
            </a:r>
          </a:p>
        </p:txBody>
      </p:sp>
      <p:sp>
        <p:nvSpPr>
          <p:cNvPr id="3" name="Text Placeholder 2">
            <a:extLst>
              <a:ext uri="{FF2B5EF4-FFF2-40B4-BE49-F238E27FC236}">
                <a16:creationId xmlns:a16="http://schemas.microsoft.com/office/drawing/2014/main" id="{2AC58085-9BFE-9179-1784-D97D493B1714}"/>
              </a:ext>
            </a:extLst>
          </p:cNvPr>
          <p:cNvSpPr>
            <a:spLocks noGrp="1"/>
          </p:cNvSpPr>
          <p:nvPr>
            <p:ph type="body" sz="quarter" idx="10"/>
          </p:nvPr>
        </p:nvSpPr>
        <p:spPr>
          <a:xfrm>
            <a:off x="1487488" y="3113744"/>
            <a:ext cx="9976518" cy="2043451"/>
          </a:xfrm>
        </p:spPr>
        <p:txBody>
          <a:bodyPr/>
          <a:lstStyle/>
          <a:p>
            <a:pPr marL="457200" indent="-457200">
              <a:buFont typeface="Arial" panose="020B0604020202020204" pitchFamily="34" charset="0"/>
              <a:buChar char="•"/>
            </a:pPr>
            <a:r>
              <a:rPr lang="en-US"/>
              <a:t>Background</a:t>
            </a:r>
            <a:r>
              <a:rPr lang="en-US" b="1"/>
              <a:t>                </a:t>
            </a:r>
          </a:p>
          <a:p>
            <a:pPr marL="457200" indent="-457200">
              <a:buFont typeface="Arial" panose="020B0604020202020204" pitchFamily="34" charset="0"/>
              <a:buChar char="•"/>
            </a:pPr>
            <a:r>
              <a:rPr lang="en-US"/>
              <a:t>Generation </a:t>
            </a:r>
            <a:r>
              <a:rPr lang="en-US">
                <a:sym typeface="Wingdings" pitchFamily="2" charset="2"/>
              </a:rPr>
              <a:t> Audio </a:t>
            </a:r>
          </a:p>
          <a:p>
            <a:pPr marL="457200" indent="-457200">
              <a:buFont typeface="Arial" panose="020B0604020202020204" pitchFamily="34" charset="0"/>
              <a:buChar char="•"/>
            </a:pPr>
            <a:r>
              <a:rPr lang="en-US"/>
              <a:t>Generation </a:t>
            </a:r>
            <a:r>
              <a:rPr lang="en-US">
                <a:sym typeface="Wingdings" pitchFamily="2" charset="2"/>
              </a:rPr>
              <a:t> Image</a:t>
            </a:r>
          </a:p>
          <a:p>
            <a:pPr marL="457200" indent="-457200">
              <a:buFont typeface="Arial" panose="020B0604020202020204" pitchFamily="34" charset="0"/>
              <a:buChar char="•"/>
            </a:pPr>
            <a:r>
              <a:rPr lang="en-US"/>
              <a:t>Generation </a:t>
            </a:r>
            <a:r>
              <a:rPr lang="en-US">
                <a:sym typeface="Wingdings" pitchFamily="2" charset="2"/>
              </a:rPr>
              <a:t> Video </a:t>
            </a:r>
            <a:endParaRPr lang="en-US"/>
          </a:p>
        </p:txBody>
      </p:sp>
      <p:sp>
        <p:nvSpPr>
          <p:cNvPr id="5" name="Right Arrow 4">
            <a:extLst>
              <a:ext uri="{FF2B5EF4-FFF2-40B4-BE49-F238E27FC236}">
                <a16:creationId xmlns:a16="http://schemas.microsoft.com/office/drawing/2014/main" id="{2BA26B2C-AF93-663D-A1C3-AF2B0D341BD4}"/>
              </a:ext>
            </a:extLst>
          </p:cNvPr>
          <p:cNvSpPr/>
          <p:nvPr/>
        </p:nvSpPr>
        <p:spPr>
          <a:xfrm>
            <a:off x="81627" y="3091763"/>
            <a:ext cx="1292734" cy="432048"/>
          </a:xfrm>
          <a:prstGeom prst="rightArrow">
            <a:avLst/>
          </a:prstGeom>
          <a:solidFill>
            <a:srgbClr val="2EA836"/>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917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2" presetClass="entr" presetSubtype="8" fill="hold" grpId="0" nodeType="withEffect">
                                  <p:stCondLst>
                                    <p:cond delay="10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p:tgtEl>
                                          <p:spTgt spid="3">
                                            <p:txEl>
                                              <p:pRg st="0" end="0"/>
                                            </p:txEl>
                                          </p:spTgt>
                                        </p:tgtEl>
                                        <p:attrNameLst>
                                          <p:attrName>ppt_x</p:attrName>
                                        </p:attrNameLst>
                                      </p:cBhvr>
                                      <p:tavLst>
                                        <p:tav tm="0">
                                          <p:val>
                                            <p:strVal val="#ppt_x-#ppt_w*1.125000"/>
                                          </p:val>
                                        </p:tav>
                                        <p:tav tm="100000">
                                          <p:val>
                                            <p:strVal val="#ppt_x"/>
                                          </p:val>
                                        </p:tav>
                                      </p:tavLst>
                                    </p:anim>
                                    <p:animEffect transition="in" filter="wipe(right)">
                                      <p:cBhvr>
                                        <p:cTn id="8" dur="1000"/>
                                        <p:tgtEl>
                                          <p:spTgt spid="3">
                                            <p:txEl>
                                              <p:pRg st="0" end="0"/>
                                            </p:txEl>
                                          </p:spTgt>
                                        </p:tgtEl>
                                      </p:cBhvr>
                                    </p:animEffect>
                                  </p:childTnLst>
                                </p:cTn>
                              </p:par>
                              <p:par>
                                <p:cTn id="9" presetID="12" presetClass="entr" presetSubtype="8" fill="hold" grpId="0" nodeType="withEffect">
                                  <p:stCondLst>
                                    <p:cond delay="20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1000"/>
                                        <p:tgtEl>
                                          <p:spTgt spid="3">
                                            <p:txEl>
                                              <p:pRg st="1" end="1"/>
                                            </p:txEl>
                                          </p:spTgt>
                                        </p:tgtEl>
                                        <p:attrNameLst>
                                          <p:attrName>ppt_x</p:attrName>
                                        </p:attrNameLst>
                                      </p:cBhvr>
                                      <p:tavLst>
                                        <p:tav tm="0">
                                          <p:val>
                                            <p:strVal val="#ppt_x-#ppt_w*1.125000"/>
                                          </p:val>
                                        </p:tav>
                                        <p:tav tm="100000">
                                          <p:val>
                                            <p:strVal val="#ppt_x"/>
                                          </p:val>
                                        </p:tav>
                                      </p:tavLst>
                                    </p:anim>
                                    <p:animEffect transition="in" filter="wipe(right)">
                                      <p:cBhvr>
                                        <p:cTn id="12" dur="1000"/>
                                        <p:tgtEl>
                                          <p:spTgt spid="3">
                                            <p:txEl>
                                              <p:pRg st="1" end="1"/>
                                            </p:txEl>
                                          </p:spTgt>
                                        </p:tgtEl>
                                      </p:cBhvr>
                                    </p:animEffect>
                                  </p:childTnLst>
                                </p:cTn>
                              </p:par>
                              <p:par>
                                <p:cTn id="13" presetID="12" presetClass="entr" presetSubtype="8" fill="hold" grpId="0" nodeType="withEffect">
                                  <p:stCondLst>
                                    <p:cond delay="40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1000"/>
                                        <p:tgtEl>
                                          <p:spTgt spid="3">
                                            <p:txEl>
                                              <p:pRg st="2" end="2"/>
                                            </p:txEl>
                                          </p:spTgt>
                                        </p:tgtEl>
                                        <p:attrNameLst>
                                          <p:attrName>ppt_x</p:attrName>
                                        </p:attrNameLst>
                                      </p:cBhvr>
                                      <p:tavLst>
                                        <p:tav tm="0">
                                          <p:val>
                                            <p:strVal val="#ppt_x-#ppt_w*1.125000"/>
                                          </p:val>
                                        </p:tav>
                                        <p:tav tm="100000">
                                          <p:val>
                                            <p:strVal val="#ppt_x"/>
                                          </p:val>
                                        </p:tav>
                                      </p:tavLst>
                                    </p:anim>
                                    <p:animEffect transition="in" filter="wipe(right)">
                                      <p:cBhvr>
                                        <p:cTn id="16" dur="1000"/>
                                        <p:tgtEl>
                                          <p:spTgt spid="3">
                                            <p:txEl>
                                              <p:pRg st="2" end="2"/>
                                            </p:txEl>
                                          </p:spTgt>
                                        </p:tgtEl>
                                      </p:cBhvr>
                                    </p:animEffect>
                                  </p:childTnLst>
                                </p:cTn>
                              </p:par>
                              <p:par>
                                <p:cTn id="17" presetID="12" presetClass="entr" presetSubtype="8" fill="hold" grpId="0" nodeType="withEffect">
                                  <p:stCondLst>
                                    <p:cond delay="40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1000"/>
                                        <p:tgtEl>
                                          <p:spTgt spid="3">
                                            <p:txEl>
                                              <p:pRg st="3" end="3"/>
                                            </p:txEl>
                                          </p:spTgt>
                                        </p:tgtEl>
                                        <p:attrNameLst>
                                          <p:attrName>ppt_x</p:attrName>
                                        </p:attrNameLst>
                                      </p:cBhvr>
                                      <p:tavLst>
                                        <p:tav tm="0">
                                          <p:val>
                                            <p:strVal val="#ppt_x-#ppt_w*1.125000"/>
                                          </p:val>
                                        </p:tav>
                                        <p:tav tm="100000">
                                          <p:val>
                                            <p:strVal val="#ppt_x"/>
                                          </p:val>
                                        </p:tav>
                                      </p:tavLst>
                                    </p:anim>
                                    <p:animEffect transition="in" filter="wipe(right)">
                                      <p:cBhvr>
                                        <p:cTn id="20" dur="1000"/>
                                        <p:tgtEl>
                                          <p:spTgt spid="3">
                                            <p:txEl>
                                              <p:pRg st="3" end="3"/>
                                            </p:txEl>
                                          </p:spTgt>
                                        </p:tgtEl>
                                      </p:cBhvr>
                                    </p:animEffect>
                                  </p:childTnLst>
                                </p:cTn>
                              </p:par>
                            </p:childTnLst>
                          </p:cTn>
                        </p:par>
                        <p:par>
                          <p:cTn id="21" fill="hold">
                            <p:stCondLst>
                              <p:cond delay="1400"/>
                            </p:stCondLst>
                            <p:childTnLst>
                              <p:par>
                                <p:cTn id="22" presetID="10" presetClass="entr" presetSubtype="0" fill="hold" grpId="0" nodeType="afterEffect">
                                  <p:stCondLst>
                                    <p:cond delay="50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seq>
          </p:childTnLst>
        </p:cTn>
      </p:par>
    </p:tnLst>
    <p:bldLst>
      <p:bldP spid="3" grpId="0" uiExpand="1" build="p"/>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14CDF-D288-B2F8-152D-1882D9054A5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709A24A-ED35-6656-7EF5-645AFD7BF7BA}"/>
              </a:ext>
            </a:extLst>
          </p:cNvPr>
          <p:cNvSpPr>
            <a:spLocks noGrp="1"/>
          </p:cNvSpPr>
          <p:nvPr>
            <p:ph type="title"/>
          </p:nvPr>
        </p:nvSpPr>
        <p:spPr>
          <a:xfrm>
            <a:off x="119336" y="92075"/>
            <a:ext cx="10122918" cy="469056"/>
          </a:xfrm>
        </p:spPr>
        <p:txBody>
          <a:bodyPr>
            <a:normAutofit/>
          </a:bodyPr>
          <a:lstStyle/>
          <a:p>
            <a:r>
              <a:rPr lang="en-AU" sz="2800">
                <a:solidFill>
                  <a:schemeClr val="bg1"/>
                </a:solidFill>
              </a:rPr>
              <a:t>A Brief Timeline to Deepfake and AIGC (AI Generated Content)</a:t>
            </a:r>
          </a:p>
        </p:txBody>
      </p:sp>
      <p:sp>
        <p:nvSpPr>
          <p:cNvPr id="13" name="Slide Number Placeholder 12">
            <a:extLst>
              <a:ext uri="{FF2B5EF4-FFF2-40B4-BE49-F238E27FC236}">
                <a16:creationId xmlns:a16="http://schemas.microsoft.com/office/drawing/2014/main" id="{856DCBFD-2F39-2F75-15D1-0BF8060172C1}"/>
              </a:ext>
            </a:extLst>
          </p:cNvPr>
          <p:cNvSpPr>
            <a:spLocks noGrp="1"/>
          </p:cNvSpPr>
          <p:nvPr>
            <p:ph type="sldNum" sz="quarter" idx="18"/>
          </p:nvPr>
        </p:nvSpPr>
        <p:spPr>
          <a:xfrm>
            <a:off x="10788134" y="6484988"/>
            <a:ext cx="288032" cy="240219"/>
          </a:xfrm>
        </p:spPr>
        <p:txBody>
          <a:bodyPr/>
          <a:lstStyle/>
          <a:p>
            <a:fld id="{E917DE0E-AFB1-41FD-BC35-27DB61CA125F}" type="slidenum">
              <a:rPr lang="en-AU" smtClean="0"/>
              <a:pPr/>
              <a:t>11</a:t>
            </a:fld>
            <a:endParaRPr lang="en-AU"/>
          </a:p>
        </p:txBody>
      </p:sp>
      <p:cxnSp>
        <p:nvCxnSpPr>
          <p:cNvPr id="3" name="Straight Connector 2">
            <a:extLst>
              <a:ext uri="{FF2B5EF4-FFF2-40B4-BE49-F238E27FC236}">
                <a16:creationId xmlns:a16="http://schemas.microsoft.com/office/drawing/2014/main" id="{2AF3DC67-513F-56ED-DA0B-21503929F9E5}"/>
              </a:ext>
            </a:extLst>
          </p:cNvPr>
          <p:cNvCxnSpPr>
            <a:cxnSpLocks/>
          </p:cNvCxnSpPr>
          <p:nvPr/>
        </p:nvCxnSpPr>
        <p:spPr>
          <a:xfrm>
            <a:off x="6409469" y="949670"/>
            <a:ext cx="0" cy="5328592"/>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BDA29F3-F5E4-6C7B-12C8-B57C99880A86}"/>
              </a:ext>
            </a:extLst>
          </p:cNvPr>
          <p:cNvGrpSpPr/>
          <p:nvPr/>
        </p:nvGrpSpPr>
        <p:grpSpPr>
          <a:xfrm>
            <a:off x="4390512" y="5898645"/>
            <a:ext cx="2086028" cy="340519"/>
            <a:chOff x="3717003" y="6001711"/>
            <a:chExt cx="2086028" cy="340519"/>
          </a:xfrm>
        </p:grpSpPr>
        <p:sp>
          <p:nvSpPr>
            <p:cNvPr id="34" name="Oval 33">
              <a:extLst>
                <a:ext uri="{FF2B5EF4-FFF2-40B4-BE49-F238E27FC236}">
                  <a16:creationId xmlns:a16="http://schemas.microsoft.com/office/drawing/2014/main" id="{9591901D-EAFB-2556-DBFA-CD7D78E61410}"/>
                </a:ext>
              </a:extLst>
            </p:cNvPr>
            <p:cNvSpPr/>
            <p:nvPr/>
          </p:nvSpPr>
          <p:spPr>
            <a:xfrm>
              <a:off x="5668888" y="6104900"/>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5786F1A-DBCE-C0E9-3585-530125722A0F}"/>
                </a:ext>
              </a:extLst>
            </p:cNvPr>
            <p:cNvSpPr txBox="1"/>
            <p:nvPr/>
          </p:nvSpPr>
          <p:spPr>
            <a:xfrm>
              <a:off x="3717003" y="6001711"/>
              <a:ext cx="1941005" cy="340519"/>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a:t>As early as </a:t>
              </a:r>
              <a:r>
                <a:rPr lang="en-US" sz="1400" b="1"/>
                <a:t>1997</a:t>
              </a:r>
              <a:r>
                <a:rPr lang="en-US" sz="1400"/>
                <a:t>[10]</a:t>
              </a:r>
            </a:p>
          </p:txBody>
        </p:sp>
      </p:grpSp>
      <p:grpSp>
        <p:nvGrpSpPr>
          <p:cNvPr id="14" name="Group 13">
            <a:extLst>
              <a:ext uri="{FF2B5EF4-FFF2-40B4-BE49-F238E27FC236}">
                <a16:creationId xmlns:a16="http://schemas.microsoft.com/office/drawing/2014/main" id="{7F3E5AD8-A2B2-BB9C-EE65-DF32C1AF348E}"/>
              </a:ext>
            </a:extLst>
          </p:cNvPr>
          <p:cNvGrpSpPr/>
          <p:nvPr/>
        </p:nvGrpSpPr>
        <p:grpSpPr>
          <a:xfrm>
            <a:off x="6344087" y="5169289"/>
            <a:ext cx="4810202" cy="749141"/>
            <a:chOff x="5670578" y="5272355"/>
            <a:chExt cx="4810202" cy="749141"/>
          </a:xfrm>
        </p:grpSpPr>
        <p:sp>
          <p:nvSpPr>
            <p:cNvPr id="51" name="TextBox 50">
              <a:extLst>
                <a:ext uri="{FF2B5EF4-FFF2-40B4-BE49-F238E27FC236}">
                  <a16:creationId xmlns:a16="http://schemas.microsoft.com/office/drawing/2014/main" id="{8F9FA38D-A7A8-EE5E-9B12-98F071CD419C}"/>
                </a:ext>
              </a:extLst>
            </p:cNvPr>
            <p:cNvSpPr txBox="1"/>
            <p:nvPr/>
          </p:nvSpPr>
          <p:spPr>
            <a:xfrm>
              <a:off x="5816711" y="5272355"/>
              <a:ext cx="4664069" cy="749141"/>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1400" b="1" u="sng"/>
                <a:t>2017</a:t>
              </a:r>
            </a:p>
            <a:p>
              <a:r>
                <a:rPr lang="en-US" sz="1200"/>
                <a:t>Deepfake Named </a:t>
              </a:r>
              <a:r>
                <a:rPr lang="en-US" sz="1200">
                  <a:sym typeface="Wingdings" pitchFamily="2" charset="2"/>
                </a:rPr>
                <a:t> </a:t>
              </a:r>
              <a:r>
                <a:rPr lang="en-US" sz="1200" err="1"/>
                <a:t>DeepLearning+Fake</a:t>
              </a:r>
              <a:endParaRPr lang="en-US" sz="1200"/>
            </a:p>
            <a:p>
              <a:r>
                <a:rPr lang="en-US" sz="1200"/>
                <a:t>(Hard to trace the origin but likely came from Reddit)</a:t>
              </a:r>
            </a:p>
          </p:txBody>
        </p:sp>
        <p:sp>
          <p:nvSpPr>
            <p:cNvPr id="56" name="Oval 55">
              <a:extLst>
                <a:ext uri="{FF2B5EF4-FFF2-40B4-BE49-F238E27FC236}">
                  <a16:creationId xmlns:a16="http://schemas.microsoft.com/office/drawing/2014/main" id="{FB98874E-4FA9-2F2A-2BF6-868D243FC735}"/>
                </a:ext>
              </a:extLst>
            </p:cNvPr>
            <p:cNvSpPr/>
            <p:nvPr/>
          </p:nvSpPr>
          <p:spPr>
            <a:xfrm>
              <a:off x="5670578" y="5574681"/>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9211304C-343A-4523-6BF3-9E38E013330A}"/>
              </a:ext>
            </a:extLst>
          </p:cNvPr>
          <p:cNvGrpSpPr/>
          <p:nvPr/>
        </p:nvGrpSpPr>
        <p:grpSpPr>
          <a:xfrm>
            <a:off x="2029473" y="4739000"/>
            <a:ext cx="4447067" cy="544830"/>
            <a:chOff x="1355964" y="4842066"/>
            <a:chExt cx="4447067" cy="544830"/>
          </a:xfrm>
        </p:grpSpPr>
        <p:sp>
          <p:nvSpPr>
            <p:cNvPr id="78" name="TextBox 77">
              <a:extLst>
                <a:ext uri="{FF2B5EF4-FFF2-40B4-BE49-F238E27FC236}">
                  <a16:creationId xmlns:a16="http://schemas.microsoft.com/office/drawing/2014/main" id="{76720527-9834-1659-334C-7E23A59E0BFC}"/>
                </a:ext>
              </a:extLst>
            </p:cNvPr>
            <p:cNvSpPr txBox="1"/>
            <p:nvPr/>
          </p:nvSpPr>
          <p:spPr>
            <a:xfrm>
              <a:off x="1355964" y="4842066"/>
              <a:ext cx="4308065" cy="544830"/>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1400" b="1" u="sng"/>
                <a:t>2018</a:t>
              </a:r>
            </a:p>
            <a:p>
              <a:pPr algn="ctr"/>
              <a:r>
                <a:rPr lang="en-US" sz="1200"/>
                <a:t>Some platform start concerning and start banning face-swap</a:t>
              </a:r>
            </a:p>
          </p:txBody>
        </p:sp>
        <p:sp>
          <p:nvSpPr>
            <p:cNvPr id="79" name="Oval 78">
              <a:extLst>
                <a:ext uri="{FF2B5EF4-FFF2-40B4-BE49-F238E27FC236}">
                  <a16:creationId xmlns:a16="http://schemas.microsoft.com/office/drawing/2014/main" id="{F3CB0A85-F330-B760-FE61-1A052780B51A}"/>
                </a:ext>
              </a:extLst>
            </p:cNvPr>
            <p:cNvSpPr/>
            <p:nvPr/>
          </p:nvSpPr>
          <p:spPr>
            <a:xfrm>
              <a:off x="5668888" y="5044462"/>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485E596B-80C1-A1FD-24D2-1D2FA3C22692}"/>
              </a:ext>
            </a:extLst>
          </p:cNvPr>
          <p:cNvGrpSpPr/>
          <p:nvPr/>
        </p:nvGrpSpPr>
        <p:grpSpPr>
          <a:xfrm>
            <a:off x="6346359" y="4205834"/>
            <a:ext cx="2409932" cy="544830"/>
            <a:chOff x="5672850" y="4308900"/>
            <a:chExt cx="2409932" cy="544830"/>
          </a:xfrm>
        </p:grpSpPr>
        <p:sp>
          <p:nvSpPr>
            <p:cNvPr id="94" name="TextBox 93">
              <a:extLst>
                <a:ext uri="{FF2B5EF4-FFF2-40B4-BE49-F238E27FC236}">
                  <a16:creationId xmlns:a16="http://schemas.microsoft.com/office/drawing/2014/main" id="{D237E80A-65C5-3DAF-618D-82DF655F73F1}"/>
                </a:ext>
              </a:extLst>
            </p:cNvPr>
            <p:cNvSpPr txBox="1"/>
            <p:nvPr/>
          </p:nvSpPr>
          <p:spPr>
            <a:xfrm>
              <a:off x="5816711" y="4308900"/>
              <a:ext cx="2266071" cy="544830"/>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1400" b="1" u="sng"/>
                <a:t>2021</a:t>
              </a:r>
            </a:p>
            <a:p>
              <a:pPr algn="ctr"/>
              <a:r>
                <a:rPr lang="en-US" sz="1200" err="1"/>
                <a:t>DeepTomCruise</a:t>
              </a:r>
              <a:r>
                <a:rPr lang="en-US" sz="1200"/>
                <a:t>[11]</a:t>
              </a:r>
            </a:p>
          </p:txBody>
        </p:sp>
        <p:sp>
          <p:nvSpPr>
            <p:cNvPr id="100" name="Oval 99">
              <a:extLst>
                <a:ext uri="{FF2B5EF4-FFF2-40B4-BE49-F238E27FC236}">
                  <a16:creationId xmlns:a16="http://schemas.microsoft.com/office/drawing/2014/main" id="{B8E5A81D-CC9B-A091-FDCA-099717BC2D7C}"/>
                </a:ext>
              </a:extLst>
            </p:cNvPr>
            <p:cNvSpPr/>
            <p:nvPr/>
          </p:nvSpPr>
          <p:spPr>
            <a:xfrm>
              <a:off x="5672850" y="4514243"/>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7075D40D-B2CB-6947-6F13-782FAEFD07DC}"/>
              </a:ext>
            </a:extLst>
          </p:cNvPr>
          <p:cNvGrpSpPr/>
          <p:nvPr/>
        </p:nvGrpSpPr>
        <p:grpSpPr>
          <a:xfrm>
            <a:off x="785823" y="3674735"/>
            <a:ext cx="5686434" cy="544830"/>
            <a:chOff x="112314" y="3777801"/>
            <a:chExt cx="5686434" cy="544830"/>
          </a:xfrm>
        </p:grpSpPr>
        <p:sp>
          <p:nvSpPr>
            <p:cNvPr id="116" name="TextBox 115">
              <a:extLst>
                <a:ext uri="{FF2B5EF4-FFF2-40B4-BE49-F238E27FC236}">
                  <a16:creationId xmlns:a16="http://schemas.microsoft.com/office/drawing/2014/main" id="{CE548EB1-E500-F87E-C60B-EE82DB9AE70F}"/>
                </a:ext>
              </a:extLst>
            </p:cNvPr>
            <p:cNvSpPr txBox="1"/>
            <p:nvPr/>
          </p:nvSpPr>
          <p:spPr>
            <a:xfrm>
              <a:off x="112314" y="3777801"/>
              <a:ext cx="5542896" cy="544830"/>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1400" b="1" u="sng"/>
                <a:t>2022 January</a:t>
              </a:r>
            </a:p>
            <a:p>
              <a:pPr algn="ctr"/>
              <a:r>
                <a:rPr lang="en-US" sz="1200" b="1" u="sng"/>
                <a:t>C2PA</a:t>
              </a:r>
              <a:r>
                <a:rPr lang="en-US" sz="1200" b="1"/>
                <a:t>:</a:t>
              </a:r>
              <a:r>
                <a:rPr lang="en-US" sz="1200" b="1" u="sng"/>
                <a:t>C</a:t>
              </a:r>
              <a:r>
                <a:rPr lang="en-US" sz="1200"/>
                <a:t>oalition for </a:t>
              </a:r>
              <a:r>
                <a:rPr lang="en-US" sz="1200" b="1" u="sng"/>
                <a:t>C</a:t>
              </a:r>
              <a:r>
                <a:rPr lang="en-US" sz="1200"/>
                <a:t>ontent </a:t>
              </a:r>
              <a:r>
                <a:rPr lang="en-US" sz="1200" b="1" u="sng"/>
                <a:t>P</a:t>
              </a:r>
              <a:r>
                <a:rPr lang="en-US" sz="1200"/>
                <a:t>rovenance and </a:t>
              </a:r>
              <a:r>
                <a:rPr lang="en-US" sz="1200" b="1" u="sng"/>
                <a:t>A</a:t>
              </a:r>
              <a:r>
                <a:rPr lang="en-US" sz="1200"/>
                <a:t>uthenticity Announced [12]</a:t>
              </a:r>
            </a:p>
          </p:txBody>
        </p:sp>
        <p:sp>
          <p:nvSpPr>
            <p:cNvPr id="122" name="Oval 121">
              <a:extLst>
                <a:ext uri="{FF2B5EF4-FFF2-40B4-BE49-F238E27FC236}">
                  <a16:creationId xmlns:a16="http://schemas.microsoft.com/office/drawing/2014/main" id="{D876B4AD-9978-DF8A-D43F-2B14D2C8D26C}"/>
                </a:ext>
              </a:extLst>
            </p:cNvPr>
            <p:cNvSpPr/>
            <p:nvPr/>
          </p:nvSpPr>
          <p:spPr>
            <a:xfrm>
              <a:off x="5664605" y="3984024"/>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1BDA0238-5E37-9394-A789-CF2DD8B0CB04}"/>
              </a:ext>
            </a:extLst>
          </p:cNvPr>
          <p:cNvGrpSpPr/>
          <p:nvPr/>
        </p:nvGrpSpPr>
        <p:grpSpPr>
          <a:xfrm>
            <a:off x="6349053" y="3150088"/>
            <a:ext cx="4863624" cy="544830"/>
            <a:chOff x="5675544" y="3253154"/>
            <a:chExt cx="4863624" cy="544830"/>
          </a:xfrm>
        </p:grpSpPr>
        <p:sp>
          <p:nvSpPr>
            <p:cNvPr id="127" name="TextBox 126">
              <a:extLst>
                <a:ext uri="{FF2B5EF4-FFF2-40B4-BE49-F238E27FC236}">
                  <a16:creationId xmlns:a16="http://schemas.microsoft.com/office/drawing/2014/main" id="{2A144345-1F97-862C-B93B-C8075E6702C8}"/>
                </a:ext>
              </a:extLst>
            </p:cNvPr>
            <p:cNvSpPr txBox="1"/>
            <p:nvPr/>
          </p:nvSpPr>
          <p:spPr>
            <a:xfrm>
              <a:off x="5809687" y="3253154"/>
              <a:ext cx="4729481" cy="544830"/>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1400" b="1" u="sng"/>
                <a:t>2022 August</a:t>
              </a:r>
            </a:p>
            <a:p>
              <a:pPr algn="ctr"/>
              <a:r>
                <a:rPr lang="en-US" sz="1200"/>
                <a:t>Stable Diffusion code and weight Released [13]</a:t>
              </a:r>
            </a:p>
          </p:txBody>
        </p:sp>
        <p:sp>
          <p:nvSpPr>
            <p:cNvPr id="131" name="Oval 130">
              <a:extLst>
                <a:ext uri="{FF2B5EF4-FFF2-40B4-BE49-F238E27FC236}">
                  <a16:creationId xmlns:a16="http://schemas.microsoft.com/office/drawing/2014/main" id="{11BF8831-4D1C-859B-C44C-74A15F3CD90F}"/>
                </a:ext>
              </a:extLst>
            </p:cNvPr>
            <p:cNvSpPr/>
            <p:nvPr/>
          </p:nvSpPr>
          <p:spPr>
            <a:xfrm>
              <a:off x="5675544" y="3453805"/>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355A611B-6820-5C11-A75F-4B4097A291BD}"/>
              </a:ext>
            </a:extLst>
          </p:cNvPr>
          <p:cNvGrpSpPr/>
          <p:nvPr/>
        </p:nvGrpSpPr>
        <p:grpSpPr>
          <a:xfrm>
            <a:off x="780402" y="2516168"/>
            <a:ext cx="5700099" cy="749141"/>
            <a:chOff x="216899" y="2619234"/>
            <a:chExt cx="5590093" cy="749141"/>
          </a:xfrm>
        </p:grpSpPr>
        <p:sp>
          <p:nvSpPr>
            <p:cNvPr id="139" name="TextBox 138">
              <a:extLst>
                <a:ext uri="{FF2B5EF4-FFF2-40B4-BE49-F238E27FC236}">
                  <a16:creationId xmlns:a16="http://schemas.microsoft.com/office/drawing/2014/main" id="{83B37B1A-0693-1DEE-14D9-E95415DF9D78}"/>
                </a:ext>
              </a:extLst>
            </p:cNvPr>
            <p:cNvSpPr txBox="1"/>
            <p:nvPr/>
          </p:nvSpPr>
          <p:spPr>
            <a:xfrm>
              <a:off x="216899" y="2619234"/>
              <a:ext cx="5445335" cy="749141"/>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AU" sz="1400" b="1" u="sng"/>
                <a:t>2024 February</a:t>
              </a:r>
            </a:p>
            <a:p>
              <a:r>
                <a:rPr lang="en-AU" sz="1200"/>
                <a:t>Hong Kong employee transferred 20M Euros joining a video conference impersonating company personnel with a pre-recorded multi-modal video [14]</a:t>
              </a:r>
            </a:p>
          </p:txBody>
        </p:sp>
        <p:sp>
          <p:nvSpPr>
            <p:cNvPr id="141" name="Oval 140">
              <a:extLst>
                <a:ext uri="{FF2B5EF4-FFF2-40B4-BE49-F238E27FC236}">
                  <a16:creationId xmlns:a16="http://schemas.microsoft.com/office/drawing/2014/main" id="{DD5A292C-BFEB-4E68-91E9-02C5ADD0549C}"/>
                </a:ext>
              </a:extLst>
            </p:cNvPr>
            <p:cNvSpPr/>
            <p:nvPr/>
          </p:nvSpPr>
          <p:spPr>
            <a:xfrm>
              <a:off x="5672849" y="2923586"/>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84F06DD3-0E7F-5A72-F4FA-A27F2546F189}"/>
              </a:ext>
            </a:extLst>
          </p:cNvPr>
          <p:cNvGrpSpPr/>
          <p:nvPr/>
        </p:nvGrpSpPr>
        <p:grpSpPr>
          <a:xfrm>
            <a:off x="6346359" y="1984263"/>
            <a:ext cx="4569405" cy="749141"/>
            <a:chOff x="5672850" y="2087329"/>
            <a:chExt cx="4569405" cy="749141"/>
          </a:xfrm>
        </p:grpSpPr>
        <p:sp>
          <p:nvSpPr>
            <p:cNvPr id="151" name="TextBox 150">
              <a:extLst>
                <a:ext uri="{FF2B5EF4-FFF2-40B4-BE49-F238E27FC236}">
                  <a16:creationId xmlns:a16="http://schemas.microsoft.com/office/drawing/2014/main" id="{F0CBAED3-6FCD-A5C5-859A-D561A7A9B6A4}"/>
                </a:ext>
              </a:extLst>
            </p:cNvPr>
            <p:cNvSpPr txBox="1"/>
            <p:nvPr/>
          </p:nvSpPr>
          <p:spPr>
            <a:xfrm>
              <a:off x="5809687" y="2087329"/>
              <a:ext cx="4432568" cy="749141"/>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AU" sz="1400" b="1" u="sng"/>
                <a:t>2026 April</a:t>
              </a:r>
            </a:p>
            <a:p>
              <a:r>
                <a:rPr lang="en-AU" sz="1200"/>
                <a:t>C2PA 2.4 expanded provenance support for live video, recoverable credentials and additional media workflow[15]</a:t>
              </a:r>
            </a:p>
          </p:txBody>
        </p:sp>
        <p:sp>
          <p:nvSpPr>
            <p:cNvPr id="155" name="Oval 154">
              <a:extLst>
                <a:ext uri="{FF2B5EF4-FFF2-40B4-BE49-F238E27FC236}">
                  <a16:creationId xmlns:a16="http://schemas.microsoft.com/office/drawing/2014/main" id="{74702B25-2D41-8CD0-637A-467548EDC46B}"/>
                </a:ext>
              </a:extLst>
            </p:cNvPr>
            <p:cNvSpPr/>
            <p:nvPr/>
          </p:nvSpPr>
          <p:spPr>
            <a:xfrm>
              <a:off x="5672850" y="2396287"/>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49A9B6AC-AB3E-AF36-C417-735712B9B8D0}"/>
              </a:ext>
            </a:extLst>
          </p:cNvPr>
          <p:cNvGrpSpPr/>
          <p:nvPr/>
        </p:nvGrpSpPr>
        <p:grpSpPr>
          <a:xfrm>
            <a:off x="6343558" y="1027440"/>
            <a:ext cx="4390616" cy="544830"/>
            <a:chOff x="5670049" y="1130506"/>
            <a:chExt cx="4390616" cy="544830"/>
          </a:xfrm>
        </p:grpSpPr>
        <p:sp>
          <p:nvSpPr>
            <p:cNvPr id="165" name="TextBox 164">
              <a:extLst>
                <a:ext uri="{FF2B5EF4-FFF2-40B4-BE49-F238E27FC236}">
                  <a16:creationId xmlns:a16="http://schemas.microsoft.com/office/drawing/2014/main" id="{7025F8C5-C9E4-B182-83F4-BDF705E418CB}"/>
                </a:ext>
              </a:extLst>
            </p:cNvPr>
            <p:cNvSpPr txBox="1"/>
            <p:nvPr/>
          </p:nvSpPr>
          <p:spPr>
            <a:xfrm>
              <a:off x="5809687" y="1130506"/>
              <a:ext cx="4250978" cy="544830"/>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AU" sz="1400" b="1" u="sng"/>
                <a:t>2026 August</a:t>
              </a:r>
            </a:p>
            <a:p>
              <a:r>
                <a:rPr lang="en-AU" sz="1200"/>
                <a:t>Transparency obligations under Article 50 of the AI Act[16]</a:t>
              </a:r>
            </a:p>
          </p:txBody>
        </p:sp>
        <p:sp>
          <p:nvSpPr>
            <p:cNvPr id="167" name="Oval 166">
              <a:extLst>
                <a:ext uri="{FF2B5EF4-FFF2-40B4-BE49-F238E27FC236}">
                  <a16:creationId xmlns:a16="http://schemas.microsoft.com/office/drawing/2014/main" id="{669D49D0-07D3-6DE5-6863-2DF19EF60F97}"/>
                </a:ext>
              </a:extLst>
            </p:cNvPr>
            <p:cNvSpPr/>
            <p:nvPr/>
          </p:nvSpPr>
          <p:spPr>
            <a:xfrm>
              <a:off x="5670049" y="1335850"/>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8043F61F-A77F-594F-B453-A4B97FB5FEEA}"/>
              </a:ext>
            </a:extLst>
          </p:cNvPr>
          <p:cNvGrpSpPr/>
          <p:nvPr/>
        </p:nvGrpSpPr>
        <p:grpSpPr>
          <a:xfrm>
            <a:off x="2399462" y="1555725"/>
            <a:ext cx="4082200" cy="544830"/>
            <a:chOff x="1725953" y="1658791"/>
            <a:chExt cx="4082200" cy="544830"/>
          </a:xfrm>
        </p:grpSpPr>
        <p:sp>
          <p:nvSpPr>
            <p:cNvPr id="174" name="Oval 173">
              <a:extLst>
                <a:ext uri="{FF2B5EF4-FFF2-40B4-BE49-F238E27FC236}">
                  <a16:creationId xmlns:a16="http://schemas.microsoft.com/office/drawing/2014/main" id="{6CC44F25-6B60-5D91-57CE-0CB76BE322CF}"/>
                </a:ext>
              </a:extLst>
            </p:cNvPr>
            <p:cNvSpPr/>
            <p:nvPr/>
          </p:nvSpPr>
          <p:spPr>
            <a:xfrm>
              <a:off x="5674010" y="1867689"/>
              <a:ext cx="134143" cy="13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TextBox 177">
              <a:extLst>
                <a:ext uri="{FF2B5EF4-FFF2-40B4-BE49-F238E27FC236}">
                  <a16:creationId xmlns:a16="http://schemas.microsoft.com/office/drawing/2014/main" id="{DA64C08A-75C4-F803-E2D8-8929AC0AC483}"/>
                </a:ext>
              </a:extLst>
            </p:cNvPr>
            <p:cNvSpPr txBox="1"/>
            <p:nvPr/>
          </p:nvSpPr>
          <p:spPr>
            <a:xfrm>
              <a:off x="1725953" y="1658791"/>
              <a:ext cx="3936281" cy="544830"/>
            </a:xfrm>
            <a:prstGeom prst="roundRect">
              <a:avLst/>
            </a:prstGeom>
            <a:solidFill>
              <a:srgbClr val="DBFFD5">
                <a:alpha val="29804"/>
              </a:srgb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AU" sz="1400" b="1" u="sng"/>
                <a:t>2026 August</a:t>
              </a:r>
            </a:p>
            <a:p>
              <a:pPr algn="ctr"/>
              <a:r>
                <a:rPr lang="en-AU" sz="1200"/>
                <a:t>Release of </a:t>
              </a:r>
              <a:r>
                <a:rPr lang="en-AU" sz="1200" b="1"/>
                <a:t>JPEG Trust Part 1: Core foundation</a:t>
              </a:r>
              <a:r>
                <a:rPr lang="en-AU" sz="1200"/>
                <a:t> [17]</a:t>
              </a:r>
            </a:p>
          </p:txBody>
        </p:sp>
      </p:grpSp>
      <p:sp>
        <p:nvSpPr>
          <p:cNvPr id="2" name="TextBox 1">
            <a:extLst>
              <a:ext uri="{FF2B5EF4-FFF2-40B4-BE49-F238E27FC236}">
                <a16:creationId xmlns:a16="http://schemas.microsoft.com/office/drawing/2014/main" id="{CF8EC430-AD4E-A9E9-0568-A8EC8899CFBA}"/>
              </a:ext>
            </a:extLst>
          </p:cNvPr>
          <p:cNvSpPr txBox="1"/>
          <p:nvPr/>
        </p:nvSpPr>
        <p:spPr>
          <a:xfrm>
            <a:off x="0" y="5288340"/>
            <a:ext cx="4539329" cy="1569660"/>
          </a:xfrm>
          <a:prstGeom prst="rect">
            <a:avLst/>
          </a:prstGeom>
          <a:noFill/>
        </p:spPr>
        <p:txBody>
          <a:bodyPr wrap="square" rtlCol="0">
            <a:spAutoFit/>
          </a:bodyPr>
          <a:lstStyle/>
          <a:p>
            <a:pPr lvl="0">
              <a:defRPr/>
            </a:pPr>
            <a:r>
              <a:rPr lang="en-AU" sz="800"/>
              <a:t>[10] C. </a:t>
            </a:r>
            <a:r>
              <a:rPr lang="en-AU" sz="800" err="1"/>
              <a:t>Bregler</a:t>
            </a:r>
            <a:r>
              <a:rPr lang="en-AU" sz="800"/>
              <a:t>, M. Covell, and M. Slaney, “Video Rewrite: Driving visual speech with audio,” in Proc. ACM SIGGRAPH, 1997, pp. 353–360, </a:t>
            </a:r>
            <a:r>
              <a:rPr lang="en-AU" sz="800" err="1"/>
              <a:t>doi</a:t>
            </a:r>
            <a:r>
              <a:rPr lang="en-AU" sz="800"/>
              <a:t>: 10.1145/258734.258880.</a:t>
            </a:r>
            <a:br>
              <a:rPr lang="en-AU" sz="800"/>
            </a:br>
            <a:r>
              <a:rPr lang="en-AU" sz="800"/>
              <a:t>[11] https://</a:t>
            </a:r>
            <a:r>
              <a:rPr lang="en-AU" sz="800" err="1"/>
              <a:t>journals.law.harvard.edu</a:t>
            </a:r>
            <a:r>
              <a:rPr lang="en-AU" sz="800"/>
              <a:t>/</a:t>
            </a:r>
            <a:r>
              <a:rPr lang="en-AU" sz="800" err="1"/>
              <a:t>jsel</a:t>
            </a:r>
            <a:r>
              <a:rPr lang="en-AU" sz="800"/>
              <a:t>/2021/03/mission-impossible-the-legal-implications-of-managing-deepfake-celebrity-videos/</a:t>
            </a:r>
            <a:br>
              <a:rPr lang="en-AU" sz="800"/>
            </a:br>
            <a:r>
              <a:rPr lang="en-AU" sz="800"/>
              <a:t>[12] https://c2pa.org/c2pa-releases-specification-of-worlds-first-industry-standard-for-content-provenance/</a:t>
            </a:r>
            <a:br>
              <a:rPr lang="en-AU" sz="800"/>
            </a:br>
            <a:r>
              <a:rPr lang="en-AU" sz="800"/>
              <a:t>[13] https://</a:t>
            </a:r>
            <a:r>
              <a:rPr lang="en-AU" sz="800" err="1"/>
              <a:t>arxiv.org</a:t>
            </a:r>
            <a:r>
              <a:rPr lang="en-AU" sz="800"/>
              <a:t>/abs/2112.10752</a:t>
            </a:r>
            <a:br>
              <a:rPr lang="en-AU" sz="800"/>
            </a:br>
            <a:r>
              <a:rPr lang="en-AU" sz="800"/>
              <a:t>[14] https://</a:t>
            </a:r>
            <a:r>
              <a:rPr lang="en-AU" sz="800" err="1"/>
              <a:t>www.counterfraud.gov.au</a:t>
            </a:r>
            <a:r>
              <a:rPr lang="en-AU" sz="800"/>
              <a:t>/case-studies/company-worker-hong-kong-pays-out-ps20m-deepfake-video-call-scam</a:t>
            </a:r>
            <a:br>
              <a:rPr lang="en-AU" sz="800"/>
            </a:br>
            <a:r>
              <a:rPr lang="en-AU" sz="800"/>
              <a:t>[15] https://spec.c2pa.org/specifications/specifications/2.4/specs/C2PA_Specification.html</a:t>
            </a:r>
            <a:br>
              <a:rPr lang="en-AU" sz="800"/>
            </a:br>
            <a:r>
              <a:rPr lang="en-AU" sz="800"/>
              <a:t>[16] https://digital-</a:t>
            </a:r>
            <a:r>
              <a:rPr lang="en-AU" sz="800" err="1"/>
              <a:t>strategy.ec.europa.eu</a:t>
            </a:r>
            <a:r>
              <a:rPr lang="en-AU" sz="800"/>
              <a:t>/</a:t>
            </a:r>
            <a:r>
              <a:rPr lang="en-AU" sz="800" err="1"/>
              <a:t>en</a:t>
            </a:r>
            <a:r>
              <a:rPr lang="en-AU" sz="800"/>
              <a:t>/</a:t>
            </a:r>
            <a:r>
              <a:rPr lang="en-AU" sz="800" err="1"/>
              <a:t>faqs</a:t>
            </a:r>
            <a:r>
              <a:rPr lang="en-AU" sz="800"/>
              <a:t>/transparency-obligations-under-article-50-ai-act</a:t>
            </a:r>
            <a:br>
              <a:rPr lang="en-AU" sz="800"/>
            </a:br>
            <a:r>
              <a:rPr lang="en-AU" sz="800"/>
              <a:t>[17] https://</a:t>
            </a:r>
            <a:r>
              <a:rPr lang="en-AU" sz="800" err="1"/>
              <a:t>www.iso.org</a:t>
            </a:r>
            <a:r>
              <a:rPr lang="en-AU" sz="800"/>
              <a:t>/standard/91405.html</a:t>
            </a:r>
          </a:p>
        </p:txBody>
      </p:sp>
      <p:sp>
        <p:nvSpPr>
          <p:cNvPr id="4" name="TextBox 3">
            <a:extLst>
              <a:ext uri="{FF2B5EF4-FFF2-40B4-BE49-F238E27FC236}">
                <a16:creationId xmlns:a16="http://schemas.microsoft.com/office/drawing/2014/main" id="{84AA73F4-3333-2491-8E2A-736EFE376B6F}"/>
              </a:ext>
            </a:extLst>
          </p:cNvPr>
          <p:cNvSpPr txBox="1"/>
          <p:nvPr/>
        </p:nvSpPr>
        <p:spPr>
          <a:xfrm>
            <a:off x="3569" y="580338"/>
            <a:ext cx="12188428" cy="369332"/>
          </a:xfrm>
          <a:prstGeom prst="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a:t>The evolution of deepfake has basically mirrored the evolution of computer CGI, with increasing accessibility</a:t>
            </a:r>
          </a:p>
        </p:txBody>
      </p:sp>
    </p:spTree>
    <p:extLst>
      <p:ext uri="{BB962C8B-B14F-4D97-AF65-F5344CB8AC3E}">
        <p14:creationId xmlns:p14="http://schemas.microsoft.com/office/powerpoint/2010/main" val="60850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2" presetClass="entr" presetSubtype="2" repeatCount="0" decel="5000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 calcmode="lin" valueType="num">
                                      <p:cBhvr additive="base">
                                        <p:cTn id="10" dur="1500" fill="hold"/>
                                        <p:tgtEl>
                                          <p:spTgt spid="22"/>
                                        </p:tgtEl>
                                        <p:attrNameLst>
                                          <p:attrName>ppt_x</p:attrName>
                                        </p:attrNameLst>
                                      </p:cBhvr>
                                      <p:tavLst>
                                        <p:tav tm="0">
                                          <p:val>
                                            <p:strVal val="1+#ppt_w/2"/>
                                          </p:val>
                                        </p:tav>
                                        <p:tav tm="100000">
                                          <p:val>
                                            <p:strVal val="#ppt_x"/>
                                          </p:val>
                                        </p:tav>
                                      </p:tavLst>
                                    </p:anim>
                                    <p:anim calcmode="lin" valueType="num">
                                      <p:cBhvr additive="base">
                                        <p:cTn id="11" dur="1500" fill="hold"/>
                                        <p:tgtEl>
                                          <p:spTgt spid="22"/>
                                        </p:tgtEl>
                                        <p:attrNameLst>
                                          <p:attrName>ppt_y</p:attrName>
                                        </p:attrNameLst>
                                      </p:cBhvr>
                                      <p:tavLst>
                                        <p:tav tm="0">
                                          <p:val>
                                            <p:strVal val="#ppt_y"/>
                                          </p:val>
                                        </p:tav>
                                        <p:tav tm="100000">
                                          <p:val>
                                            <p:strVal val="#ppt_y"/>
                                          </p:val>
                                        </p:tav>
                                      </p:tavLst>
                                    </p:anim>
                                  </p:childTnLst>
                                </p:cTn>
                              </p:par>
                              <p:par>
                                <p:cTn id="12" presetID="2" presetClass="entr" presetSubtype="2" repeatCount="0" decel="50000" fill="hold" nodeType="with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1500" fill="hold"/>
                                        <p:tgtEl>
                                          <p:spTgt spid="20"/>
                                        </p:tgtEl>
                                        <p:attrNameLst>
                                          <p:attrName>ppt_x</p:attrName>
                                        </p:attrNameLst>
                                      </p:cBhvr>
                                      <p:tavLst>
                                        <p:tav tm="0">
                                          <p:val>
                                            <p:strVal val="1+#ppt_w/2"/>
                                          </p:val>
                                        </p:tav>
                                        <p:tav tm="100000">
                                          <p:val>
                                            <p:strVal val="#ppt_x"/>
                                          </p:val>
                                        </p:tav>
                                      </p:tavLst>
                                    </p:anim>
                                    <p:anim calcmode="lin" valueType="num">
                                      <p:cBhvr additive="base">
                                        <p:cTn id="15" dur="1500" fill="hold"/>
                                        <p:tgtEl>
                                          <p:spTgt spid="20"/>
                                        </p:tgtEl>
                                        <p:attrNameLst>
                                          <p:attrName>ppt_y</p:attrName>
                                        </p:attrNameLst>
                                      </p:cBhvr>
                                      <p:tavLst>
                                        <p:tav tm="0">
                                          <p:val>
                                            <p:strVal val="#ppt_y"/>
                                          </p:val>
                                        </p:tav>
                                        <p:tav tm="100000">
                                          <p:val>
                                            <p:strVal val="#ppt_y"/>
                                          </p:val>
                                        </p:tav>
                                      </p:tavLst>
                                    </p:anim>
                                  </p:childTnLst>
                                </p:cTn>
                              </p:par>
                              <p:par>
                                <p:cTn id="16" presetID="2" presetClass="entr" presetSubtype="2" repeatCount="0" decel="5000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1500" fill="hold"/>
                                        <p:tgtEl>
                                          <p:spTgt spid="18"/>
                                        </p:tgtEl>
                                        <p:attrNameLst>
                                          <p:attrName>ppt_x</p:attrName>
                                        </p:attrNameLst>
                                      </p:cBhvr>
                                      <p:tavLst>
                                        <p:tav tm="0">
                                          <p:val>
                                            <p:strVal val="1+#ppt_w/2"/>
                                          </p:val>
                                        </p:tav>
                                        <p:tav tm="100000">
                                          <p:val>
                                            <p:strVal val="#ppt_x"/>
                                          </p:val>
                                        </p:tav>
                                      </p:tavLst>
                                    </p:anim>
                                    <p:anim calcmode="lin" valueType="num">
                                      <p:cBhvr additive="base">
                                        <p:cTn id="19" dur="1500" fill="hold"/>
                                        <p:tgtEl>
                                          <p:spTgt spid="18"/>
                                        </p:tgtEl>
                                        <p:attrNameLst>
                                          <p:attrName>ppt_y</p:attrName>
                                        </p:attrNameLst>
                                      </p:cBhvr>
                                      <p:tavLst>
                                        <p:tav tm="0">
                                          <p:val>
                                            <p:strVal val="#ppt_y"/>
                                          </p:val>
                                        </p:tav>
                                        <p:tav tm="100000">
                                          <p:val>
                                            <p:strVal val="#ppt_y"/>
                                          </p:val>
                                        </p:tav>
                                      </p:tavLst>
                                    </p:anim>
                                  </p:childTnLst>
                                </p:cTn>
                              </p:par>
                              <p:par>
                                <p:cTn id="20" presetID="2" presetClass="entr" presetSubtype="2" repeatCount="0" decel="5000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1500" fill="hold"/>
                                        <p:tgtEl>
                                          <p:spTgt spid="16"/>
                                        </p:tgtEl>
                                        <p:attrNameLst>
                                          <p:attrName>ppt_x</p:attrName>
                                        </p:attrNameLst>
                                      </p:cBhvr>
                                      <p:tavLst>
                                        <p:tav tm="0">
                                          <p:val>
                                            <p:strVal val="1+#ppt_w/2"/>
                                          </p:val>
                                        </p:tav>
                                        <p:tav tm="100000">
                                          <p:val>
                                            <p:strVal val="#ppt_x"/>
                                          </p:val>
                                        </p:tav>
                                      </p:tavLst>
                                    </p:anim>
                                    <p:anim calcmode="lin" valueType="num">
                                      <p:cBhvr additive="base">
                                        <p:cTn id="23" dur="1500" fill="hold"/>
                                        <p:tgtEl>
                                          <p:spTgt spid="16"/>
                                        </p:tgtEl>
                                        <p:attrNameLst>
                                          <p:attrName>ppt_y</p:attrName>
                                        </p:attrNameLst>
                                      </p:cBhvr>
                                      <p:tavLst>
                                        <p:tav tm="0">
                                          <p:val>
                                            <p:strVal val="#ppt_y"/>
                                          </p:val>
                                        </p:tav>
                                        <p:tav tm="100000">
                                          <p:val>
                                            <p:strVal val="#ppt_y"/>
                                          </p:val>
                                        </p:tav>
                                      </p:tavLst>
                                    </p:anim>
                                  </p:childTnLst>
                                </p:cTn>
                              </p:par>
                              <p:par>
                                <p:cTn id="24" presetID="2" presetClass="entr" presetSubtype="2" repeatCount="0" decel="5000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1500" fill="hold"/>
                                        <p:tgtEl>
                                          <p:spTgt spid="14"/>
                                        </p:tgtEl>
                                        <p:attrNameLst>
                                          <p:attrName>ppt_x</p:attrName>
                                        </p:attrNameLst>
                                      </p:cBhvr>
                                      <p:tavLst>
                                        <p:tav tm="0">
                                          <p:val>
                                            <p:strVal val="1+#ppt_w/2"/>
                                          </p:val>
                                        </p:tav>
                                        <p:tav tm="100000">
                                          <p:val>
                                            <p:strVal val="#ppt_x"/>
                                          </p:val>
                                        </p:tav>
                                      </p:tavLst>
                                    </p:anim>
                                    <p:anim calcmode="lin" valueType="num">
                                      <p:cBhvr additive="base">
                                        <p:cTn id="27" dur="1500" fill="hold"/>
                                        <p:tgtEl>
                                          <p:spTgt spid="14"/>
                                        </p:tgtEl>
                                        <p:attrNameLst>
                                          <p:attrName>ppt_y</p:attrName>
                                        </p:attrNameLst>
                                      </p:cBhvr>
                                      <p:tavLst>
                                        <p:tav tm="0">
                                          <p:val>
                                            <p:strVal val="#ppt_y"/>
                                          </p:val>
                                        </p:tav>
                                        <p:tav tm="100000">
                                          <p:val>
                                            <p:strVal val="#ppt_y"/>
                                          </p:val>
                                        </p:tav>
                                      </p:tavLst>
                                    </p:anim>
                                  </p:childTnLst>
                                </p:cTn>
                              </p:par>
                              <p:par>
                                <p:cTn id="28" presetID="2" presetClass="entr" presetSubtype="8" repeatCount="0" decel="5000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additive="base">
                                        <p:cTn id="30" dur="1500" fill="hold"/>
                                        <p:tgtEl>
                                          <p:spTgt spid="21"/>
                                        </p:tgtEl>
                                        <p:attrNameLst>
                                          <p:attrName>ppt_x</p:attrName>
                                        </p:attrNameLst>
                                      </p:cBhvr>
                                      <p:tavLst>
                                        <p:tav tm="0">
                                          <p:val>
                                            <p:strVal val="0-#ppt_w/2"/>
                                          </p:val>
                                        </p:tav>
                                        <p:tav tm="100000">
                                          <p:val>
                                            <p:strVal val="#ppt_x"/>
                                          </p:val>
                                        </p:tav>
                                      </p:tavLst>
                                    </p:anim>
                                    <p:anim calcmode="lin" valueType="num">
                                      <p:cBhvr additive="base">
                                        <p:cTn id="31" dur="1500" fill="hold"/>
                                        <p:tgtEl>
                                          <p:spTgt spid="21"/>
                                        </p:tgtEl>
                                        <p:attrNameLst>
                                          <p:attrName>ppt_y</p:attrName>
                                        </p:attrNameLst>
                                      </p:cBhvr>
                                      <p:tavLst>
                                        <p:tav tm="0">
                                          <p:val>
                                            <p:strVal val="#ppt_y"/>
                                          </p:val>
                                        </p:tav>
                                        <p:tav tm="100000">
                                          <p:val>
                                            <p:strVal val="#ppt_y"/>
                                          </p:val>
                                        </p:tav>
                                      </p:tavLst>
                                    </p:anim>
                                  </p:childTnLst>
                                </p:cTn>
                              </p:par>
                              <p:par>
                                <p:cTn id="32" presetID="2" presetClass="entr" presetSubtype="8" repeatCount="0" decel="5000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1500" fill="hold"/>
                                        <p:tgtEl>
                                          <p:spTgt spid="19"/>
                                        </p:tgtEl>
                                        <p:attrNameLst>
                                          <p:attrName>ppt_x</p:attrName>
                                        </p:attrNameLst>
                                      </p:cBhvr>
                                      <p:tavLst>
                                        <p:tav tm="0">
                                          <p:val>
                                            <p:strVal val="0-#ppt_w/2"/>
                                          </p:val>
                                        </p:tav>
                                        <p:tav tm="100000">
                                          <p:val>
                                            <p:strVal val="#ppt_x"/>
                                          </p:val>
                                        </p:tav>
                                      </p:tavLst>
                                    </p:anim>
                                    <p:anim calcmode="lin" valueType="num">
                                      <p:cBhvr additive="base">
                                        <p:cTn id="35" dur="1500" fill="hold"/>
                                        <p:tgtEl>
                                          <p:spTgt spid="19"/>
                                        </p:tgtEl>
                                        <p:attrNameLst>
                                          <p:attrName>ppt_y</p:attrName>
                                        </p:attrNameLst>
                                      </p:cBhvr>
                                      <p:tavLst>
                                        <p:tav tm="0">
                                          <p:val>
                                            <p:strVal val="#ppt_y"/>
                                          </p:val>
                                        </p:tav>
                                        <p:tav tm="100000">
                                          <p:val>
                                            <p:strVal val="#ppt_y"/>
                                          </p:val>
                                        </p:tav>
                                      </p:tavLst>
                                    </p:anim>
                                  </p:childTnLst>
                                </p:cTn>
                              </p:par>
                              <p:par>
                                <p:cTn id="36" presetID="2" presetClass="entr" presetSubtype="8" repeatCount="0" decel="5000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1500" fill="hold"/>
                                        <p:tgtEl>
                                          <p:spTgt spid="17"/>
                                        </p:tgtEl>
                                        <p:attrNameLst>
                                          <p:attrName>ppt_x</p:attrName>
                                        </p:attrNameLst>
                                      </p:cBhvr>
                                      <p:tavLst>
                                        <p:tav tm="0">
                                          <p:val>
                                            <p:strVal val="0-#ppt_w/2"/>
                                          </p:val>
                                        </p:tav>
                                        <p:tav tm="100000">
                                          <p:val>
                                            <p:strVal val="#ppt_x"/>
                                          </p:val>
                                        </p:tav>
                                      </p:tavLst>
                                    </p:anim>
                                    <p:anim calcmode="lin" valueType="num">
                                      <p:cBhvr additive="base">
                                        <p:cTn id="39" dur="1500" fill="hold"/>
                                        <p:tgtEl>
                                          <p:spTgt spid="17"/>
                                        </p:tgtEl>
                                        <p:attrNameLst>
                                          <p:attrName>ppt_y</p:attrName>
                                        </p:attrNameLst>
                                      </p:cBhvr>
                                      <p:tavLst>
                                        <p:tav tm="0">
                                          <p:val>
                                            <p:strVal val="#ppt_y"/>
                                          </p:val>
                                        </p:tav>
                                        <p:tav tm="100000">
                                          <p:val>
                                            <p:strVal val="#ppt_y"/>
                                          </p:val>
                                        </p:tav>
                                      </p:tavLst>
                                    </p:anim>
                                  </p:childTnLst>
                                </p:cTn>
                              </p:par>
                              <p:par>
                                <p:cTn id="40" presetID="2" presetClass="entr" presetSubtype="8" repeatCount="0" decel="5000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1500" fill="hold"/>
                                        <p:tgtEl>
                                          <p:spTgt spid="15"/>
                                        </p:tgtEl>
                                        <p:attrNameLst>
                                          <p:attrName>ppt_x</p:attrName>
                                        </p:attrNameLst>
                                      </p:cBhvr>
                                      <p:tavLst>
                                        <p:tav tm="0">
                                          <p:val>
                                            <p:strVal val="0-#ppt_w/2"/>
                                          </p:val>
                                        </p:tav>
                                        <p:tav tm="100000">
                                          <p:val>
                                            <p:strVal val="#ppt_x"/>
                                          </p:val>
                                        </p:tav>
                                      </p:tavLst>
                                    </p:anim>
                                    <p:anim calcmode="lin" valueType="num">
                                      <p:cBhvr additive="base">
                                        <p:cTn id="43" dur="1500" fill="hold"/>
                                        <p:tgtEl>
                                          <p:spTgt spid="15"/>
                                        </p:tgtEl>
                                        <p:attrNameLst>
                                          <p:attrName>ppt_y</p:attrName>
                                        </p:attrNameLst>
                                      </p:cBhvr>
                                      <p:tavLst>
                                        <p:tav tm="0">
                                          <p:val>
                                            <p:strVal val="#ppt_y"/>
                                          </p:val>
                                        </p:tav>
                                        <p:tav tm="100000">
                                          <p:val>
                                            <p:strVal val="#ppt_y"/>
                                          </p:val>
                                        </p:tav>
                                      </p:tavLst>
                                    </p:anim>
                                  </p:childTnLst>
                                </p:cTn>
                              </p:par>
                              <p:par>
                                <p:cTn id="44" presetID="2" presetClass="entr" presetSubtype="8" repeatCount="0" decel="50000" fill="hold" nodeType="with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1500" fill="hold"/>
                                        <p:tgtEl>
                                          <p:spTgt spid="11"/>
                                        </p:tgtEl>
                                        <p:attrNameLst>
                                          <p:attrName>ppt_x</p:attrName>
                                        </p:attrNameLst>
                                      </p:cBhvr>
                                      <p:tavLst>
                                        <p:tav tm="0">
                                          <p:val>
                                            <p:strVal val="0-#ppt_w/2"/>
                                          </p:val>
                                        </p:tav>
                                        <p:tav tm="100000">
                                          <p:val>
                                            <p:strVal val="#ppt_x"/>
                                          </p:val>
                                        </p:tav>
                                      </p:tavLst>
                                    </p:anim>
                                    <p:anim calcmode="lin" valueType="num">
                                      <p:cBhvr additive="base">
                                        <p:cTn id="47" dur="1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0F096-A0D6-E1B7-C096-ADECA3113F5D}"/>
            </a:ext>
          </a:extLst>
        </p:cNvPr>
        <p:cNvGrpSpPr/>
        <p:nvPr/>
      </p:nvGrpSpPr>
      <p:grpSpPr>
        <a:xfrm>
          <a:off x="0" y="0"/>
          <a:ext cx="0" cy="0"/>
          <a:chOff x="0" y="0"/>
          <a:chExt cx="0" cy="0"/>
        </a:xfrm>
      </p:grpSpPr>
      <p:sp>
        <p:nvSpPr>
          <p:cNvPr id="3" name="Content Placeholder 8">
            <a:extLst>
              <a:ext uri="{FF2B5EF4-FFF2-40B4-BE49-F238E27FC236}">
                <a16:creationId xmlns:a16="http://schemas.microsoft.com/office/drawing/2014/main" id="{572DFEBA-BB1D-8838-4076-25CF86EC94AE}"/>
              </a:ext>
            </a:extLst>
          </p:cNvPr>
          <p:cNvSpPr txBox="1">
            <a:spLocks/>
          </p:cNvSpPr>
          <p:nvPr/>
        </p:nvSpPr>
        <p:spPr>
          <a:xfrm>
            <a:off x="6065586" y="1136673"/>
            <a:ext cx="5688634" cy="3374836"/>
          </a:xfrm>
          <a:prstGeom prst="roundRect">
            <a:avLst>
              <a:gd name="adj" fmla="val 6814"/>
            </a:avLst>
          </a:prstGeom>
          <a:solidFill>
            <a:srgbClr val="2EA836">
              <a:alpha val="29804"/>
            </a:srgbClr>
          </a:solidFill>
          <a:ln/>
        </p:spPr>
        <p:style>
          <a:lnRef idx="2">
            <a:schemeClr val="accent1"/>
          </a:lnRef>
          <a:fillRef idx="1">
            <a:schemeClr val="lt1"/>
          </a:fillRef>
          <a:effectRef idx="0">
            <a:schemeClr val="accent1"/>
          </a:effectRef>
          <a:fontRef idx="minor">
            <a:schemeClr val="dk1"/>
          </a:fontRef>
        </p:style>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smtClean="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smtClean="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smtClean="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pPr>
            <a:r>
              <a:rPr lang="en-AU" b="1"/>
              <a:t>Approach 2: </a:t>
            </a:r>
            <a:r>
              <a:rPr lang="en-AU"/>
              <a:t>Deepfake using high compute advance techniques and plan</a:t>
            </a:r>
          </a:p>
        </p:txBody>
      </p:sp>
      <p:sp>
        <p:nvSpPr>
          <p:cNvPr id="9" name="Content Placeholder 8">
            <a:extLst>
              <a:ext uri="{FF2B5EF4-FFF2-40B4-BE49-F238E27FC236}">
                <a16:creationId xmlns:a16="http://schemas.microsoft.com/office/drawing/2014/main" id="{0EB1A65E-B91C-71B8-7608-FA3593CE781F}"/>
              </a:ext>
            </a:extLst>
          </p:cNvPr>
          <p:cNvSpPr>
            <a:spLocks noGrp="1"/>
          </p:cNvSpPr>
          <p:nvPr>
            <p:ph idx="1"/>
          </p:nvPr>
        </p:nvSpPr>
        <p:spPr>
          <a:xfrm>
            <a:off x="292300" y="1149464"/>
            <a:ext cx="5688634" cy="3374836"/>
          </a:xfrm>
          <a:prstGeom prst="roundRect">
            <a:avLst>
              <a:gd name="adj" fmla="val 6814"/>
            </a:avLst>
          </a:prstGeom>
          <a:solidFill>
            <a:srgbClr val="00A2C7">
              <a:alpha val="29804"/>
            </a:srgbClr>
          </a:solidFill>
          <a:ln/>
        </p:spPr>
        <p:style>
          <a:lnRef idx="2">
            <a:schemeClr val="accent1"/>
          </a:lnRef>
          <a:fillRef idx="1">
            <a:schemeClr val="lt1"/>
          </a:fillRef>
          <a:effectRef idx="0">
            <a:schemeClr val="accent1"/>
          </a:effectRef>
          <a:fontRef idx="minor">
            <a:schemeClr val="dk1"/>
          </a:fontRef>
        </p:style>
        <p:txBody>
          <a:bodyPr>
            <a:noAutofit/>
          </a:bodyPr>
          <a:lstStyle/>
          <a:p>
            <a:pPr>
              <a:lnSpc>
                <a:spcPct val="100000"/>
              </a:lnSpc>
            </a:pPr>
            <a:r>
              <a:rPr lang="en-AU" b="1"/>
              <a:t>Approach 1:</a:t>
            </a:r>
            <a:r>
              <a:rPr lang="en-AU"/>
              <a:t> Low-cost method </a:t>
            </a:r>
            <a:r>
              <a:rPr lang="en-AU" u="sng"/>
              <a:t>without</a:t>
            </a:r>
            <a:r>
              <a:rPr lang="en-AU"/>
              <a:t> targeted plan and advanced techniques</a:t>
            </a:r>
          </a:p>
        </p:txBody>
      </p:sp>
      <p:sp>
        <p:nvSpPr>
          <p:cNvPr id="13" name="Slide Number Placeholder 12">
            <a:extLst>
              <a:ext uri="{FF2B5EF4-FFF2-40B4-BE49-F238E27FC236}">
                <a16:creationId xmlns:a16="http://schemas.microsoft.com/office/drawing/2014/main" id="{5802CB12-08B9-086B-CA52-38580A042C7F}"/>
              </a:ext>
            </a:extLst>
          </p:cNvPr>
          <p:cNvSpPr>
            <a:spLocks noGrp="1"/>
          </p:cNvSpPr>
          <p:nvPr>
            <p:ph type="sldNum" sz="quarter" idx="18"/>
          </p:nvPr>
        </p:nvSpPr>
        <p:spPr>
          <a:xfrm>
            <a:off x="11208568" y="6519171"/>
            <a:ext cx="288032" cy="240219"/>
          </a:xfrm>
        </p:spPr>
        <p:txBody>
          <a:bodyPr anchor="ctr">
            <a:normAutofit/>
          </a:bodyPr>
          <a:lstStyle/>
          <a:p>
            <a:pPr>
              <a:spcAft>
                <a:spcPts val="600"/>
              </a:spcAft>
            </a:pPr>
            <a:fld id="{E917DE0E-AFB1-41FD-BC35-27DB61CA125F}" type="slidenum">
              <a:rPr lang="en-AU" smtClean="0"/>
              <a:pPr>
                <a:spcAft>
                  <a:spcPts val="600"/>
                </a:spcAft>
              </a:pPr>
              <a:t>12</a:t>
            </a:fld>
            <a:endParaRPr lang="en-AU"/>
          </a:p>
        </p:txBody>
      </p:sp>
      <p:sp>
        <p:nvSpPr>
          <p:cNvPr id="4" name="Title 7">
            <a:extLst>
              <a:ext uri="{FF2B5EF4-FFF2-40B4-BE49-F238E27FC236}">
                <a16:creationId xmlns:a16="http://schemas.microsoft.com/office/drawing/2014/main" id="{1804F251-1547-F547-FBD1-BD679612615B}"/>
              </a:ext>
            </a:extLst>
          </p:cNvPr>
          <p:cNvSpPr txBox="1">
            <a:spLocks/>
          </p:cNvSpPr>
          <p:nvPr/>
        </p:nvSpPr>
        <p:spPr>
          <a:xfrm>
            <a:off x="119336" y="92075"/>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Generally, there are two main approaches…</a:t>
            </a:r>
          </a:p>
        </p:txBody>
      </p:sp>
      <p:pic>
        <p:nvPicPr>
          <p:cNvPr id="7" name="Picture 6">
            <a:extLst>
              <a:ext uri="{FF2B5EF4-FFF2-40B4-BE49-F238E27FC236}">
                <a16:creationId xmlns:a16="http://schemas.microsoft.com/office/drawing/2014/main" id="{600F0CB0-E02E-01AA-737F-28447789E252}"/>
              </a:ext>
            </a:extLst>
          </p:cNvPr>
          <p:cNvPicPr>
            <a:picLocks noChangeAspect="1"/>
          </p:cNvPicPr>
          <p:nvPr/>
        </p:nvPicPr>
        <p:blipFill>
          <a:blip r:embed="rId3"/>
          <a:stretch>
            <a:fillRect/>
          </a:stretch>
        </p:blipFill>
        <p:spPr>
          <a:xfrm>
            <a:off x="9713587" y="1931855"/>
            <a:ext cx="1598212" cy="1223121"/>
          </a:xfrm>
          <a:prstGeom prst="rect">
            <a:avLst/>
          </a:prstGeom>
        </p:spPr>
      </p:pic>
      <p:pic>
        <p:nvPicPr>
          <p:cNvPr id="14" name="Picture 13">
            <a:extLst>
              <a:ext uri="{FF2B5EF4-FFF2-40B4-BE49-F238E27FC236}">
                <a16:creationId xmlns:a16="http://schemas.microsoft.com/office/drawing/2014/main" id="{E21B4227-2E4E-73FA-96C9-FD97490528AE}"/>
              </a:ext>
            </a:extLst>
          </p:cNvPr>
          <p:cNvPicPr>
            <a:picLocks noChangeAspect="1"/>
          </p:cNvPicPr>
          <p:nvPr/>
        </p:nvPicPr>
        <p:blipFill>
          <a:blip r:embed="rId4"/>
          <a:stretch>
            <a:fillRect/>
          </a:stretch>
        </p:blipFill>
        <p:spPr>
          <a:xfrm>
            <a:off x="6710681" y="1944607"/>
            <a:ext cx="1628001" cy="1245919"/>
          </a:xfrm>
          <a:prstGeom prst="rect">
            <a:avLst/>
          </a:prstGeom>
        </p:spPr>
      </p:pic>
      <p:sp>
        <p:nvSpPr>
          <p:cNvPr id="16" name="Right Arrow 15">
            <a:extLst>
              <a:ext uri="{FF2B5EF4-FFF2-40B4-BE49-F238E27FC236}">
                <a16:creationId xmlns:a16="http://schemas.microsoft.com/office/drawing/2014/main" id="{98704449-3AC3-322F-E0A3-191DE6104292}"/>
              </a:ext>
            </a:extLst>
          </p:cNvPr>
          <p:cNvSpPr/>
          <p:nvPr/>
        </p:nvSpPr>
        <p:spPr>
          <a:xfrm>
            <a:off x="8507987" y="2333564"/>
            <a:ext cx="1036295" cy="462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a:extLst>
              <a:ext uri="{FF2B5EF4-FFF2-40B4-BE49-F238E27FC236}">
                <a16:creationId xmlns:a16="http://schemas.microsoft.com/office/drawing/2014/main" id="{38B13EE8-418A-E5E1-6587-F20CF666AACC}"/>
              </a:ext>
            </a:extLst>
          </p:cNvPr>
          <p:cNvGrpSpPr/>
          <p:nvPr/>
        </p:nvGrpSpPr>
        <p:grpSpPr>
          <a:xfrm>
            <a:off x="731399" y="1922763"/>
            <a:ext cx="1137456" cy="1285949"/>
            <a:chOff x="2200426" y="1248644"/>
            <a:chExt cx="1137456" cy="1285949"/>
          </a:xfrm>
        </p:grpSpPr>
        <p:pic>
          <p:nvPicPr>
            <p:cNvPr id="5" name="Picture 4">
              <a:extLst>
                <a:ext uri="{FF2B5EF4-FFF2-40B4-BE49-F238E27FC236}">
                  <a16:creationId xmlns:a16="http://schemas.microsoft.com/office/drawing/2014/main" id="{88051C04-D5D7-4772-D669-261C7ADA755E}"/>
                </a:ext>
              </a:extLst>
            </p:cNvPr>
            <p:cNvPicPr>
              <a:picLocks noChangeAspect="1"/>
            </p:cNvPicPr>
            <p:nvPr/>
          </p:nvPicPr>
          <p:blipFill>
            <a:blip r:embed="rId5"/>
            <a:stretch>
              <a:fillRect/>
            </a:stretch>
          </p:blipFill>
          <p:spPr>
            <a:xfrm>
              <a:off x="2200426" y="1248644"/>
              <a:ext cx="1137456" cy="1285949"/>
            </a:xfrm>
            <a:prstGeom prst="rect">
              <a:avLst/>
            </a:prstGeom>
          </p:spPr>
        </p:pic>
        <p:sp>
          <p:nvSpPr>
            <p:cNvPr id="8" name="Oval 7">
              <a:extLst>
                <a:ext uri="{FF2B5EF4-FFF2-40B4-BE49-F238E27FC236}">
                  <a16:creationId xmlns:a16="http://schemas.microsoft.com/office/drawing/2014/main" id="{5B3AA32C-FD5A-2478-A8EF-52D154E000C1}"/>
                </a:ext>
              </a:extLst>
            </p:cNvPr>
            <p:cNvSpPr/>
            <p:nvPr/>
          </p:nvSpPr>
          <p:spPr>
            <a:xfrm>
              <a:off x="2366062" y="1812675"/>
              <a:ext cx="403092" cy="503405"/>
            </a:xfrm>
            <a:prstGeom prst="ellipse">
              <a:avLst/>
            </a:prstGeom>
            <a:no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grpSp>
      <p:sp>
        <p:nvSpPr>
          <p:cNvPr id="23" name="TextBox 22">
            <a:extLst>
              <a:ext uri="{FF2B5EF4-FFF2-40B4-BE49-F238E27FC236}">
                <a16:creationId xmlns:a16="http://schemas.microsoft.com/office/drawing/2014/main" id="{D126C3C9-9AC9-DF66-E709-E07F26366C8A}"/>
              </a:ext>
            </a:extLst>
          </p:cNvPr>
          <p:cNvSpPr txBox="1"/>
          <p:nvPr/>
        </p:nvSpPr>
        <p:spPr>
          <a:xfrm>
            <a:off x="6746977" y="3345197"/>
            <a:ext cx="4605607" cy="954107"/>
          </a:xfrm>
          <a:prstGeom prst="rect">
            <a:avLst/>
          </a:prstGeom>
          <a:noFill/>
        </p:spPr>
        <p:txBody>
          <a:bodyPr wrap="square">
            <a:spAutoFit/>
          </a:bodyPr>
          <a:lstStyle/>
          <a:p>
            <a:pPr marL="285750" indent="-285750">
              <a:buFont typeface="Arial" panose="020B0604020202020204" pitchFamily="34" charset="0"/>
              <a:buChar char="•"/>
            </a:pPr>
            <a:r>
              <a:rPr lang="en-AU" sz="1400"/>
              <a:t>A generative stack, whole workflow and multimodal</a:t>
            </a:r>
          </a:p>
          <a:p>
            <a:pPr marL="285750" indent="-285750">
              <a:buFont typeface="Arial" panose="020B0604020202020204" pitchFamily="34" charset="0"/>
              <a:buChar char="•"/>
            </a:pPr>
            <a:r>
              <a:rPr lang="en-AU" sz="1400"/>
              <a:t>Enough compute to create highly realistic outcomes</a:t>
            </a:r>
          </a:p>
          <a:p>
            <a:pPr marL="285750" indent="-285750">
              <a:buFont typeface="Arial" panose="020B0604020202020204" pitchFamily="34" charset="0"/>
              <a:buChar char="•"/>
            </a:pPr>
            <a:r>
              <a:rPr lang="en-AU" sz="1400"/>
              <a:t>Highly technical professional with experience</a:t>
            </a:r>
          </a:p>
          <a:p>
            <a:pPr marL="285750" indent="-285750">
              <a:buFont typeface="Arial" panose="020B0604020202020204" pitchFamily="34" charset="0"/>
              <a:buChar char="•"/>
            </a:pPr>
            <a:r>
              <a:rPr lang="en-AU" sz="1400"/>
              <a:t>A purposeful plan to collect the target victim’s data</a:t>
            </a:r>
          </a:p>
        </p:txBody>
      </p:sp>
      <p:sp>
        <p:nvSpPr>
          <p:cNvPr id="10" name="TextBox 9">
            <a:extLst>
              <a:ext uri="{FF2B5EF4-FFF2-40B4-BE49-F238E27FC236}">
                <a16:creationId xmlns:a16="http://schemas.microsoft.com/office/drawing/2014/main" id="{91C323B7-67C9-72EB-280F-772D5C3C1BB4}"/>
              </a:ext>
            </a:extLst>
          </p:cNvPr>
          <p:cNvSpPr txBox="1"/>
          <p:nvPr/>
        </p:nvSpPr>
        <p:spPr>
          <a:xfrm>
            <a:off x="1098581" y="3429000"/>
            <a:ext cx="3909336" cy="954107"/>
          </a:xfrm>
          <a:prstGeom prst="rect">
            <a:avLst/>
          </a:prstGeom>
          <a:noFill/>
        </p:spPr>
        <p:txBody>
          <a:bodyPr wrap="square">
            <a:spAutoFit/>
          </a:bodyPr>
          <a:lstStyle/>
          <a:p>
            <a:pPr marL="285750" indent="-285750">
              <a:buFont typeface="Arial" panose="020B0604020202020204" pitchFamily="34" charset="0"/>
              <a:buChar char="•"/>
            </a:pPr>
            <a:r>
              <a:rPr lang="en-AU" sz="1400"/>
              <a:t>Simple generation workflow, obvious flaws</a:t>
            </a:r>
          </a:p>
          <a:p>
            <a:pPr marL="285750" indent="-285750">
              <a:buFont typeface="Arial" panose="020B0604020202020204" pitchFamily="34" charset="0"/>
              <a:buChar char="•"/>
            </a:pPr>
            <a:r>
              <a:rPr lang="en-AU" sz="1400"/>
              <a:t>Minimum Computing Power Required</a:t>
            </a:r>
          </a:p>
          <a:p>
            <a:pPr marL="285750" indent="-285750">
              <a:buFont typeface="Arial" panose="020B0604020202020204" pitchFamily="34" charset="0"/>
              <a:buChar char="•"/>
            </a:pPr>
            <a:r>
              <a:rPr lang="en-AU" sz="1400"/>
              <a:t>“Anyone” can do it for free</a:t>
            </a:r>
          </a:p>
          <a:p>
            <a:pPr marL="285750" indent="-285750">
              <a:buFont typeface="Arial" panose="020B0604020202020204" pitchFamily="34" charset="0"/>
              <a:buChar char="•"/>
            </a:pPr>
            <a:r>
              <a:rPr lang="en-AU" sz="1400"/>
              <a:t>Can have little to no plan(s)</a:t>
            </a:r>
          </a:p>
        </p:txBody>
      </p:sp>
      <p:pic>
        <p:nvPicPr>
          <p:cNvPr id="20" name="Picture 19">
            <a:extLst>
              <a:ext uri="{FF2B5EF4-FFF2-40B4-BE49-F238E27FC236}">
                <a16:creationId xmlns:a16="http://schemas.microsoft.com/office/drawing/2014/main" id="{5687471C-0D4E-C8FA-8F25-F9853DB22980}"/>
              </a:ext>
            </a:extLst>
          </p:cNvPr>
          <p:cNvPicPr>
            <a:picLocks noChangeAspect="1"/>
          </p:cNvPicPr>
          <p:nvPr/>
        </p:nvPicPr>
        <p:blipFill>
          <a:blip r:embed="rId6"/>
          <a:stretch>
            <a:fillRect/>
          </a:stretch>
        </p:blipFill>
        <p:spPr>
          <a:xfrm>
            <a:off x="2406181" y="1980660"/>
            <a:ext cx="1061993" cy="1285950"/>
          </a:xfrm>
          <a:prstGeom prst="rect">
            <a:avLst/>
          </a:prstGeom>
        </p:spPr>
      </p:pic>
      <p:sp>
        <p:nvSpPr>
          <p:cNvPr id="21" name="Oval 20">
            <a:extLst>
              <a:ext uri="{FF2B5EF4-FFF2-40B4-BE49-F238E27FC236}">
                <a16:creationId xmlns:a16="http://schemas.microsoft.com/office/drawing/2014/main" id="{B9B5DE6B-C4CD-F7BD-82C2-E4FE3743AD90}"/>
              </a:ext>
            </a:extLst>
          </p:cNvPr>
          <p:cNvSpPr/>
          <p:nvPr/>
        </p:nvSpPr>
        <p:spPr>
          <a:xfrm>
            <a:off x="2423592" y="2432297"/>
            <a:ext cx="251440" cy="469859"/>
          </a:xfrm>
          <a:prstGeom prst="ellipse">
            <a:avLst/>
          </a:prstGeom>
          <a:no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pic>
        <p:nvPicPr>
          <p:cNvPr id="24" name="Picture 23">
            <a:extLst>
              <a:ext uri="{FF2B5EF4-FFF2-40B4-BE49-F238E27FC236}">
                <a16:creationId xmlns:a16="http://schemas.microsoft.com/office/drawing/2014/main" id="{6F678965-1208-774A-716E-16C2C483025F}"/>
              </a:ext>
            </a:extLst>
          </p:cNvPr>
          <p:cNvPicPr>
            <a:picLocks noChangeAspect="1"/>
          </p:cNvPicPr>
          <p:nvPr/>
        </p:nvPicPr>
        <p:blipFill>
          <a:blip r:embed="rId7"/>
          <a:stretch>
            <a:fillRect/>
          </a:stretch>
        </p:blipFill>
        <p:spPr>
          <a:xfrm>
            <a:off x="4236925" y="1980660"/>
            <a:ext cx="1109845" cy="1331814"/>
          </a:xfrm>
          <a:prstGeom prst="rect">
            <a:avLst/>
          </a:prstGeom>
        </p:spPr>
      </p:pic>
      <p:sp>
        <p:nvSpPr>
          <p:cNvPr id="11" name="TextBox 10">
            <a:extLst>
              <a:ext uri="{FF2B5EF4-FFF2-40B4-BE49-F238E27FC236}">
                <a16:creationId xmlns:a16="http://schemas.microsoft.com/office/drawing/2014/main" id="{821DB840-8B38-8D34-39AB-22D2E44554C0}"/>
              </a:ext>
            </a:extLst>
          </p:cNvPr>
          <p:cNvSpPr txBox="1"/>
          <p:nvPr/>
        </p:nvSpPr>
        <p:spPr>
          <a:xfrm>
            <a:off x="-24680" y="6080125"/>
            <a:ext cx="11521280" cy="830997"/>
          </a:xfrm>
          <a:prstGeom prst="rect">
            <a:avLst/>
          </a:prstGeom>
          <a:noFill/>
        </p:spPr>
        <p:txBody>
          <a:bodyPr wrap="square" rtlCol="0">
            <a:spAutoFit/>
          </a:bodyPr>
          <a:lstStyle/>
          <a:p>
            <a:r>
              <a:rPr lang="en-US" sz="800"/>
              <a:t>[18] https://</a:t>
            </a:r>
            <a:r>
              <a:rPr lang="en-US" sz="800" err="1"/>
              <a:t>www.bcps.org</a:t>
            </a:r>
            <a:r>
              <a:rPr lang="en-US" sz="800"/>
              <a:t>/system/</a:t>
            </a:r>
            <a:r>
              <a:rPr lang="en-US" sz="800" err="1"/>
              <a:t>b_c_p_s_news</a:t>
            </a:r>
            <a:r>
              <a:rPr lang="en-US" sz="800"/>
              <a:t>/2023-2024_staff_and_community_messages/april_24__2024_staff_and_community_update__message_from_superintendent_dr__myriam_rogers_regarding_pikesville_high_school_investigation</a:t>
            </a:r>
            <a:br>
              <a:rPr lang="en-US" sz="800"/>
            </a:br>
            <a:r>
              <a:rPr lang="en-US" sz="800"/>
              <a:t>[19] https://</a:t>
            </a:r>
            <a:r>
              <a:rPr lang="en-US" sz="800" err="1"/>
              <a:t>apnews.com</a:t>
            </a:r>
            <a:r>
              <a:rPr lang="en-US" sz="800"/>
              <a:t>/article/ai-artificial-intelligence-principal-audio-maryland-baltimore-county-pikesville-853ed171369bcbb888eb54f55195cb9c</a:t>
            </a:r>
            <a:br>
              <a:rPr lang="en-US" sz="800"/>
            </a:br>
            <a:r>
              <a:rPr lang="en-US" sz="800"/>
              <a:t>[20] https://</a:t>
            </a:r>
            <a:r>
              <a:rPr lang="en-US" sz="800" err="1"/>
              <a:t>apnews.com</a:t>
            </a:r>
            <a:r>
              <a:rPr lang="en-US" sz="800"/>
              <a:t>/article/racist-ai-recording-maryland-high-school-487ea673b0449077cb23e7970546cb9f</a:t>
            </a:r>
            <a:br>
              <a:rPr lang="en-US" sz="800"/>
            </a:br>
            <a:r>
              <a:rPr lang="en-US" sz="800"/>
              <a:t>[21] https://</a:t>
            </a:r>
            <a:r>
              <a:rPr lang="en-US" sz="800" err="1"/>
              <a:t>www.theguardian.com</a:t>
            </a:r>
            <a:r>
              <a:rPr lang="en-US" sz="800"/>
              <a:t>/us-news/2024/</a:t>
            </a:r>
            <a:r>
              <a:rPr lang="en-US" sz="800" err="1"/>
              <a:t>feb</a:t>
            </a:r>
            <a:r>
              <a:rPr lang="en-US" sz="800"/>
              <a:t>/26/steve-kramer-admits-he-commissioned-robocall-ai-biden-new-hampshire</a:t>
            </a:r>
            <a:br>
              <a:rPr lang="en-US" sz="800"/>
            </a:br>
            <a:r>
              <a:rPr lang="en-US" sz="800"/>
              <a:t>[22] https://</a:t>
            </a:r>
            <a:r>
              <a:rPr lang="en-US" sz="800" err="1"/>
              <a:t>docs.fcc.gov</a:t>
            </a:r>
            <a:r>
              <a:rPr lang="en-US" sz="800"/>
              <a:t>/public/attachments/FCC-24-104A1.pdf</a:t>
            </a:r>
            <a:br>
              <a:rPr lang="en-US" sz="800"/>
            </a:br>
            <a:r>
              <a:rPr lang="en-US" sz="800"/>
              <a:t>[23] https://</a:t>
            </a:r>
            <a:r>
              <a:rPr lang="en-US" sz="800" err="1"/>
              <a:t>www.esafety.gov.au</a:t>
            </a:r>
            <a:r>
              <a:rPr lang="en-US" sz="800"/>
              <a:t>/newsroom/blogs/deepfake-damage-in-schools-how-ai-generated-abuse-is-disrupting-students-families-and-school-communities</a:t>
            </a:r>
          </a:p>
        </p:txBody>
      </p:sp>
      <p:sp>
        <p:nvSpPr>
          <p:cNvPr id="12" name="TextBox 11">
            <a:extLst>
              <a:ext uri="{FF2B5EF4-FFF2-40B4-BE49-F238E27FC236}">
                <a16:creationId xmlns:a16="http://schemas.microsoft.com/office/drawing/2014/main" id="{E86302C0-322E-34E6-8641-D14B940A51EB}"/>
              </a:ext>
            </a:extLst>
          </p:cNvPr>
          <p:cNvSpPr txBox="1"/>
          <p:nvPr/>
        </p:nvSpPr>
        <p:spPr>
          <a:xfrm>
            <a:off x="356550" y="633458"/>
            <a:ext cx="11658704" cy="430887"/>
          </a:xfrm>
          <a:prstGeom prst="rect">
            <a:avLst/>
          </a:prstGeom>
          <a:noFill/>
        </p:spPr>
        <p:txBody>
          <a:bodyPr wrap="none" rtlCol="0">
            <a:spAutoFit/>
          </a:bodyPr>
          <a:lstStyle/>
          <a:p>
            <a:r>
              <a:rPr lang="en-AU" sz="2200"/>
              <a:t>Same materials can generate different grade of output depends on the skills and techniques</a:t>
            </a:r>
          </a:p>
        </p:txBody>
      </p:sp>
      <p:sp>
        <p:nvSpPr>
          <p:cNvPr id="15" name="Content Placeholder 8">
            <a:extLst>
              <a:ext uri="{FF2B5EF4-FFF2-40B4-BE49-F238E27FC236}">
                <a16:creationId xmlns:a16="http://schemas.microsoft.com/office/drawing/2014/main" id="{E6EAB78B-31B8-A7C2-AD18-5560BF85617E}"/>
              </a:ext>
            </a:extLst>
          </p:cNvPr>
          <p:cNvSpPr txBox="1">
            <a:spLocks/>
          </p:cNvSpPr>
          <p:nvPr/>
        </p:nvSpPr>
        <p:spPr>
          <a:xfrm>
            <a:off x="292300" y="4664739"/>
            <a:ext cx="11461920" cy="1405786"/>
          </a:xfrm>
          <a:prstGeom prst="roundRect">
            <a:avLst/>
          </a:prstGeom>
          <a:solidFill>
            <a:srgbClr val="2EA836">
              <a:alpha val="29804"/>
            </a:srgbClr>
          </a:solidFill>
          <a:ln/>
        </p:spPr>
        <p:style>
          <a:lnRef idx="2">
            <a:schemeClr val="accent1"/>
          </a:lnRef>
          <a:fillRef idx="1">
            <a:schemeClr val="lt1"/>
          </a:fillRef>
          <a:effectRef idx="0">
            <a:schemeClr val="accent1"/>
          </a:effectRef>
          <a:fontRef idx="minor">
            <a:schemeClr val="dk1"/>
          </a:fontRef>
        </p:style>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smtClean="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smtClean="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smtClean="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100000"/>
              </a:lnSpc>
            </a:pPr>
            <a:endParaRPr lang="en-AU"/>
          </a:p>
        </p:txBody>
      </p:sp>
      <p:sp>
        <p:nvSpPr>
          <p:cNvPr id="18" name="TextBox 17">
            <a:extLst>
              <a:ext uri="{FF2B5EF4-FFF2-40B4-BE49-F238E27FC236}">
                <a16:creationId xmlns:a16="http://schemas.microsoft.com/office/drawing/2014/main" id="{97CCA13B-F221-F220-7916-CEC02C27A718}"/>
              </a:ext>
            </a:extLst>
          </p:cNvPr>
          <p:cNvSpPr txBox="1"/>
          <p:nvPr/>
        </p:nvSpPr>
        <p:spPr>
          <a:xfrm>
            <a:off x="356551" y="4701730"/>
            <a:ext cx="11397670" cy="1323439"/>
          </a:xfrm>
          <a:prstGeom prst="rect">
            <a:avLst/>
          </a:prstGeom>
          <a:noFill/>
        </p:spPr>
        <p:txBody>
          <a:bodyPr wrap="square" rtlCol="0">
            <a:spAutoFit/>
          </a:bodyPr>
          <a:lstStyle/>
          <a:p>
            <a:pPr marL="285750" indent="-285750">
              <a:buFont typeface="Arial" panose="020B0604020202020204" pitchFamily="34" charset="0"/>
              <a:buChar char="•"/>
            </a:pPr>
            <a:r>
              <a:rPr lang="en-AU" sz="1600"/>
              <a:t>While the free to low-cost method may generate outcomes with flaws, they still can cause damages:</a:t>
            </a:r>
          </a:p>
          <a:p>
            <a:pPr marL="742950" lvl="1" indent="-285750">
              <a:buFont typeface="Arial" panose="020B0604020202020204" pitchFamily="34" charset="0"/>
              <a:buChar char="•"/>
            </a:pPr>
            <a:r>
              <a:rPr lang="en-AU" sz="1600"/>
              <a:t>High school teacher used AI to frame principal with racist remarks in fake audio clip [18,19,20]</a:t>
            </a:r>
          </a:p>
          <a:p>
            <a:pPr marL="742950" lvl="1" indent="-285750">
              <a:buFont typeface="Arial" panose="020B0604020202020204" pitchFamily="34" charset="0"/>
              <a:buChar char="•"/>
            </a:pPr>
            <a:r>
              <a:rPr lang="en-AU" sz="1600"/>
              <a:t>Political operative paid $150 to create AI-generated to spread election misinformation to discourage voting[21,22]</a:t>
            </a:r>
          </a:p>
          <a:p>
            <a:pPr marL="742950" lvl="1" indent="-285750">
              <a:buFont typeface="Arial" panose="020B0604020202020204" pitchFamily="34" charset="0"/>
              <a:buChar char="•"/>
            </a:pPr>
            <a:r>
              <a:rPr lang="en-AU" sz="1600"/>
              <a:t>Free or low-cost AI apps requiring no technical skill are being used to create non-consensual explicit images of students, enabling bullying, humiliation and blackmail and causing serious emotional distress[23]</a:t>
            </a:r>
          </a:p>
        </p:txBody>
      </p:sp>
    </p:spTree>
    <p:extLst>
      <p:ext uri="{BB962C8B-B14F-4D97-AF65-F5344CB8AC3E}">
        <p14:creationId xmlns:p14="http://schemas.microsoft.com/office/powerpoint/2010/main" val="329054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fade">
                                      <p:cBhvr>
                                        <p:cTn id="7" dur="500"/>
                                        <p:tgtEl>
                                          <p:spTgt spid="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xEl>
                                              <p:pRg st="0" end="0"/>
                                            </p:txEl>
                                          </p:spTgt>
                                        </p:tgtEl>
                                        <p:attrNameLst>
                                          <p:attrName>style.visibility</p:attrName>
                                        </p:attrNameLst>
                                      </p:cBhvr>
                                      <p:to>
                                        <p:strVal val="visible"/>
                                      </p:to>
                                    </p:set>
                                    <p:animEffect transition="in" filter="fade">
                                      <p:cBhvr>
                                        <p:cTn id="50" dur="500"/>
                                        <p:tgtEl>
                                          <p:spTgt spid="18">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8">
                                            <p:txEl>
                                              <p:pRg st="1" end="1"/>
                                            </p:txEl>
                                          </p:spTgt>
                                        </p:tgtEl>
                                        <p:attrNameLst>
                                          <p:attrName>style.visibility</p:attrName>
                                        </p:attrNameLst>
                                      </p:cBhvr>
                                      <p:to>
                                        <p:strVal val="visible"/>
                                      </p:to>
                                    </p:set>
                                    <p:animEffect transition="in" filter="fade">
                                      <p:cBhvr>
                                        <p:cTn id="55" dur="500"/>
                                        <p:tgtEl>
                                          <p:spTgt spid="18">
                                            <p:txEl>
                                              <p:pRg st="1" end="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8">
                                            <p:txEl>
                                              <p:pRg st="2" end="2"/>
                                            </p:txEl>
                                          </p:spTgt>
                                        </p:tgtEl>
                                        <p:attrNameLst>
                                          <p:attrName>style.visibility</p:attrName>
                                        </p:attrNameLst>
                                      </p:cBhvr>
                                      <p:to>
                                        <p:strVal val="visible"/>
                                      </p:to>
                                    </p:set>
                                    <p:animEffect transition="in" filter="fade">
                                      <p:cBhvr>
                                        <p:cTn id="60" dur="500"/>
                                        <p:tgtEl>
                                          <p:spTgt spid="18">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8">
                                            <p:txEl>
                                              <p:pRg st="3" end="3"/>
                                            </p:txEl>
                                          </p:spTgt>
                                        </p:tgtEl>
                                        <p:attrNameLst>
                                          <p:attrName>style.visibility</p:attrName>
                                        </p:attrNameLst>
                                      </p:cBhvr>
                                      <p:to>
                                        <p:strVal val="visible"/>
                                      </p:to>
                                    </p:set>
                                    <p:animEffect transition="in" filter="fade">
                                      <p:cBhvr>
                                        <p:cTn id="65"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uiExpand="1" build="p" animBg="1"/>
      <p:bldP spid="16" grpId="0" animBg="1"/>
      <p:bldP spid="23" grpId="0"/>
      <p:bldP spid="10" grpId="0"/>
      <p:bldP spid="21"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B89F853-3712-9D4A-C5D4-6FB662F6CB3F}"/>
              </a:ext>
            </a:extLst>
          </p:cNvPr>
          <p:cNvSpPr>
            <a:spLocks noGrp="1"/>
          </p:cNvSpPr>
          <p:nvPr>
            <p:ph type="sldNum" sz="quarter" idx="24"/>
          </p:nvPr>
        </p:nvSpPr>
        <p:spPr/>
        <p:txBody>
          <a:bodyPr/>
          <a:lstStyle/>
          <a:p>
            <a:fld id="{E917DE0E-AFB1-41FD-BC35-27DB61CA125F}" type="slidenum">
              <a:rPr lang="en-AU" smtClean="0"/>
              <a:pPr/>
              <a:t>13</a:t>
            </a:fld>
            <a:endParaRPr lang="en-AU"/>
          </a:p>
        </p:txBody>
      </p:sp>
      <p:sp>
        <p:nvSpPr>
          <p:cNvPr id="2" name="Title 7">
            <a:extLst>
              <a:ext uri="{FF2B5EF4-FFF2-40B4-BE49-F238E27FC236}">
                <a16:creationId xmlns:a16="http://schemas.microsoft.com/office/drawing/2014/main" id="{9428FBB6-9C7F-177E-765F-B8F28D6305D0}"/>
              </a:ext>
            </a:extLst>
          </p:cNvPr>
          <p:cNvSpPr txBox="1">
            <a:spLocks/>
          </p:cNvSpPr>
          <p:nvPr/>
        </p:nvSpPr>
        <p:spPr>
          <a:xfrm>
            <a:off x="119336" y="92075"/>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Deepfake Creation: Low/No Technical Skills </a:t>
            </a:r>
            <a:r>
              <a:rPr lang="en-AU" err="1">
                <a:solidFill>
                  <a:schemeClr val="bg1"/>
                </a:solidFill>
              </a:rPr>
              <a:t>Req’d</a:t>
            </a:r>
            <a:endParaRPr lang="en-AU">
              <a:solidFill>
                <a:schemeClr val="bg1"/>
              </a:solidFill>
            </a:endParaRPr>
          </a:p>
        </p:txBody>
      </p:sp>
      <p:sp>
        <p:nvSpPr>
          <p:cNvPr id="7" name="TextBox 6">
            <a:extLst>
              <a:ext uri="{FF2B5EF4-FFF2-40B4-BE49-F238E27FC236}">
                <a16:creationId xmlns:a16="http://schemas.microsoft.com/office/drawing/2014/main" id="{7C8C4096-A850-2FAF-463F-0171905840EA}"/>
              </a:ext>
            </a:extLst>
          </p:cNvPr>
          <p:cNvSpPr txBox="1"/>
          <p:nvPr/>
        </p:nvSpPr>
        <p:spPr>
          <a:xfrm>
            <a:off x="407367" y="2299809"/>
            <a:ext cx="4926632" cy="3239615"/>
          </a:xfrm>
          <a:prstGeom prst="roundRect">
            <a:avLst>
              <a:gd name="adj" fmla="val 5875"/>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wrap="square" rtlCol="0">
            <a:noAutofit/>
          </a:bodyPr>
          <a:lstStyle/>
          <a:p>
            <a:r>
              <a:rPr lang="en-AU"/>
              <a:t>An ACM </a:t>
            </a:r>
            <a:r>
              <a:rPr lang="en-AU" err="1"/>
              <a:t>FAccT</a:t>
            </a:r>
            <a:r>
              <a:rPr lang="en-AU"/>
              <a:t> study identified 34,439 publicly downloadable identity-specific image-model variants with approximately 14.9 million cumulative downloads, demonstrating the large-scale accessibility of tools can be used for deepfake creation [25]. </a:t>
            </a:r>
          </a:p>
          <a:p>
            <a:endParaRPr lang="en-AU" sz="1400"/>
          </a:p>
          <a:p>
            <a:pPr marL="171450" indent="-171450">
              <a:buFont typeface="Arial" panose="020B0604020202020204" pitchFamily="34" charset="0"/>
              <a:buChar char="•"/>
            </a:pPr>
            <a:r>
              <a:rPr lang="en-AU" sz="900" err="1"/>
              <a:t>FAccT</a:t>
            </a:r>
            <a:r>
              <a:rPr lang="en-AU" sz="900"/>
              <a:t>: ACM Conference on Fairness, Accountability, and Transparency</a:t>
            </a:r>
            <a:endParaRPr lang="en-US" sz="900"/>
          </a:p>
        </p:txBody>
      </p:sp>
      <p:pic>
        <p:nvPicPr>
          <p:cNvPr id="5" name="Picture 4">
            <a:extLst>
              <a:ext uri="{FF2B5EF4-FFF2-40B4-BE49-F238E27FC236}">
                <a16:creationId xmlns:a16="http://schemas.microsoft.com/office/drawing/2014/main" id="{AF29396F-09F2-09CB-B9B6-77EB3366CEF8}"/>
              </a:ext>
            </a:extLst>
          </p:cNvPr>
          <p:cNvPicPr>
            <a:picLocks noChangeAspect="1"/>
          </p:cNvPicPr>
          <p:nvPr/>
        </p:nvPicPr>
        <p:blipFill>
          <a:blip r:embed="rId3"/>
          <a:stretch>
            <a:fillRect/>
          </a:stretch>
        </p:blipFill>
        <p:spPr>
          <a:xfrm>
            <a:off x="5433302" y="2466018"/>
            <a:ext cx="5487384" cy="3073406"/>
          </a:xfrm>
          <a:prstGeom prst="roundRect">
            <a:avLst/>
          </a:prstGeom>
        </p:spPr>
      </p:pic>
      <p:sp>
        <p:nvSpPr>
          <p:cNvPr id="6" name="TextBox 5">
            <a:extLst>
              <a:ext uri="{FF2B5EF4-FFF2-40B4-BE49-F238E27FC236}">
                <a16:creationId xmlns:a16="http://schemas.microsoft.com/office/drawing/2014/main" id="{E11878E8-6375-74F8-0343-B2C78C475AA9}"/>
              </a:ext>
            </a:extLst>
          </p:cNvPr>
          <p:cNvSpPr txBox="1"/>
          <p:nvPr/>
        </p:nvSpPr>
        <p:spPr>
          <a:xfrm>
            <a:off x="5531" y="5738881"/>
            <a:ext cx="12065197" cy="646331"/>
          </a:xfrm>
          <a:prstGeom prst="rect">
            <a:avLst/>
          </a:prstGeom>
          <a:noFill/>
        </p:spPr>
        <p:txBody>
          <a:bodyPr wrap="square" rtlCol="0">
            <a:spAutoFit/>
          </a:bodyPr>
          <a:lstStyle/>
          <a:p>
            <a:r>
              <a:rPr lang="en-AU" sz="900"/>
              <a:t>[24] G. Murphy, D. Ching, E. Meehan, J. Twomey, A. Bolger, and C. Linehan, “An average Joe, a laptop, and a dream: Assessing the potency of homemade political deepfakes,” Applied Cognitive Psychology, vol. 39, no. 2, Art. no. e70061, 2025, </a:t>
            </a:r>
            <a:r>
              <a:rPr lang="en-AU" sz="900" err="1"/>
              <a:t>doi</a:t>
            </a:r>
            <a:r>
              <a:rPr lang="en-AU" sz="900"/>
              <a:t>: </a:t>
            </a:r>
            <a:r>
              <a:rPr lang="en-AU" sz="900">
                <a:hlinkClick r:id="rId4"/>
              </a:rPr>
              <a:t>10.1002/acp.70061</a:t>
            </a:r>
            <a:r>
              <a:rPr lang="en-AU" sz="900"/>
              <a:t>.</a:t>
            </a:r>
            <a:br>
              <a:rPr lang="en-AU" sz="900"/>
            </a:br>
            <a:r>
              <a:rPr lang="en-AU" sz="900"/>
              <a:t>[25] W. Hawkins, B. Mittelstadt, and C. Russell, “Deepfakes on demand: The rise of accessible non-consensual deepfake image generators,” in Proc. 2025 ACM Conf. Fairness, Accountability, and Transparency (</a:t>
            </a:r>
            <a:r>
              <a:rPr lang="en-AU" sz="900" err="1"/>
              <a:t>FAccT</a:t>
            </a:r>
            <a:r>
              <a:rPr lang="en-AU" sz="900"/>
              <a:t> ’25), Athens, Greece, 2025, pp. 1561–1573, </a:t>
            </a:r>
            <a:r>
              <a:rPr lang="en-AU" sz="900" err="1"/>
              <a:t>doi</a:t>
            </a:r>
            <a:r>
              <a:rPr lang="en-AU" sz="900"/>
              <a:t>: </a:t>
            </a:r>
            <a:r>
              <a:rPr lang="en-AU" sz="900">
                <a:hlinkClick r:id="rId5"/>
              </a:rPr>
              <a:t>10.1145/3715275.3732107</a:t>
            </a:r>
            <a:r>
              <a:rPr lang="en-AU" sz="900"/>
              <a:t>.</a:t>
            </a:r>
          </a:p>
        </p:txBody>
      </p:sp>
      <p:sp>
        <p:nvSpPr>
          <p:cNvPr id="3" name="TextBox 2">
            <a:extLst>
              <a:ext uri="{FF2B5EF4-FFF2-40B4-BE49-F238E27FC236}">
                <a16:creationId xmlns:a16="http://schemas.microsoft.com/office/drawing/2014/main" id="{33366457-45A3-253C-4D15-D0B17AFFF350}"/>
              </a:ext>
            </a:extLst>
          </p:cNvPr>
          <p:cNvSpPr txBox="1"/>
          <p:nvPr/>
        </p:nvSpPr>
        <p:spPr>
          <a:xfrm>
            <a:off x="407367" y="754985"/>
            <a:ext cx="10657184" cy="1021556"/>
          </a:xfrm>
          <a:prstGeom prst="roundRect">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AU"/>
              <a:t>A peer-reviewed 2025 experiment showed that a first-time user, using only a laptop and browser-based services, could p</a:t>
            </a:r>
            <a:r>
              <a:rPr lang="en-AU" b="1"/>
              <a:t>roduce synthetic audio for free in under one hour and two deepfake videos in approximately 40 minutes </a:t>
            </a:r>
            <a:r>
              <a:rPr lang="en-AU"/>
              <a:t>[24]. </a:t>
            </a:r>
          </a:p>
        </p:txBody>
      </p:sp>
    </p:spTree>
    <p:extLst>
      <p:ext uri="{BB962C8B-B14F-4D97-AF65-F5344CB8AC3E}">
        <p14:creationId xmlns:p14="http://schemas.microsoft.com/office/powerpoint/2010/main" val="4065442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82A0C08-BCCC-47D9-6CA6-72D8C8D76957}"/>
              </a:ext>
            </a:extLst>
          </p:cNvPr>
          <p:cNvSpPr>
            <a:spLocks noGrp="1"/>
          </p:cNvSpPr>
          <p:nvPr>
            <p:ph type="sldNum" sz="quarter" idx="24"/>
          </p:nvPr>
        </p:nvSpPr>
        <p:spPr/>
        <p:txBody>
          <a:bodyPr/>
          <a:lstStyle/>
          <a:p>
            <a:fld id="{E917DE0E-AFB1-41FD-BC35-27DB61CA125F}" type="slidenum">
              <a:rPr lang="en-AU" smtClean="0"/>
              <a:pPr/>
              <a:t>14</a:t>
            </a:fld>
            <a:endParaRPr lang="en-AU"/>
          </a:p>
        </p:txBody>
      </p:sp>
      <p:sp>
        <p:nvSpPr>
          <p:cNvPr id="10" name="Title 7">
            <a:extLst>
              <a:ext uri="{FF2B5EF4-FFF2-40B4-BE49-F238E27FC236}">
                <a16:creationId xmlns:a16="http://schemas.microsoft.com/office/drawing/2014/main" id="{D0D41A8D-8C3A-56FC-C198-7737A6CBB1E8}"/>
              </a:ext>
            </a:extLst>
          </p:cNvPr>
          <p:cNvSpPr txBox="1">
            <a:spLocks/>
          </p:cNvSpPr>
          <p:nvPr/>
        </p:nvSpPr>
        <p:spPr>
          <a:xfrm>
            <a:off x="119336" y="92075"/>
            <a:ext cx="10130046"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sz="2800">
                <a:solidFill>
                  <a:schemeClr val="bg1"/>
                </a:solidFill>
              </a:rPr>
              <a:t>Multi-modality (i.e. </a:t>
            </a:r>
            <a:r>
              <a:rPr lang="en-AU" sz="2800" err="1">
                <a:solidFill>
                  <a:schemeClr val="bg1"/>
                </a:solidFill>
              </a:rPr>
              <a:t>image+audio+motion</a:t>
            </a:r>
            <a:r>
              <a:rPr lang="en-AU" sz="2800">
                <a:solidFill>
                  <a:schemeClr val="bg1"/>
                </a:solidFill>
              </a:rPr>
              <a:t>) Increases Realism</a:t>
            </a:r>
          </a:p>
        </p:txBody>
      </p:sp>
      <p:cxnSp>
        <p:nvCxnSpPr>
          <p:cNvPr id="13" name="Straight Arrow Connector 12">
            <a:extLst>
              <a:ext uri="{FF2B5EF4-FFF2-40B4-BE49-F238E27FC236}">
                <a16:creationId xmlns:a16="http://schemas.microsoft.com/office/drawing/2014/main" id="{F07FC4D1-E533-621B-2153-787AD65B2FB2}"/>
              </a:ext>
            </a:extLst>
          </p:cNvPr>
          <p:cNvCxnSpPr>
            <a:cxnSpLocks/>
            <a:stCxn id="23" idx="3"/>
          </p:cNvCxnSpPr>
          <p:nvPr/>
        </p:nvCxnSpPr>
        <p:spPr>
          <a:xfrm flipV="1">
            <a:off x="4583119" y="4138580"/>
            <a:ext cx="1358014" cy="127982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66126DF-EE31-EB2F-99A5-9F8F2D8D5B62}"/>
              </a:ext>
            </a:extLst>
          </p:cNvPr>
          <p:cNvCxnSpPr>
            <a:cxnSpLocks/>
            <a:stCxn id="2" idx="3"/>
          </p:cNvCxnSpPr>
          <p:nvPr/>
        </p:nvCxnSpPr>
        <p:spPr>
          <a:xfrm>
            <a:off x="4620381" y="1895843"/>
            <a:ext cx="1320752" cy="138914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6B1980C-4FA1-08C1-ADF3-A96C872F2B69}"/>
              </a:ext>
            </a:extLst>
          </p:cNvPr>
          <p:cNvCxnSpPr>
            <a:cxnSpLocks/>
            <a:stCxn id="5" idx="3"/>
            <a:endCxn id="64" idx="1"/>
          </p:cNvCxnSpPr>
          <p:nvPr/>
        </p:nvCxnSpPr>
        <p:spPr>
          <a:xfrm>
            <a:off x="4586676" y="3709554"/>
            <a:ext cx="1355184" cy="1702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63DD6C8E-51AE-8448-34BB-0E951FCA85CE}"/>
              </a:ext>
            </a:extLst>
          </p:cNvPr>
          <p:cNvGrpSpPr/>
          <p:nvPr/>
        </p:nvGrpSpPr>
        <p:grpSpPr>
          <a:xfrm>
            <a:off x="140750" y="987817"/>
            <a:ext cx="4479631" cy="1816051"/>
            <a:chOff x="128786" y="931492"/>
            <a:chExt cx="4479631" cy="1816051"/>
          </a:xfrm>
        </p:grpSpPr>
        <p:sp>
          <p:nvSpPr>
            <p:cNvPr id="2" name="Content Placeholder 8">
              <a:extLst>
                <a:ext uri="{FF2B5EF4-FFF2-40B4-BE49-F238E27FC236}">
                  <a16:creationId xmlns:a16="http://schemas.microsoft.com/office/drawing/2014/main" id="{9140F4A9-FEFD-0C64-D187-1D7F4A53333B}"/>
                </a:ext>
              </a:extLst>
            </p:cNvPr>
            <p:cNvSpPr txBox="1">
              <a:spLocks/>
            </p:cNvSpPr>
            <p:nvPr/>
          </p:nvSpPr>
          <p:spPr>
            <a:xfrm>
              <a:off x="128786" y="931492"/>
              <a:ext cx="4479631" cy="1816051"/>
            </a:xfrm>
            <a:prstGeom prst="roundRect">
              <a:avLst/>
            </a:prstGeom>
            <a:solidFill>
              <a:srgbClr val="EB602B">
                <a:alpha val="29804"/>
              </a:srgbClr>
            </a:solidFill>
            <a:ln/>
          </p:spPr>
          <p:style>
            <a:lnRef idx="2">
              <a:schemeClr val="accent1"/>
            </a:lnRef>
            <a:fillRef idx="1">
              <a:schemeClr val="lt1"/>
            </a:fillRef>
            <a:effectRef idx="0">
              <a:schemeClr val="accent1"/>
            </a:effectRef>
            <a:fontRef idx="minor">
              <a:schemeClr val="dk1"/>
            </a:fontRef>
          </p:style>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smtClean="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smtClean="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smtClean="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0"/>
                </a:spcAft>
              </a:pPr>
              <a:r>
                <a:rPr lang="en-US" sz="2800" b="1" u="sng"/>
                <a:t>Image</a:t>
              </a:r>
              <a:endParaRPr lang="en-AU"/>
            </a:p>
            <a:p>
              <a:pPr marL="285750" indent="-285750">
                <a:spcBef>
                  <a:spcPts val="0"/>
                </a:spcBef>
                <a:spcAft>
                  <a:spcPts val="0"/>
                </a:spcAft>
                <a:buFont typeface="Arial" panose="020B0604020202020204" pitchFamily="34" charset="0"/>
                <a:buChar char="•"/>
              </a:pPr>
              <a:endParaRPr lang="en-AU"/>
            </a:p>
            <a:p>
              <a:pPr marL="285750" indent="-285750">
                <a:spcBef>
                  <a:spcPts val="0"/>
                </a:spcBef>
                <a:spcAft>
                  <a:spcPts val="0"/>
                </a:spcAft>
                <a:buFont typeface="Arial" panose="020B0604020202020204" pitchFamily="34" charset="0"/>
                <a:buChar char="•"/>
              </a:pPr>
              <a:r>
                <a:rPr lang="en-AU" sz="1400"/>
                <a:t>High-realism face synthesis</a:t>
              </a:r>
            </a:p>
            <a:p>
              <a:pPr marL="285750" indent="-285750">
                <a:spcBef>
                  <a:spcPts val="0"/>
                </a:spcBef>
                <a:spcAft>
                  <a:spcPts val="0"/>
                </a:spcAft>
                <a:buFont typeface="Arial" panose="020B0604020202020204" pitchFamily="34" charset="0"/>
                <a:buChar char="•"/>
              </a:pPr>
              <a:r>
                <a:rPr lang="en-AU" sz="1400"/>
                <a:t>Avatar modelling</a:t>
              </a:r>
            </a:p>
            <a:p>
              <a:pPr marL="285750" indent="-285750">
                <a:spcBef>
                  <a:spcPts val="0"/>
                </a:spcBef>
                <a:spcAft>
                  <a:spcPts val="0"/>
                </a:spcAft>
                <a:buFont typeface="Arial" panose="020B0604020202020204" pitchFamily="34" charset="0"/>
                <a:buChar char="•"/>
              </a:pPr>
              <a:r>
                <a:rPr lang="en-AU" sz="1400"/>
                <a:t>Real-photo</a:t>
              </a:r>
            </a:p>
          </p:txBody>
        </p:sp>
        <p:pic>
          <p:nvPicPr>
            <p:cNvPr id="14" name="Picture 13">
              <a:extLst>
                <a:ext uri="{FF2B5EF4-FFF2-40B4-BE49-F238E27FC236}">
                  <a16:creationId xmlns:a16="http://schemas.microsoft.com/office/drawing/2014/main" id="{38C501C8-EFAB-BAE0-E996-BCD145564A78}"/>
                </a:ext>
              </a:extLst>
            </p:cNvPr>
            <p:cNvPicPr>
              <a:picLocks noChangeAspect="1"/>
            </p:cNvPicPr>
            <p:nvPr/>
          </p:nvPicPr>
          <p:blipFill>
            <a:blip r:embed="rId5"/>
            <a:stretch>
              <a:fillRect/>
            </a:stretch>
          </p:blipFill>
          <p:spPr>
            <a:xfrm>
              <a:off x="2808217" y="1058466"/>
              <a:ext cx="1562102" cy="1562102"/>
            </a:xfrm>
            <a:prstGeom prst="rect">
              <a:avLst/>
            </a:prstGeom>
          </p:spPr>
        </p:pic>
      </p:grpSp>
      <p:sp>
        <p:nvSpPr>
          <p:cNvPr id="3" name="TextBox 2">
            <a:extLst>
              <a:ext uri="{FF2B5EF4-FFF2-40B4-BE49-F238E27FC236}">
                <a16:creationId xmlns:a16="http://schemas.microsoft.com/office/drawing/2014/main" id="{34BBD847-6454-47CB-32DF-34DDD96BF050}"/>
              </a:ext>
            </a:extLst>
          </p:cNvPr>
          <p:cNvSpPr txBox="1"/>
          <p:nvPr/>
        </p:nvSpPr>
        <p:spPr>
          <a:xfrm>
            <a:off x="4780431" y="6474861"/>
            <a:ext cx="2321404" cy="230832"/>
          </a:xfrm>
          <a:prstGeom prst="rect">
            <a:avLst/>
          </a:prstGeom>
          <a:noFill/>
        </p:spPr>
        <p:txBody>
          <a:bodyPr wrap="square" rtlCol="0">
            <a:spAutoFit/>
          </a:bodyPr>
          <a:lstStyle/>
          <a:p>
            <a:r>
              <a:rPr lang="en-US" sz="900"/>
              <a:t>[26] https://</a:t>
            </a:r>
            <a:r>
              <a:rPr lang="en-US" sz="900" err="1"/>
              <a:t>github.com</a:t>
            </a:r>
            <a:r>
              <a:rPr lang="en-US" sz="900"/>
              <a:t>/</a:t>
            </a:r>
            <a:r>
              <a:rPr lang="en-US" sz="900" err="1"/>
              <a:t>jixiaozhong</a:t>
            </a:r>
            <a:r>
              <a:rPr lang="en-US" sz="900"/>
              <a:t>/Sonic</a:t>
            </a:r>
          </a:p>
        </p:txBody>
      </p:sp>
      <p:grpSp>
        <p:nvGrpSpPr>
          <p:cNvPr id="74" name="Group 73">
            <a:extLst>
              <a:ext uri="{FF2B5EF4-FFF2-40B4-BE49-F238E27FC236}">
                <a16:creationId xmlns:a16="http://schemas.microsoft.com/office/drawing/2014/main" id="{8C51F2C7-689A-C6B8-6991-9BA8FCB3894B}"/>
              </a:ext>
            </a:extLst>
          </p:cNvPr>
          <p:cNvGrpSpPr/>
          <p:nvPr/>
        </p:nvGrpSpPr>
        <p:grpSpPr>
          <a:xfrm>
            <a:off x="119009" y="3025478"/>
            <a:ext cx="4467667" cy="1368152"/>
            <a:chOff x="140750" y="3356993"/>
            <a:chExt cx="4467667" cy="1368152"/>
          </a:xfrm>
        </p:grpSpPr>
        <p:sp>
          <p:nvSpPr>
            <p:cNvPr id="5" name="Content Placeholder 8">
              <a:extLst>
                <a:ext uri="{FF2B5EF4-FFF2-40B4-BE49-F238E27FC236}">
                  <a16:creationId xmlns:a16="http://schemas.microsoft.com/office/drawing/2014/main" id="{7A870CE9-95F5-E39A-C4F9-A97E367C7FD5}"/>
                </a:ext>
              </a:extLst>
            </p:cNvPr>
            <p:cNvSpPr txBox="1">
              <a:spLocks/>
            </p:cNvSpPr>
            <p:nvPr/>
          </p:nvSpPr>
          <p:spPr>
            <a:xfrm>
              <a:off x="140750" y="3356993"/>
              <a:ext cx="4467667" cy="1368152"/>
            </a:xfrm>
            <a:prstGeom prst="roundRect">
              <a:avLst/>
            </a:prstGeom>
            <a:solidFill>
              <a:srgbClr val="00A2C7">
                <a:alpha val="29804"/>
              </a:srgbClr>
            </a:solidFill>
            <a:ln/>
          </p:spPr>
          <p:style>
            <a:lnRef idx="2">
              <a:schemeClr val="accent1"/>
            </a:lnRef>
            <a:fillRef idx="1">
              <a:schemeClr val="lt1"/>
            </a:fillRef>
            <a:effectRef idx="0">
              <a:schemeClr val="accent1"/>
            </a:effectRef>
            <a:fontRef idx="minor">
              <a:schemeClr val="dk1"/>
            </a:fontRef>
          </p:style>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smtClean="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smtClean="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smtClean="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0"/>
                </a:spcAft>
              </a:pPr>
              <a:r>
                <a:rPr lang="en-US" sz="2400" b="1" u="sng"/>
                <a:t>Audio</a:t>
              </a:r>
            </a:p>
            <a:p>
              <a:pPr marL="612" lvl="1" indent="0">
                <a:spcBef>
                  <a:spcPts val="0"/>
                </a:spcBef>
                <a:spcAft>
                  <a:spcPts val="0"/>
                </a:spcAft>
                <a:buNone/>
              </a:pPr>
              <a:endParaRPr lang="en-AU" sz="1400"/>
            </a:p>
            <a:p>
              <a:pPr lvl="1">
                <a:spcBef>
                  <a:spcPts val="0"/>
                </a:spcBef>
                <a:spcAft>
                  <a:spcPts val="0"/>
                </a:spcAft>
              </a:pPr>
              <a:r>
                <a:rPr lang="en-AU" sz="1400"/>
                <a:t>Speech generation</a:t>
              </a:r>
            </a:p>
            <a:p>
              <a:pPr lvl="1">
                <a:spcBef>
                  <a:spcPts val="0"/>
                </a:spcBef>
                <a:spcAft>
                  <a:spcPts val="0"/>
                </a:spcAft>
              </a:pPr>
              <a:r>
                <a:rPr lang="en-AU" sz="1400"/>
                <a:t>Voice cloning</a:t>
              </a:r>
            </a:p>
          </p:txBody>
        </p:sp>
        <p:grpSp>
          <p:nvGrpSpPr>
            <p:cNvPr id="7" name="Group 6">
              <a:extLst>
                <a:ext uri="{FF2B5EF4-FFF2-40B4-BE49-F238E27FC236}">
                  <a16:creationId xmlns:a16="http://schemas.microsoft.com/office/drawing/2014/main" id="{DE555EA3-57BC-C648-D5F8-4A185C9863BD}"/>
                </a:ext>
              </a:extLst>
            </p:cNvPr>
            <p:cNvGrpSpPr/>
            <p:nvPr/>
          </p:nvGrpSpPr>
          <p:grpSpPr>
            <a:xfrm>
              <a:off x="1997057" y="3471379"/>
              <a:ext cx="2611360" cy="1139379"/>
              <a:chOff x="1358443" y="2605493"/>
              <a:chExt cx="3137250" cy="1773873"/>
            </a:xfrm>
          </p:grpSpPr>
          <p:grpSp>
            <p:nvGrpSpPr>
              <p:cNvPr id="8" name="Group 7">
                <a:extLst>
                  <a:ext uri="{FF2B5EF4-FFF2-40B4-BE49-F238E27FC236}">
                    <a16:creationId xmlns:a16="http://schemas.microsoft.com/office/drawing/2014/main" id="{B7C5DC1C-B9FD-1796-13B8-0871C14CABD8}"/>
                  </a:ext>
                </a:extLst>
              </p:cNvPr>
              <p:cNvGrpSpPr/>
              <p:nvPr/>
            </p:nvGrpSpPr>
            <p:grpSpPr>
              <a:xfrm>
                <a:off x="1358443" y="2605493"/>
                <a:ext cx="1737631" cy="1773873"/>
                <a:chOff x="8454330" y="701943"/>
                <a:chExt cx="943205" cy="942566"/>
              </a:xfrm>
            </p:grpSpPr>
            <p:pic>
              <p:nvPicPr>
                <p:cNvPr id="21" name="Graphic 20" descr="Voice with solid fill">
                  <a:extLst>
                    <a:ext uri="{FF2B5EF4-FFF2-40B4-BE49-F238E27FC236}">
                      <a16:creationId xmlns:a16="http://schemas.microsoft.com/office/drawing/2014/main" id="{9F838B96-121F-40AC-BAC1-AD23594FEE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54330" y="701943"/>
                  <a:ext cx="914400" cy="914400"/>
                </a:xfrm>
                <a:prstGeom prst="rect">
                  <a:avLst/>
                </a:prstGeom>
              </p:spPr>
            </p:pic>
            <p:pic>
              <p:nvPicPr>
                <p:cNvPr id="22" name="Graphic 21" descr="Voice with solid fill">
                  <a:extLst>
                    <a:ext uri="{FF2B5EF4-FFF2-40B4-BE49-F238E27FC236}">
                      <a16:creationId xmlns:a16="http://schemas.microsoft.com/office/drawing/2014/main" id="{243ED7CC-731B-DD52-8178-5828010AA78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83135" y="730109"/>
                  <a:ext cx="914400" cy="914400"/>
                </a:xfrm>
                <a:prstGeom prst="rect">
                  <a:avLst/>
                </a:prstGeom>
              </p:spPr>
            </p:pic>
          </p:grpSp>
          <p:grpSp>
            <p:nvGrpSpPr>
              <p:cNvPr id="17" name="Group 16">
                <a:extLst>
                  <a:ext uri="{FF2B5EF4-FFF2-40B4-BE49-F238E27FC236}">
                    <a16:creationId xmlns:a16="http://schemas.microsoft.com/office/drawing/2014/main" id="{88C66B4E-72FF-0D23-D7EA-2F7957E92447}"/>
                  </a:ext>
                </a:extLst>
              </p:cNvPr>
              <p:cNvGrpSpPr/>
              <p:nvPr/>
            </p:nvGrpSpPr>
            <p:grpSpPr>
              <a:xfrm>
                <a:off x="2758062" y="2605493"/>
                <a:ext cx="1737631" cy="1773873"/>
                <a:chOff x="8454330" y="701943"/>
                <a:chExt cx="943205" cy="942566"/>
              </a:xfrm>
            </p:grpSpPr>
            <p:pic>
              <p:nvPicPr>
                <p:cNvPr id="19" name="Graphic 18" descr="Voice with solid fill">
                  <a:extLst>
                    <a:ext uri="{FF2B5EF4-FFF2-40B4-BE49-F238E27FC236}">
                      <a16:creationId xmlns:a16="http://schemas.microsoft.com/office/drawing/2014/main" id="{B51194D9-D39C-5122-5C70-CE4E7DD6CE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54330" y="701943"/>
                  <a:ext cx="914400" cy="914400"/>
                </a:xfrm>
                <a:prstGeom prst="rect">
                  <a:avLst/>
                </a:prstGeom>
              </p:spPr>
            </p:pic>
            <p:pic>
              <p:nvPicPr>
                <p:cNvPr id="20" name="Graphic 19" descr="Voice with solid fill">
                  <a:extLst>
                    <a:ext uri="{FF2B5EF4-FFF2-40B4-BE49-F238E27FC236}">
                      <a16:creationId xmlns:a16="http://schemas.microsoft.com/office/drawing/2014/main" id="{D0190083-3B18-DF2D-D9BA-7F359EEBA46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83135" y="730109"/>
                  <a:ext cx="914400" cy="914400"/>
                </a:xfrm>
                <a:prstGeom prst="rect">
                  <a:avLst/>
                </a:prstGeom>
              </p:spPr>
            </p:pic>
          </p:grpSp>
        </p:grpSp>
      </p:grpSp>
      <p:grpSp>
        <p:nvGrpSpPr>
          <p:cNvPr id="75" name="Group 74">
            <a:extLst>
              <a:ext uri="{FF2B5EF4-FFF2-40B4-BE49-F238E27FC236}">
                <a16:creationId xmlns:a16="http://schemas.microsoft.com/office/drawing/2014/main" id="{50957A47-A577-BDD0-D9B9-4FCEA2DCB26C}"/>
              </a:ext>
            </a:extLst>
          </p:cNvPr>
          <p:cNvGrpSpPr/>
          <p:nvPr/>
        </p:nvGrpSpPr>
        <p:grpSpPr>
          <a:xfrm>
            <a:off x="119009" y="4671565"/>
            <a:ext cx="4464110" cy="1493672"/>
            <a:chOff x="144307" y="4759192"/>
            <a:chExt cx="4464110" cy="1493672"/>
          </a:xfrm>
        </p:grpSpPr>
        <p:sp>
          <p:nvSpPr>
            <p:cNvPr id="23" name="Content Placeholder 8">
              <a:extLst>
                <a:ext uri="{FF2B5EF4-FFF2-40B4-BE49-F238E27FC236}">
                  <a16:creationId xmlns:a16="http://schemas.microsoft.com/office/drawing/2014/main" id="{9A7ED8A8-9FA9-1F6C-2C85-1C387ABFF695}"/>
                </a:ext>
              </a:extLst>
            </p:cNvPr>
            <p:cNvSpPr txBox="1">
              <a:spLocks/>
            </p:cNvSpPr>
            <p:nvPr/>
          </p:nvSpPr>
          <p:spPr>
            <a:xfrm>
              <a:off x="144307" y="4759192"/>
              <a:ext cx="4464110" cy="1493672"/>
            </a:xfrm>
            <a:prstGeom prst="roundRect">
              <a:avLst/>
            </a:prstGeom>
            <a:solidFill>
              <a:srgbClr val="2EA836">
                <a:alpha val="29804"/>
              </a:srgbClr>
            </a:solidFill>
            <a:ln/>
          </p:spPr>
          <p:style>
            <a:lnRef idx="2">
              <a:schemeClr val="accent1"/>
            </a:lnRef>
            <a:fillRef idx="1">
              <a:schemeClr val="lt1"/>
            </a:fillRef>
            <a:effectRef idx="0">
              <a:schemeClr val="accent1"/>
            </a:effectRef>
            <a:fontRef idx="minor">
              <a:schemeClr val="dk1"/>
            </a:fontRef>
          </p:style>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smtClean="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smtClean="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smtClean="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0"/>
                </a:spcAft>
              </a:pPr>
              <a:r>
                <a:rPr lang="en-US" sz="2400" b="1" u="sng"/>
                <a:t>Motion</a:t>
              </a:r>
            </a:p>
            <a:p>
              <a:pPr>
                <a:spcBef>
                  <a:spcPts val="0"/>
                </a:spcBef>
                <a:spcAft>
                  <a:spcPts val="0"/>
                </a:spcAft>
              </a:pPr>
              <a:endParaRPr lang="en-AU" sz="2400"/>
            </a:p>
            <a:p>
              <a:pPr marL="285750" indent="-285750">
                <a:spcBef>
                  <a:spcPts val="0"/>
                </a:spcBef>
                <a:spcAft>
                  <a:spcPts val="0"/>
                </a:spcAft>
                <a:buFont typeface="Arial" panose="020B0604020202020204" pitchFamily="34" charset="0"/>
                <a:buChar char="•"/>
              </a:pPr>
              <a:r>
                <a:rPr lang="en-AU" sz="1400"/>
                <a:t>Partial Motion</a:t>
              </a:r>
            </a:p>
            <a:p>
              <a:pPr marL="285750" indent="-285750">
                <a:spcBef>
                  <a:spcPts val="0"/>
                </a:spcBef>
                <a:spcAft>
                  <a:spcPts val="0"/>
                </a:spcAft>
                <a:buFont typeface="Arial" panose="020B0604020202020204" pitchFamily="34" charset="0"/>
                <a:buChar char="•"/>
              </a:pPr>
              <a:r>
                <a:rPr lang="en-AU" sz="1400"/>
                <a:t>Holistic Motion</a:t>
              </a:r>
            </a:p>
          </p:txBody>
        </p:sp>
        <p:grpSp>
          <p:nvGrpSpPr>
            <p:cNvPr id="25" name="Group 24">
              <a:extLst>
                <a:ext uri="{FF2B5EF4-FFF2-40B4-BE49-F238E27FC236}">
                  <a16:creationId xmlns:a16="http://schemas.microsoft.com/office/drawing/2014/main" id="{DF1713E8-731B-08D9-F92D-F604256BC0C2}"/>
                </a:ext>
              </a:extLst>
            </p:cNvPr>
            <p:cNvGrpSpPr/>
            <p:nvPr/>
          </p:nvGrpSpPr>
          <p:grpSpPr>
            <a:xfrm>
              <a:off x="1791377" y="4797369"/>
              <a:ext cx="2741368" cy="1301191"/>
              <a:chOff x="8878698" y="1161031"/>
              <a:chExt cx="2741368" cy="1301191"/>
            </a:xfrm>
          </p:grpSpPr>
          <p:pic>
            <p:nvPicPr>
              <p:cNvPr id="26" name="Picture 25">
                <a:extLst>
                  <a:ext uri="{FF2B5EF4-FFF2-40B4-BE49-F238E27FC236}">
                    <a16:creationId xmlns:a16="http://schemas.microsoft.com/office/drawing/2014/main" id="{84DFBCDF-963D-004A-9CEC-5D08C56747C0}"/>
                  </a:ext>
                </a:extLst>
              </p:cNvPr>
              <p:cNvPicPr>
                <a:picLocks noChangeAspect="1"/>
              </p:cNvPicPr>
              <p:nvPr/>
            </p:nvPicPr>
            <p:blipFill>
              <a:blip r:embed="rId8"/>
              <a:stretch>
                <a:fillRect/>
              </a:stretch>
            </p:blipFill>
            <p:spPr>
              <a:xfrm>
                <a:off x="9990101" y="1161031"/>
                <a:ext cx="601473" cy="731337"/>
              </a:xfrm>
              <a:prstGeom prst="rect">
                <a:avLst/>
              </a:prstGeom>
            </p:spPr>
          </p:pic>
          <p:pic>
            <p:nvPicPr>
              <p:cNvPr id="27" name="Picture 26">
                <a:extLst>
                  <a:ext uri="{FF2B5EF4-FFF2-40B4-BE49-F238E27FC236}">
                    <a16:creationId xmlns:a16="http://schemas.microsoft.com/office/drawing/2014/main" id="{2B40F1F1-8D76-1080-FCF5-0B0A85963412}"/>
                  </a:ext>
                </a:extLst>
              </p:cNvPr>
              <p:cNvPicPr>
                <a:picLocks noChangeAspect="1"/>
              </p:cNvPicPr>
              <p:nvPr/>
            </p:nvPicPr>
            <p:blipFill>
              <a:blip r:embed="rId9"/>
              <a:stretch>
                <a:fillRect/>
              </a:stretch>
            </p:blipFill>
            <p:spPr>
              <a:xfrm>
                <a:off x="8878698" y="1897046"/>
                <a:ext cx="2741368" cy="565176"/>
              </a:xfrm>
              <a:prstGeom prst="rect">
                <a:avLst/>
              </a:prstGeom>
            </p:spPr>
          </p:pic>
        </p:grpSp>
      </p:grpSp>
      <p:grpSp>
        <p:nvGrpSpPr>
          <p:cNvPr id="6" name="Group 5">
            <a:extLst>
              <a:ext uri="{FF2B5EF4-FFF2-40B4-BE49-F238E27FC236}">
                <a16:creationId xmlns:a16="http://schemas.microsoft.com/office/drawing/2014/main" id="{1FF2B05A-A6F6-07DF-78F2-4102386B83EC}"/>
              </a:ext>
            </a:extLst>
          </p:cNvPr>
          <p:cNvGrpSpPr/>
          <p:nvPr/>
        </p:nvGrpSpPr>
        <p:grpSpPr>
          <a:xfrm>
            <a:off x="5941860" y="2262659"/>
            <a:ext cx="6084819" cy="2927836"/>
            <a:chOff x="5941860" y="2262659"/>
            <a:chExt cx="6084819" cy="2927836"/>
          </a:xfrm>
        </p:grpSpPr>
        <p:sp>
          <p:nvSpPr>
            <p:cNvPr id="64" name="Content Placeholder 8">
              <a:extLst>
                <a:ext uri="{FF2B5EF4-FFF2-40B4-BE49-F238E27FC236}">
                  <a16:creationId xmlns:a16="http://schemas.microsoft.com/office/drawing/2014/main" id="{81286E60-E173-61C8-7860-99CB96CC975F}"/>
                </a:ext>
              </a:extLst>
            </p:cNvPr>
            <p:cNvSpPr txBox="1">
              <a:spLocks/>
            </p:cNvSpPr>
            <p:nvPr/>
          </p:nvSpPr>
          <p:spPr>
            <a:xfrm>
              <a:off x="5941860" y="2262659"/>
              <a:ext cx="6084819" cy="2927836"/>
            </a:xfrm>
            <a:prstGeom prst="roundRect">
              <a:avLst/>
            </a:prstGeom>
            <a:solidFill>
              <a:srgbClr val="DDC9EF">
                <a:alpha val="29804"/>
              </a:srgbClr>
            </a:solidFill>
            <a:ln/>
          </p:spPr>
          <p:style>
            <a:lnRef idx="2">
              <a:schemeClr val="accent1"/>
            </a:lnRef>
            <a:fillRef idx="1">
              <a:schemeClr val="lt1"/>
            </a:fillRef>
            <a:effectRef idx="0">
              <a:schemeClr val="accent1"/>
            </a:effectRef>
            <a:fontRef idx="minor">
              <a:schemeClr val="dk1"/>
            </a:fontRef>
          </p:style>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smtClean="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smtClean="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smtClean="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2400"/>
                <a:t>Multi-Modal Synthetic Deepfake Material</a:t>
              </a:r>
            </a:p>
          </p:txBody>
        </p:sp>
        <p:pic>
          <p:nvPicPr>
            <p:cNvPr id="4" name="405063780-b50e61bb-62d4-469d-b402-b37cda3fbd27">
              <a:hlinkClick r:id="" action="ppaction://media"/>
              <a:extLst>
                <a:ext uri="{FF2B5EF4-FFF2-40B4-BE49-F238E27FC236}">
                  <a16:creationId xmlns:a16="http://schemas.microsoft.com/office/drawing/2014/main" id="{E66F225F-1BD7-2385-953B-3F11C13D4BBA}"/>
                </a:ext>
              </a:extLst>
            </p:cNvPr>
            <p:cNvPicPr>
              <a:picLocks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7841610" y="2862574"/>
              <a:ext cx="2244263" cy="2244263"/>
            </a:xfrm>
            <a:prstGeom prst="rect">
              <a:avLst/>
            </a:prstGeom>
          </p:spPr>
        </p:pic>
      </p:grpSp>
    </p:spTree>
    <p:extLst>
      <p:ext uri="{BB962C8B-B14F-4D97-AF65-F5344CB8AC3E}">
        <p14:creationId xmlns:p14="http://schemas.microsoft.com/office/powerpoint/2010/main" val="107373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0-#ppt_w/2"/>
                                          </p:val>
                                        </p:tav>
                                        <p:tav tm="100000">
                                          <p:val>
                                            <p:strVal val="#ppt_x"/>
                                          </p:val>
                                        </p:tav>
                                      </p:tavLst>
                                    </p:anim>
                                    <p:anim calcmode="lin" valueType="num">
                                      <p:cBhvr additive="base">
                                        <p:cTn id="8"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4"/>
                                        </p:tgtEl>
                                        <p:attrNameLst>
                                          <p:attrName>style.visibility</p:attrName>
                                        </p:attrNameLst>
                                      </p:cBhvr>
                                      <p:to>
                                        <p:strVal val="visible"/>
                                      </p:to>
                                    </p:set>
                                    <p:anim calcmode="lin" valueType="num">
                                      <p:cBhvr additive="base">
                                        <p:cTn id="13" dur="500" fill="hold"/>
                                        <p:tgtEl>
                                          <p:spTgt spid="74"/>
                                        </p:tgtEl>
                                        <p:attrNameLst>
                                          <p:attrName>ppt_x</p:attrName>
                                        </p:attrNameLst>
                                      </p:cBhvr>
                                      <p:tavLst>
                                        <p:tav tm="0">
                                          <p:val>
                                            <p:strVal val="0-#ppt_w/2"/>
                                          </p:val>
                                        </p:tav>
                                        <p:tav tm="100000">
                                          <p:val>
                                            <p:strVal val="#ppt_x"/>
                                          </p:val>
                                        </p:tav>
                                      </p:tavLst>
                                    </p:anim>
                                    <p:anim calcmode="lin" valueType="num">
                                      <p:cBhvr additive="base">
                                        <p:cTn id="14"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fill="hold"/>
                                        <p:tgtEl>
                                          <p:spTgt spid="75"/>
                                        </p:tgtEl>
                                        <p:attrNameLst>
                                          <p:attrName>ppt_x</p:attrName>
                                        </p:attrNameLst>
                                      </p:cBhvr>
                                      <p:tavLst>
                                        <p:tav tm="0">
                                          <p:val>
                                            <p:strVal val="0-#ppt_w/2"/>
                                          </p:val>
                                        </p:tav>
                                        <p:tav tm="100000">
                                          <p:val>
                                            <p:strVal val="#ppt_x"/>
                                          </p:val>
                                        </p:tav>
                                      </p:tavLst>
                                    </p:anim>
                                    <p:anim calcmode="lin" valueType="num">
                                      <p:cBhvr additive="base">
                                        <p:cTn id="20"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1000"/>
                                        <p:tgtEl>
                                          <p:spTgt spid="15"/>
                                        </p:tgtEl>
                                      </p:cBhvr>
                                    </p:animEffect>
                                  </p:childTnLst>
                                </p:cTn>
                              </p:par>
                              <p:par>
                                <p:cTn id="26" presetID="22" presetClass="entr" presetSubtype="8"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1000"/>
                                        <p:tgtEl>
                                          <p:spTgt spid="18"/>
                                        </p:tgtEl>
                                      </p:cBhvr>
                                    </p:animEffect>
                                  </p:childTnLst>
                                </p:cTn>
                              </p:par>
                              <p:par>
                                <p:cTn id="29" presetID="22" presetClass="entr" presetSubtype="8"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1000"/>
                                        <p:tgtEl>
                                          <p:spTgt spid="13"/>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3ECF8D5-EC67-8E8A-67A9-59671BF10181}"/>
              </a:ext>
            </a:extLst>
          </p:cNvPr>
          <p:cNvSpPr>
            <a:spLocks noGrp="1"/>
          </p:cNvSpPr>
          <p:nvPr>
            <p:ph type="title"/>
          </p:nvPr>
        </p:nvSpPr>
        <p:spPr>
          <a:xfrm>
            <a:off x="119336" y="92075"/>
            <a:ext cx="10801350" cy="469056"/>
          </a:xfrm>
        </p:spPr>
        <p:txBody>
          <a:bodyPr>
            <a:normAutofit fontScale="90000"/>
          </a:bodyPr>
          <a:lstStyle/>
          <a:p>
            <a:r>
              <a:rPr lang="en-AU" sz="3600">
                <a:solidFill>
                  <a:schemeClr val="bg1"/>
                </a:solidFill>
              </a:rPr>
              <a:t>Situations Where Deepfakes are Used (Non-Exhaustive)</a:t>
            </a:r>
            <a:endParaRPr>
              <a:solidFill>
                <a:schemeClr val="bg1"/>
              </a:solidFill>
            </a:endParaRPr>
          </a:p>
        </p:txBody>
      </p:sp>
      <p:sp>
        <p:nvSpPr>
          <p:cNvPr id="13" name="Slide Number Placeholder 12">
            <a:extLst>
              <a:ext uri="{FF2B5EF4-FFF2-40B4-BE49-F238E27FC236}">
                <a16:creationId xmlns:a16="http://schemas.microsoft.com/office/drawing/2014/main" id="{05E3872E-1AD8-AFCB-D565-C0F45BACA2A7}"/>
              </a:ext>
            </a:extLst>
          </p:cNvPr>
          <p:cNvSpPr>
            <a:spLocks noGrp="1"/>
          </p:cNvSpPr>
          <p:nvPr>
            <p:ph type="sldNum" idx="18"/>
          </p:nvPr>
        </p:nvSpPr>
        <p:spPr/>
        <p:txBody>
          <a:bodyPr/>
          <a:lstStyle/>
          <a:p>
            <a:fld id="{E917DE0E-AFB1-41FD-BC35-27DB61CA125F}" type="slidenum">
              <a:rPr/>
              <a:t>15</a:t>
            </a:fld>
            <a:endParaRPr/>
          </a:p>
        </p:txBody>
      </p:sp>
      <p:sp>
        <p:nvSpPr>
          <p:cNvPr id="15" name="Straight Connector 14">
            <a:extLst>
              <a:ext uri="{FF2B5EF4-FFF2-40B4-BE49-F238E27FC236}">
                <a16:creationId xmlns:a16="http://schemas.microsoft.com/office/drawing/2014/main" id="{D1BA6FEE-876A-4414-9D9D-2F728731AC98}"/>
              </a:ext>
            </a:extLst>
          </p:cNvPr>
          <p:cNvSpPr>
            <a:spLocks noGrp="1"/>
          </p:cNvSpPr>
          <p:nvPr/>
        </p:nvSpPr>
        <p:spPr>
          <a:xfrm>
            <a:off x="5997461" y="648168"/>
            <a:ext cx="0" cy="3943350"/>
          </a:xfrm>
          <a:prstGeom prst="line">
            <a:avLst/>
          </a:prstGeom>
          <a:noFill/>
          <a:ln w="38100">
            <a:solidFill>
              <a:schemeClr val="accent1"/>
            </a:solidFill>
            <a:prstDash val="solid"/>
          </a:ln>
        </p:spPr>
        <p:txBody>
          <a:bodyPr/>
          <a:lstStyle/>
          <a:p>
            <a:endParaRPr lang="en-US"/>
          </a:p>
        </p:txBody>
      </p:sp>
      <p:sp>
        <p:nvSpPr>
          <p:cNvPr id="16" name="Straight Connector 15">
            <a:extLst>
              <a:ext uri="{FF2B5EF4-FFF2-40B4-BE49-F238E27FC236}">
                <a16:creationId xmlns:a16="http://schemas.microsoft.com/office/drawing/2014/main" id="{B7CFDB05-4B4E-48D2-AA5C-7E50970D3CDE}"/>
              </a:ext>
            </a:extLst>
          </p:cNvPr>
          <p:cNvSpPr>
            <a:spLocks noGrp="1"/>
          </p:cNvSpPr>
          <p:nvPr/>
        </p:nvSpPr>
        <p:spPr>
          <a:xfrm>
            <a:off x="396761" y="2619843"/>
            <a:ext cx="11191875" cy="0"/>
          </a:xfrm>
          <a:prstGeom prst="line">
            <a:avLst/>
          </a:prstGeom>
          <a:noFill/>
          <a:ln w="38100">
            <a:solidFill>
              <a:schemeClr val="accent1"/>
            </a:solidFill>
            <a:prstDash val="solid"/>
          </a:ln>
        </p:spPr>
        <p:txBody>
          <a:bodyPr/>
          <a:lstStyle/>
          <a:p>
            <a:endParaRPr lang="en-US"/>
          </a:p>
        </p:txBody>
      </p:sp>
      <p:sp>
        <p:nvSpPr>
          <p:cNvPr id="18" name="Category 01 heading">
            <a:extLst>
              <a:ext uri="{FF2B5EF4-FFF2-40B4-BE49-F238E27FC236}">
                <a16:creationId xmlns:a16="http://schemas.microsoft.com/office/drawing/2014/main" id="{7B759080-F8F7-43C2-947C-21E9C7255290}"/>
              </a:ext>
            </a:extLst>
          </p:cNvPr>
          <p:cNvSpPr>
            <a:spLocks noGrp="1"/>
          </p:cNvSpPr>
          <p:nvPr/>
        </p:nvSpPr>
        <p:spPr>
          <a:xfrm>
            <a:off x="1884216" y="691619"/>
            <a:ext cx="2171219" cy="342900"/>
          </a:xfrm>
          <a:prstGeom prst="rect">
            <a:avLst/>
          </a:prstGeom>
          <a:noFill/>
          <a:ln w="0">
            <a:noFill/>
            <a:prstDash val="solid"/>
          </a:ln>
        </p:spPr>
        <p:txBody>
          <a:bodyPr>
            <a:noAutofit/>
          </a:bodyPr>
          <a:lstStyle/>
          <a:p>
            <a:pPr algn="ctr">
              <a:defRPr b="1">
                <a:solidFill>
                  <a:srgbClr val="51247A"/>
                </a:solidFill>
                <a:latin typeface="Arial"/>
                <a:ea typeface="Arial"/>
                <a:cs typeface="Arial"/>
              </a:defRPr>
            </a:pPr>
            <a:r>
              <a:rPr b="1">
                <a:solidFill>
                  <a:srgbClr val="51247A"/>
                </a:solidFill>
                <a:latin typeface="Arial"/>
                <a:ea typeface="Arial"/>
                <a:cs typeface="Arial"/>
              </a:rPr>
              <a:t>Fraud and scams</a:t>
            </a:r>
          </a:p>
        </p:txBody>
      </p:sp>
      <p:sp>
        <p:nvSpPr>
          <p:cNvPr id="21" name="Category 02 heading">
            <a:extLst>
              <a:ext uri="{FF2B5EF4-FFF2-40B4-BE49-F238E27FC236}">
                <a16:creationId xmlns:a16="http://schemas.microsoft.com/office/drawing/2014/main" id="{CF64F30A-0CC2-4357-8972-E8A2A2C8C9F9}"/>
              </a:ext>
            </a:extLst>
          </p:cNvPr>
          <p:cNvSpPr>
            <a:spLocks noGrp="1"/>
          </p:cNvSpPr>
          <p:nvPr/>
        </p:nvSpPr>
        <p:spPr>
          <a:xfrm>
            <a:off x="8524304" y="688521"/>
            <a:ext cx="897473" cy="342900"/>
          </a:xfrm>
          <a:prstGeom prst="rect">
            <a:avLst/>
          </a:prstGeom>
          <a:noFill/>
          <a:ln w="0">
            <a:noFill/>
            <a:prstDash val="solid"/>
          </a:ln>
        </p:spPr>
        <p:txBody>
          <a:bodyPr>
            <a:noAutofit/>
          </a:bodyPr>
          <a:lstStyle/>
          <a:p>
            <a:pPr algn="ctr">
              <a:defRPr b="1">
                <a:solidFill>
                  <a:srgbClr val="51247A"/>
                </a:solidFill>
                <a:latin typeface="Arial"/>
                <a:ea typeface="Arial"/>
                <a:cs typeface="Arial"/>
              </a:defRPr>
            </a:pPr>
            <a:r>
              <a:rPr lang="en-AU" b="1">
                <a:solidFill>
                  <a:srgbClr val="51247A"/>
                </a:solidFill>
                <a:latin typeface="Arial"/>
                <a:ea typeface="Arial"/>
                <a:cs typeface="Arial"/>
              </a:rPr>
              <a:t>A</a:t>
            </a:r>
            <a:r>
              <a:rPr b="1" err="1">
                <a:solidFill>
                  <a:srgbClr val="51247A"/>
                </a:solidFill>
                <a:latin typeface="Arial"/>
                <a:ea typeface="Arial"/>
                <a:cs typeface="Arial"/>
              </a:rPr>
              <a:t>buse</a:t>
            </a:r>
            <a:endParaRPr b="1">
              <a:solidFill>
                <a:srgbClr val="51247A"/>
              </a:solidFill>
              <a:latin typeface="Arial"/>
              <a:ea typeface="Arial"/>
              <a:cs typeface="Arial"/>
            </a:endParaRPr>
          </a:p>
        </p:txBody>
      </p:sp>
      <p:sp>
        <p:nvSpPr>
          <p:cNvPr id="24" name="Category 03 heading">
            <a:extLst>
              <a:ext uri="{FF2B5EF4-FFF2-40B4-BE49-F238E27FC236}">
                <a16:creationId xmlns:a16="http://schemas.microsoft.com/office/drawing/2014/main" id="{0C385A90-DDFE-4672-9A61-4B900CA353A2}"/>
              </a:ext>
            </a:extLst>
          </p:cNvPr>
          <p:cNvSpPr>
            <a:spLocks noGrp="1"/>
          </p:cNvSpPr>
          <p:nvPr/>
        </p:nvSpPr>
        <p:spPr>
          <a:xfrm>
            <a:off x="1496671" y="2837786"/>
            <a:ext cx="3395352" cy="342900"/>
          </a:xfrm>
          <a:prstGeom prst="rect">
            <a:avLst/>
          </a:prstGeom>
          <a:noFill/>
          <a:ln w="0">
            <a:noFill/>
            <a:prstDash val="solid"/>
          </a:ln>
        </p:spPr>
        <p:txBody>
          <a:bodyPr>
            <a:noAutofit/>
          </a:bodyPr>
          <a:lstStyle/>
          <a:p>
            <a:pPr algn="ctr">
              <a:defRPr b="1">
                <a:solidFill>
                  <a:srgbClr val="51247A"/>
                </a:solidFill>
                <a:latin typeface="Arial"/>
                <a:ea typeface="Arial"/>
                <a:cs typeface="Arial"/>
              </a:defRPr>
            </a:pPr>
            <a:r>
              <a:rPr b="1">
                <a:solidFill>
                  <a:srgbClr val="51247A"/>
                </a:solidFill>
                <a:latin typeface="Arial"/>
                <a:ea typeface="Arial"/>
                <a:cs typeface="Arial"/>
              </a:rPr>
              <a:t>Identity and authority misuse</a:t>
            </a:r>
          </a:p>
        </p:txBody>
      </p:sp>
      <p:sp>
        <p:nvSpPr>
          <p:cNvPr id="27" name="Category 04 heading">
            <a:extLst>
              <a:ext uri="{FF2B5EF4-FFF2-40B4-BE49-F238E27FC236}">
                <a16:creationId xmlns:a16="http://schemas.microsoft.com/office/drawing/2014/main" id="{FDCB60C7-B893-4861-9BF1-163E54413D6C}"/>
              </a:ext>
            </a:extLst>
          </p:cNvPr>
          <p:cNvSpPr>
            <a:spLocks noGrp="1"/>
          </p:cNvSpPr>
          <p:nvPr/>
        </p:nvSpPr>
        <p:spPr>
          <a:xfrm>
            <a:off x="7608168" y="2809785"/>
            <a:ext cx="3008298" cy="342900"/>
          </a:xfrm>
          <a:prstGeom prst="rect">
            <a:avLst/>
          </a:prstGeom>
          <a:noFill/>
          <a:ln w="0">
            <a:noFill/>
            <a:prstDash val="solid"/>
          </a:ln>
        </p:spPr>
        <p:txBody>
          <a:bodyPr>
            <a:noAutofit/>
          </a:bodyPr>
          <a:lstStyle/>
          <a:p>
            <a:pPr algn="ctr">
              <a:defRPr b="1">
                <a:solidFill>
                  <a:srgbClr val="51247A"/>
                </a:solidFill>
                <a:latin typeface="Arial"/>
                <a:ea typeface="Arial"/>
                <a:cs typeface="Arial"/>
              </a:defRPr>
            </a:pPr>
            <a:r>
              <a:rPr b="1">
                <a:solidFill>
                  <a:srgbClr val="51247A"/>
                </a:solidFill>
                <a:latin typeface="Arial"/>
                <a:ea typeface="Arial"/>
                <a:cs typeface="Arial"/>
              </a:rPr>
              <a:t>Evidence manipulation</a:t>
            </a:r>
          </a:p>
        </p:txBody>
      </p:sp>
      <p:sp>
        <p:nvSpPr>
          <p:cNvPr id="2" name="Content Placeholder 8">
            <a:extLst>
              <a:ext uri="{FF2B5EF4-FFF2-40B4-BE49-F238E27FC236}">
                <a16:creationId xmlns:a16="http://schemas.microsoft.com/office/drawing/2014/main" id="{A939DF32-A7CE-C719-9179-5F847FE9F60E}"/>
              </a:ext>
            </a:extLst>
          </p:cNvPr>
          <p:cNvSpPr txBox="1">
            <a:spLocks/>
          </p:cNvSpPr>
          <p:nvPr/>
        </p:nvSpPr>
        <p:spPr>
          <a:xfrm>
            <a:off x="814627" y="4934260"/>
            <a:ext cx="10713334" cy="342900"/>
          </a:xfrm>
          <a:prstGeom prst="roundRect">
            <a:avLst/>
          </a:prstGeom>
          <a:solidFill>
            <a:srgbClr val="EB602B">
              <a:alpha val="29804"/>
            </a:srgbClr>
          </a:solidFill>
        </p:spPr>
        <p:style>
          <a:lnRef idx="2">
            <a:schemeClr val="accent1"/>
          </a:lnRef>
          <a:fillRef idx="1">
            <a:schemeClr val="lt1"/>
          </a:fillRef>
          <a:effectRef idx="0">
            <a:schemeClr val="accent1"/>
          </a:effectRef>
          <a:fontRef idx="minor">
            <a:schemeClr val="dk1"/>
          </a:fontRef>
        </p:style>
        <p:txBody>
          <a:bodyPr vert="horz" lIns="0" tIns="0" rIns="0" bIns="0" rtlCol="0" anchor="t">
            <a:no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AU" sz="1600"/>
              <a:t>Or even just a prank without any intention to cause issue, and the damage/impact can still be felt.</a:t>
            </a:r>
          </a:p>
        </p:txBody>
      </p:sp>
      <p:sp>
        <p:nvSpPr>
          <p:cNvPr id="3" name="TextBox 2">
            <a:extLst>
              <a:ext uri="{FF2B5EF4-FFF2-40B4-BE49-F238E27FC236}">
                <a16:creationId xmlns:a16="http://schemas.microsoft.com/office/drawing/2014/main" id="{5284BE62-D723-880C-4A84-2003B83679A4}"/>
              </a:ext>
            </a:extLst>
          </p:cNvPr>
          <p:cNvSpPr txBox="1"/>
          <p:nvPr/>
        </p:nvSpPr>
        <p:spPr>
          <a:xfrm>
            <a:off x="120290" y="5457342"/>
            <a:ext cx="11951419" cy="1061829"/>
          </a:xfrm>
          <a:prstGeom prst="rect">
            <a:avLst/>
          </a:prstGeom>
          <a:noFill/>
        </p:spPr>
        <p:txBody>
          <a:bodyPr wrap="square" rtlCol="0">
            <a:spAutoFit/>
          </a:bodyPr>
          <a:lstStyle/>
          <a:p>
            <a:r>
              <a:rPr lang="en-AU" sz="900"/>
              <a:t>[27] </a:t>
            </a:r>
            <a:r>
              <a:rPr lang="en-AU" sz="900" err="1"/>
              <a:t>eSafety</a:t>
            </a:r>
            <a:r>
              <a:rPr lang="en-AU" sz="900"/>
              <a:t> Commissioner, "Deepfake trends and challenges: </a:t>
            </a:r>
            <a:r>
              <a:rPr lang="en-AU" sz="900" err="1"/>
              <a:t>PoDeepfakesition</a:t>
            </a:r>
            <a:r>
              <a:rPr lang="en-AU" sz="900"/>
              <a:t> statement," Australian Government, updated Aug. 4, 2026. [Online]. Available: </a:t>
            </a:r>
            <a:r>
              <a:rPr lang="en-AU" sz="900">
                <a:hlinkClick r:id="rId3"/>
              </a:rPr>
              <a:t>https://www.esafety.gov.au/industry/tech-trends-and-challenges/deepfakes</a:t>
            </a:r>
            <a:br>
              <a:rPr lang="en-AU" sz="900"/>
            </a:br>
            <a:r>
              <a:rPr lang="en-AU" sz="900"/>
              <a:t>[28] Australian Government, Criminal Code Amendment (Sexual Material) Act 2024, No. 78, 2024. [Online]. Available: </a:t>
            </a:r>
            <a:r>
              <a:rPr lang="en-AU" sz="900">
                <a:hlinkClick r:id="rId4"/>
              </a:rPr>
              <a:t>https://www.legislation.gov.au/C2024A00078/asmade/2024-09-02/text/original/epub/OEBPS/document_1/document_1.html</a:t>
            </a:r>
            <a:br>
              <a:rPr lang="en-AU" sz="900"/>
            </a:br>
            <a:r>
              <a:rPr lang="en-AU" sz="900"/>
              <a:t>[29] Australian Competition and Consumer Commission, "Impersonation scams," </a:t>
            </a:r>
            <a:r>
              <a:rPr lang="en-AU" sz="900" err="1"/>
              <a:t>Scamwatch</a:t>
            </a:r>
            <a:r>
              <a:rPr lang="en-AU" sz="900"/>
              <a:t>, 2023. [Online]. Available: </a:t>
            </a:r>
            <a:r>
              <a:rPr lang="en-AU" sz="900">
                <a:hlinkClick r:id="rId5"/>
              </a:rPr>
              <a:t>https://www.scamwatch.gov.au/sites/www.scamwatch.gov.au/files/2023-10/Scams%20Awareness%20Week%202023_Key%20messages%20on%20impersonation%20scams.pdf</a:t>
            </a:r>
            <a:br>
              <a:rPr lang="en-AU" sz="900"/>
            </a:br>
            <a:r>
              <a:rPr lang="en-AU" sz="900"/>
              <a:t>[30] U.S. Federal Trade Commission, "Scammers use fake emergencies to steal your money." [Online]. Available: </a:t>
            </a:r>
            <a:r>
              <a:rPr lang="en-AU" sz="900">
                <a:hlinkClick r:id="rId6"/>
              </a:rPr>
              <a:t>https://consumer.ftc.gov/articles/scammers-use-fake-emergencies-steal-your-money</a:t>
            </a:r>
            <a:endParaRPr lang="en-AU" sz="900"/>
          </a:p>
        </p:txBody>
      </p:sp>
      <p:sp>
        <p:nvSpPr>
          <p:cNvPr id="11" name="Rounded Rectangle 10">
            <a:extLst>
              <a:ext uri="{FF2B5EF4-FFF2-40B4-BE49-F238E27FC236}">
                <a16:creationId xmlns:a16="http://schemas.microsoft.com/office/drawing/2014/main" id="{88EECB3C-6A17-2FEC-44D7-2C6F5E875C25}"/>
              </a:ext>
            </a:extLst>
          </p:cNvPr>
          <p:cNvSpPr/>
          <p:nvPr/>
        </p:nvSpPr>
        <p:spPr>
          <a:xfrm>
            <a:off x="853422" y="1268500"/>
            <a:ext cx="4371715" cy="1032048"/>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Payment or invoice fraud</a:t>
            </a:r>
          </a:p>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Investment and endorsement scams</a:t>
            </a:r>
          </a:p>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Family-emergency or kidnapping scams</a:t>
            </a:r>
          </a:p>
        </p:txBody>
      </p:sp>
      <p:sp>
        <p:nvSpPr>
          <p:cNvPr id="12" name="Rounded Rectangle 11">
            <a:extLst>
              <a:ext uri="{FF2B5EF4-FFF2-40B4-BE49-F238E27FC236}">
                <a16:creationId xmlns:a16="http://schemas.microsoft.com/office/drawing/2014/main" id="{CED87AB9-38BA-E60A-E6D8-16FD2F623A62}"/>
              </a:ext>
            </a:extLst>
          </p:cNvPr>
          <p:cNvSpPr/>
          <p:nvPr/>
        </p:nvSpPr>
        <p:spPr>
          <a:xfrm>
            <a:off x="6548971" y="1275181"/>
            <a:ext cx="4371715" cy="1032048"/>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Non-consensual intimate imagery</a:t>
            </a:r>
          </a:p>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Sextortion or blackmail</a:t>
            </a:r>
          </a:p>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Harassment</a:t>
            </a:r>
          </a:p>
        </p:txBody>
      </p:sp>
      <p:sp>
        <p:nvSpPr>
          <p:cNvPr id="14" name="Rounded Rectangle 13">
            <a:extLst>
              <a:ext uri="{FF2B5EF4-FFF2-40B4-BE49-F238E27FC236}">
                <a16:creationId xmlns:a16="http://schemas.microsoft.com/office/drawing/2014/main" id="{EAE243DE-F420-461D-2794-AAFA3D2C859D}"/>
              </a:ext>
            </a:extLst>
          </p:cNvPr>
          <p:cNvSpPr/>
          <p:nvPr/>
        </p:nvSpPr>
        <p:spPr>
          <a:xfrm>
            <a:off x="853422" y="3409514"/>
            <a:ext cx="4371715" cy="1032048"/>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Identity theft or account takeover</a:t>
            </a:r>
          </a:p>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Police, government or employer impersonation</a:t>
            </a:r>
          </a:p>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False emergency or workplace instructions</a:t>
            </a:r>
          </a:p>
        </p:txBody>
      </p:sp>
      <p:sp>
        <p:nvSpPr>
          <p:cNvPr id="17" name="Rounded Rectangle 16">
            <a:extLst>
              <a:ext uri="{FF2B5EF4-FFF2-40B4-BE49-F238E27FC236}">
                <a16:creationId xmlns:a16="http://schemas.microsoft.com/office/drawing/2014/main" id="{4A9BD348-7829-CBE7-9843-22C59065BD3D}"/>
              </a:ext>
            </a:extLst>
          </p:cNvPr>
          <p:cNvSpPr/>
          <p:nvPr/>
        </p:nvSpPr>
        <p:spPr>
          <a:xfrm>
            <a:off x="6614719" y="3398629"/>
            <a:ext cx="4371715" cy="1032048"/>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Fabricated recordings or documents</a:t>
            </a:r>
          </a:p>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Witness interference or obstruction</a:t>
            </a:r>
          </a:p>
          <a:p>
            <a:pPr marL="285750" indent="-285750">
              <a:spcAft>
                <a:spcPts val="700"/>
              </a:spcAft>
              <a:buFont typeface="Arial" panose="020B0604020202020204" pitchFamily="34" charset="0"/>
              <a:buChar char="•"/>
              <a:defRPr>
                <a:solidFill>
                  <a:srgbClr val="26222A"/>
                </a:solidFill>
                <a:latin typeface="Arial"/>
                <a:ea typeface="Arial"/>
                <a:cs typeface="Arial"/>
              </a:defRPr>
            </a:pPr>
            <a:r>
              <a:rPr lang="en-AU" sz="1400">
                <a:solidFill>
                  <a:srgbClr val="26222A"/>
                </a:solidFill>
                <a:latin typeface="Arial"/>
                <a:ea typeface="Arial"/>
                <a:cs typeface="Arial"/>
              </a:rPr>
              <a:t>False emergency announcements</a:t>
            </a:r>
          </a:p>
        </p:txBody>
      </p:sp>
    </p:spTree>
    <p:extLst>
      <p:ext uri="{BB962C8B-B14F-4D97-AF65-F5344CB8AC3E}">
        <p14:creationId xmlns:p14="http://schemas.microsoft.com/office/powerpoint/2010/main" val="904114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barn(outHorizontal)">
                                      <p:cBhvr>
                                        <p:cTn id="7" dur="500"/>
                                        <p:tgtEl>
                                          <p:spTgt spid="15"/>
                                        </p:tgtEl>
                                      </p:cBhvr>
                                    </p:animEffect>
                                  </p:childTnLst>
                                </p:cTn>
                              </p:par>
                              <p:par>
                                <p:cTn id="8" presetID="16" presetClass="entr" presetSubtype="37" fill="hold" nodeType="withEffect">
                                  <p:stCondLst>
                                    <p:cond delay="500"/>
                                  </p:stCondLst>
                                  <p:childTnLst>
                                    <p:set>
                                      <p:cBhvr>
                                        <p:cTn id="9" dur="1" fill="hold">
                                          <p:stCondLst>
                                            <p:cond delay="0"/>
                                          </p:stCondLst>
                                        </p:cTn>
                                        <p:tgtEl>
                                          <p:spTgt spid="16"/>
                                        </p:tgtEl>
                                        <p:attrNameLst>
                                          <p:attrName>style.visibility</p:attrName>
                                        </p:attrNameLst>
                                      </p:cBhvr>
                                      <p:to>
                                        <p:strVal val="visible"/>
                                      </p:to>
                                    </p:set>
                                    <p:animEffect transition="in" filter="barn(outVertical)">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P spid="24" grpId="0"/>
      <p:bldP spid="27" grpId="0"/>
      <p:bldP spid="2" grpId="0" animBg="1"/>
      <p:bldP spid="11" grpId="0" animBg="1"/>
      <p:bldP spid="12" grpId="0" animBg="1"/>
      <p:bldP spid="14"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4B7EF-F107-8D9F-7B8B-1317D2FBF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3BB5A-B770-56ED-1D91-5CC237E5AAAC}"/>
              </a:ext>
            </a:extLst>
          </p:cNvPr>
          <p:cNvSpPr>
            <a:spLocks noGrp="1"/>
          </p:cNvSpPr>
          <p:nvPr>
            <p:ph type="title"/>
          </p:nvPr>
        </p:nvSpPr>
        <p:spPr/>
        <p:txBody>
          <a:bodyPr/>
          <a:lstStyle/>
          <a:p>
            <a:r>
              <a:rPr lang="en-US"/>
              <a:t>State-of-the-art Deepfake Generation</a:t>
            </a:r>
          </a:p>
        </p:txBody>
      </p:sp>
      <p:sp>
        <p:nvSpPr>
          <p:cNvPr id="3" name="Text Placeholder 2">
            <a:extLst>
              <a:ext uri="{FF2B5EF4-FFF2-40B4-BE49-F238E27FC236}">
                <a16:creationId xmlns:a16="http://schemas.microsoft.com/office/drawing/2014/main" id="{4F693574-221F-4DD5-A417-42B75B57CCC7}"/>
              </a:ext>
            </a:extLst>
          </p:cNvPr>
          <p:cNvSpPr>
            <a:spLocks noGrp="1"/>
          </p:cNvSpPr>
          <p:nvPr>
            <p:ph type="body" sz="quarter" idx="10"/>
          </p:nvPr>
        </p:nvSpPr>
        <p:spPr>
          <a:xfrm>
            <a:off x="1487488" y="3113744"/>
            <a:ext cx="9976518" cy="2043451"/>
          </a:xfrm>
        </p:spPr>
        <p:txBody>
          <a:bodyPr/>
          <a:lstStyle/>
          <a:p>
            <a:pPr marL="457200" indent="-457200">
              <a:buFont typeface="Arial" panose="020B0604020202020204" pitchFamily="34" charset="0"/>
              <a:buChar char="•"/>
            </a:pPr>
            <a:r>
              <a:rPr lang="en-US"/>
              <a:t>Background</a:t>
            </a:r>
            <a:r>
              <a:rPr lang="en-US" b="1"/>
              <a:t>                </a:t>
            </a:r>
          </a:p>
          <a:p>
            <a:pPr marL="457200" indent="-457200">
              <a:buFont typeface="Arial" panose="020B0604020202020204" pitchFamily="34" charset="0"/>
              <a:buChar char="•"/>
            </a:pPr>
            <a:r>
              <a:rPr lang="en-US"/>
              <a:t>Generation </a:t>
            </a:r>
            <a:r>
              <a:rPr lang="en-US">
                <a:sym typeface="Wingdings" pitchFamily="2" charset="2"/>
              </a:rPr>
              <a:t> Audio </a:t>
            </a:r>
          </a:p>
          <a:p>
            <a:pPr marL="457200" indent="-457200">
              <a:buFont typeface="Arial" panose="020B0604020202020204" pitchFamily="34" charset="0"/>
              <a:buChar char="•"/>
            </a:pPr>
            <a:r>
              <a:rPr lang="en-US"/>
              <a:t>Generation </a:t>
            </a:r>
            <a:r>
              <a:rPr lang="en-US">
                <a:sym typeface="Wingdings" pitchFamily="2" charset="2"/>
              </a:rPr>
              <a:t> Image</a:t>
            </a:r>
          </a:p>
          <a:p>
            <a:pPr marL="457200" indent="-457200">
              <a:buFont typeface="Arial" panose="020B0604020202020204" pitchFamily="34" charset="0"/>
              <a:buChar char="•"/>
            </a:pPr>
            <a:r>
              <a:rPr lang="en-US"/>
              <a:t>Generation </a:t>
            </a:r>
            <a:r>
              <a:rPr lang="en-US">
                <a:sym typeface="Wingdings" pitchFamily="2" charset="2"/>
              </a:rPr>
              <a:t> Video </a:t>
            </a:r>
            <a:endParaRPr lang="en-US"/>
          </a:p>
        </p:txBody>
      </p:sp>
      <p:sp>
        <p:nvSpPr>
          <p:cNvPr id="5" name="Right Arrow 4">
            <a:extLst>
              <a:ext uri="{FF2B5EF4-FFF2-40B4-BE49-F238E27FC236}">
                <a16:creationId xmlns:a16="http://schemas.microsoft.com/office/drawing/2014/main" id="{07E670E8-899D-C466-F409-EC5B7F6F8D26}"/>
              </a:ext>
            </a:extLst>
          </p:cNvPr>
          <p:cNvSpPr/>
          <p:nvPr/>
        </p:nvSpPr>
        <p:spPr>
          <a:xfrm>
            <a:off x="81627" y="3091763"/>
            <a:ext cx="1292734" cy="432048"/>
          </a:xfrm>
          <a:prstGeom prst="rightArrow">
            <a:avLst/>
          </a:prstGeom>
          <a:solidFill>
            <a:srgbClr val="2EA836"/>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59011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0 0 L 0 0.07361 " pathEditMode="relative" ptsTypes="AA">
                                      <p:cBhvr>
                                        <p:cTn id="6" dur="5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5A02F-144D-F448-26B1-AA52272FCD4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6D9E0E2-0FCE-BE9C-B6D5-551316EA0962}"/>
              </a:ext>
            </a:extLst>
          </p:cNvPr>
          <p:cNvSpPr>
            <a:spLocks noGrp="1"/>
          </p:cNvSpPr>
          <p:nvPr>
            <p:ph type="title"/>
          </p:nvPr>
        </p:nvSpPr>
        <p:spPr>
          <a:xfrm>
            <a:off x="119336" y="92075"/>
            <a:ext cx="10801350" cy="469056"/>
          </a:xfrm>
        </p:spPr>
        <p:txBody>
          <a:bodyPr/>
          <a:lstStyle/>
          <a:p>
            <a:r>
              <a:rPr lang="en-AU">
                <a:solidFill>
                  <a:schemeClr val="bg1"/>
                </a:solidFill>
              </a:rPr>
              <a:t>Faking Audio</a:t>
            </a:r>
          </a:p>
        </p:txBody>
      </p:sp>
      <p:sp>
        <p:nvSpPr>
          <p:cNvPr id="13" name="Slide Number Placeholder 12">
            <a:extLst>
              <a:ext uri="{FF2B5EF4-FFF2-40B4-BE49-F238E27FC236}">
                <a16:creationId xmlns:a16="http://schemas.microsoft.com/office/drawing/2014/main" id="{F90E25FD-AB62-11F2-680E-201F372259A6}"/>
              </a:ext>
            </a:extLst>
          </p:cNvPr>
          <p:cNvSpPr>
            <a:spLocks noGrp="1"/>
          </p:cNvSpPr>
          <p:nvPr>
            <p:ph type="sldNum" sz="quarter" idx="18"/>
          </p:nvPr>
        </p:nvSpPr>
        <p:spPr/>
        <p:txBody>
          <a:bodyPr/>
          <a:lstStyle/>
          <a:p>
            <a:fld id="{E917DE0E-AFB1-41FD-BC35-27DB61CA125F}" type="slidenum">
              <a:rPr lang="en-AU" smtClean="0"/>
              <a:pPr/>
              <a:t>17</a:t>
            </a:fld>
            <a:endParaRPr lang="en-AU"/>
          </a:p>
        </p:txBody>
      </p:sp>
      <p:grpSp>
        <p:nvGrpSpPr>
          <p:cNvPr id="2" name="Group 1">
            <a:extLst>
              <a:ext uri="{FF2B5EF4-FFF2-40B4-BE49-F238E27FC236}">
                <a16:creationId xmlns:a16="http://schemas.microsoft.com/office/drawing/2014/main" id="{C394145F-4E4C-1C1F-1458-A6D697063394}"/>
              </a:ext>
            </a:extLst>
          </p:cNvPr>
          <p:cNvGrpSpPr/>
          <p:nvPr/>
        </p:nvGrpSpPr>
        <p:grpSpPr>
          <a:xfrm>
            <a:off x="590501" y="1889784"/>
            <a:ext cx="11402127" cy="863600"/>
            <a:chOff x="664292" y="2331566"/>
            <a:chExt cx="11297302" cy="863600"/>
          </a:xfrm>
        </p:grpSpPr>
        <p:pic>
          <p:nvPicPr>
            <p:cNvPr id="24" name="Picture 23">
              <a:extLst>
                <a:ext uri="{FF2B5EF4-FFF2-40B4-BE49-F238E27FC236}">
                  <a16:creationId xmlns:a16="http://schemas.microsoft.com/office/drawing/2014/main" id="{73AEA3D1-6B96-7EF0-67A6-64726655AAB5}"/>
                </a:ext>
              </a:extLst>
            </p:cNvPr>
            <p:cNvPicPr>
              <a:picLocks noChangeAspect="1"/>
            </p:cNvPicPr>
            <p:nvPr/>
          </p:nvPicPr>
          <p:blipFill>
            <a:blip r:embed="rId3"/>
            <a:stretch>
              <a:fillRect/>
            </a:stretch>
          </p:blipFill>
          <p:spPr>
            <a:xfrm>
              <a:off x="664292" y="2331566"/>
              <a:ext cx="3403600" cy="863600"/>
            </a:xfrm>
            <a:prstGeom prst="rect">
              <a:avLst/>
            </a:prstGeom>
          </p:spPr>
        </p:pic>
        <p:sp>
          <p:nvSpPr>
            <p:cNvPr id="25" name="Content Placeholder 8">
              <a:extLst>
                <a:ext uri="{FF2B5EF4-FFF2-40B4-BE49-F238E27FC236}">
                  <a16:creationId xmlns:a16="http://schemas.microsoft.com/office/drawing/2014/main" id="{6942254C-E3BF-4DF5-4EFC-35A3977AFB23}"/>
                </a:ext>
              </a:extLst>
            </p:cNvPr>
            <p:cNvSpPr txBox="1">
              <a:spLocks/>
            </p:cNvSpPr>
            <p:nvPr/>
          </p:nvSpPr>
          <p:spPr>
            <a:xfrm>
              <a:off x="4544770" y="2394835"/>
              <a:ext cx="7416824" cy="737062"/>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1400" i="1" dirty="0"/>
                <a:t>“Some scammers use artificial intelligence (AI) to clone your loved one’s voice. </a:t>
              </a:r>
              <a:r>
                <a:rPr lang="en-AU" sz="1400" b="1" i="1" u="sng" dirty="0">
                  <a:solidFill>
                    <a:schemeClr val="accent6"/>
                  </a:solidFill>
                </a:rPr>
                <a:t>With a short audio clip — maybe from content posted online</a:t>
              </a:r>
              <a:r>
                <a:rPr lang="en-AU" sz="1400" i="1" dirty="0"/>
                <a:t>— and a voice-cloning program, a scammer could call you and sound just like your family member.”[31]</a:t>
              </a:r>
            </a:p>
          </p:txBody>
        </p:sp>
      </p:grpSp>
      <p:grpSp>
        <p:nvGrpSpPr>
          <p:cNvPr id="3" name="Group 2">
            <a:extLst>
              <a:ext uri="{FF2B5EF4-FFF2-40B4-BE49-F238E27FC236}">
                <a16:creationId xmlns:a16="http://schemas.microsoft.com/office/drawing/2014/main" id="{2CB21EA3-DB1A-CF8F-A6AC-2A0AD0F2F74D}"/>
              </a:ext>
            </a:extLst>
          </p:cNvPr>
          <p:cNvGrpSpPr/>
          <p:nvPr/>
        </p:nvGrpSpPr>
        <p:grpSpPr>
          <a:xfrm>
            <a:off x="590501" y="3060469"/>
            <a:ext cx="11369236" cy="737062"/>
            <a:chOff x="592358" y="3357573"/>
            <a:chExt cx="11369236" cy="737062"/>
          </a:xfrm>
        </p:grpSpPr>
        <p:pic>
          <p:nvPicPr>
            <p:cNvPr id="27" name="Picture 26">
              <a:extLst>
                <a:ext uri="{FF2B5EF4-FFF2-40B4-BE49-F238E27FC236}">
                  <a16:creationId xmlns:a16="http://schemas.microsoft.com/office/drawing/2014/main" id="{B8EBFEF8-61D9-B01C-03D5-238449CBDBB3}"/>
                </a:ext>
              </a:extLst>
            </p:cNvPr>
            <p:cNvPicPr>
              <a:picLocks noChangeAspect="1"/>
            </p:cNvPicPr>
            <p:nvPr/>
          </p:nvPicPr>
          <p:blipFill>
            <a:blip r:embed="rId4"/>
            <a:stretch>
              <a:fillRect/>
            </a:stretch>
          </p:blipFill>
          <p:spPr>
            <a:xfrm>
              <a:off x="592358" y="3440823"/>
              <a:ext cx="3460192" cy="585571"/>
            </a:xfrm>
            <a:prstGeom prst="rect">
              <a:avLst/>
            </a:prstGeom>
          </p:spPr>
        </p:pic>
        <p:sp>
          <p:nvSpPr>
            <p:cNvPr id="28" name="Content Placeholder 8">
              <a:extLst>
                <a:ext uri="{FF2B5EF4-FFF2-40B4-BE49-F238E27FC236}">
                  <a16:creationId xmlns:a16="http://schemas.microsoft.com/office/drawing/2014/main" id="{33DC1C53-4DB1-84A3-9B69-33ADBF846467}"/>
                </a:ext>
              </a:extLst>
            </p:cNvPr>
            <p:cNvSpPr txBox="1">
              <a:spLocks/>
            </p:cNvSpPr>
            <p:nvPr/>
          </p:nvSpPr>
          <p:spPr>
            <a:xfrm>
              <a:off x="4544770" y="3357573"/>
              <a:ext cx="7416824" cy="737062"/>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1400" i="1" dirty="0"/>
                <a:t>“Scammers can use </a:t>
              </a:r>
              <a:r>
                <a:rPr lang="en-AU" sz="1400" b="1" i="1" u="sng" dirty="0">
                  <a:solidFill>
                    <a:schemeClr val="accent6"/>
                  </a:solidFill>
                </a:rPr>
                <a:t>a few seconds of a voice recording to create AI clones</a:t>
              </a:r>
              <a:r>
                <a:rPr lang="en-AU" sz="1400" i="1" dirty="0"/>
                <a:t>. They can use these clones and call you pretending to be friends or family members in distress. This makes their emergency scenarios and appeals for help feel real.”[32]</a:t>
              </a:r>
            </a:p>
          </p:txBody>
        </p:sp>
      </p:grpSp>
      <p:grpSp>
        <p:nvGrpSpPr>
          <p:cNvPr id="4" name="Group 3">
            <a:extLst>
              <a:ext uri="{FF2B5EF4-FFF2-40B4-BE49-F238E27FC236}">
                <a16:creationId xmlns:a16="http://schemas.microsoft.com/office/drawing/2014/main" id="{88BB619E-CA4F-05B7-7DBD-5EBFB8190D07}"/>
              </a:ext>
            </a:extLst>
          </p:cNvPr>
          <p:cNvGrpSpPr/>
          <p:nvPr/>
        </p:nvGrpSpPr>
        <p:grpSpPr>
          <a:xfrm>
            <a:off x="590501" y="4232448"/>
            <a:ext cx="11402127" cy="499335"/>
            <a:chOff x="589870" y="4411612"/>
            <a:chExt cx="11371724" cy="499335"/>
          </a:xfrm>
        </p:grpSpPr>
        <p:sp>
          <p:nvSpPr>
            <p:cNvPr id="29" name="Content Placeholder 8">
              <a:extLst>
                <a:ext uri="{FF2B5EF4-FFF2-40B4-BE49-F238E27FC236}">
                  <a16:creationId xmlns:a16="http://schemas.microsoft.com/office/drawing/2014/main" id="{FD788487-7A9C-5BA9-3A9A-274205AD13F3}"/>
                </a:ext>
              </a:extLst>
            </p:cNvPr>
            <p:cNvSpPr txBox="1">
              <a:spLocks/>
            </p:cNvSpPr>
            <p:nvPr/>
          </p:nvSpPr>
          <p:spPr>
            <a:xfrm>
              <a:off x="4544770" y="4424361"/>
              <a:ext cx="7416824" cy="473835"/>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1400" i="1" dirty="0"/>
                <a:t>“Cybercriminals may also use AI to create new methods of social engineering attacks, such as imitating a target’s voice </a:t>
              </a:r>
              <a:r>
                <a:rPr lang="en-AU" sz="1400" b="1" i="1" u="sng" dirty="0">
                  <a:solidFill>
                    <a:schemeClr val="accent6"/>
                  </a:solidFill>
                </a:rPr>
                <a:t>based on an audio sample</a:t>
              </a:r>
              <a:r>
                <a:rPr lang="en-AU" sz="1400" i="1" dirty="0"/>
                <a:t>.”[33]</a:t>
              </a:r>
            </a:p>
          </p:txBody>
        </p:sp>
        <p:grpSp>
          <p:nvGrpSpPr>
            <p:cNvPr id="34" name="Group 33">
              <a:extLst>
                <a:ext uri="{FF2B5EF4-FFF2-40B4-BE49-F238E27FC236}">
                  <a16:creationId xmlns:a16="http://schemas.microsoft.com/office/drawing/2014/main" id="{19E82A5D-1D3F-BDF4-B3DF-91C8D84746E3}"/>
                </a:ext>
              </a:extLst>
            </p:cNvPr>
            <p:cNvGrpSpPr/>
            <p:nvPr/>
          </p:nvGrpSpPr>
          <p:grpSpPr>
            <a:xfrm>
              <a:off x="589870" y="4411612"/>
              <a:ext cx="3507623" cy="499335"/>
              <a:chOff x="2520950" y="3704364"/>
              <a:chExt cx="3507623" cy="499335"/>
            </a:xfrm>
          </p:grpSpPr>
          <p:pic>
            <p:nvPicPr>
              <p:cNvPr id="31" name="Picture 30">
                <a:extLst>
                  <a:ext uri="{FF2B5EF4-FFF2-40B4-BE49-F238E27FC236}">
                    <a16:creationId xmlns:a16="http://schemas.microsoft.com/office/drawing/2014/main" id="{7E70CA35-C108-6817-2F7C-0CEBCB292282}"/>
                  </a:ext>
                </a:extLst>
              </p:cNvPr>
              <p:cNvPicPr>
                <a:picLocks noChangeAspect="1"/>
              </p:cNvPicPr>
              <p:nvPr/>
            </p:nvPicPr>
            <p:blipFill>
              <a:blip r:embed="rId5"/>
              <a:stretch>
                <a:fillRect/>
              </a:stretch>
            </p:blipFill>
            <p:spPr>
              <a:xfrm>
                <a:off x="2520950" y="3704364"/>
                <a:ext cx="2304308" cy="499335"/>
              </a:xfrm>
              <a:prstGeom prst="rect">
                <a:avLst/>
              </a:prstGeom>
            </p:spPr>
          </p:pic>
          <p:pic>
            <p:nvPicPr>
              <p:cNvPr id="33" name="Picture 32">
                <a:extLst>
                  <a:ext uri="{FF2B5EF4-FFF2-40B4-BE49-F238E27FC236}">
                    <a16:creationId xmlns:a16="http://schemas.microsoft.com/office/drawing/2014/main" id="{FF919A5E-29DC-2DD3-F173-DA95C5EC031C}"/>
                  </a:ext>
                </a:extLst>
              </p:cNvPr>
              <p:cNvPicPr>
                <a:picLocks noChangeAspect="1"/>
              </p:cNvPicPr>
              <p:nvPr/>
            </p:nvPicPr>
            <p:blipFill>
              <a:blip r:embed="rId6"/>
              <a:stretch>
                <a:fillRect/>
              </a:stretch>
            </p:blipFill>
            <p:spPr>
              <a:xfrm>
                <a:off x="4825258" y="3704364"/>
                <a:ext cx="1203315" cy="499335"/>
              </a:xfrm>
              <a:prstGeom prst="rect">
                <a:avLst/>
              </a:prstGeom>
            </p:spPr>
          </p:pic>
        </p:grpSp>
      </p:grpSp>
      <p:sp>
        <p:nvSpPr>
          <p:cNvPr id="5" name="Content Placeholder 8">
            <a:extLst>
              <a:ext uri="{FF2B5EF4-FFF2-40B4-BE49-F238E27FC236}">
                <a16:creationId xmlns:a16="http://schemas.microsoft.com/office/drawing/2014/main" id="{169DE012-9400-42B8-1DF4-570D56DE3387}"/>
              </a:ext>
            </a:extLst>
          </p:cNvPr>
          <p:cNvSpPr txBox="1">
            <a:spLocks/>
          </p:cNvSpPr>
          <p:nvPr/>
        </p:nvSpPr>
        <p:spPr>
          <a:xfrm>
            <a:off x="261257" y="878602"/>
            <a:ext cx="11930743" cy="388399"/>
          </a:xfrm>
          <a:prstGeom prst="rect">
            <a:avLst/>
          </a:prstGeom>
        </p:spPr>
        <p:txBody>
          <a:bodyPr vert="horz" lIns="0" tIns="0" rIns="0" bIns="0" rtlCol="0">
            <a:no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2200"/>
              <a:t>Voice cloning is one of the common use cases of Deepfake, and they are very easy to perform:</a:t>
            </a:r>
          </a:p>
        </p:txBody>
      </p:sp>
      <p:sp>
        <p:nvSpPr>
          <p:cNvPr id="6" name="TextBox 5">
            <a:extLst>
              <a:ext uri="{FF2B5EF4-FFF2-40B4-BE49-F238E27FC236}">
                <a16:creationId xmlns:a16="http://schemas.microsoft.com/office/drawing/2014/main" id="{B9B3DBCA-5678-5116-057C-1841FDFFBA94}"/>
              </a:ext>
            </a:extLst>
          </p:cNvPr>
          <p:cNvSpPr txBox="1"/>
          <p:nvPr/>
        </p:nvSpPr>
        <p:spPr>
          <a:xfrm>
            <a:off x="799243" y="5948019"/>
            <a:ext cx="7202613" cy="553998"/>
          </a:xfrm>
          <a:prstGeom prst="rect">
            <a:avLst/>
          </a:prstGeom>
          <a:noFill/>
        </p:spPr>
        <p:txBody>
          <a:bodyPr wrap="none" rtlCol="0">
            <a:spAutoFit/>
          </a:bodyPr>
          <a:lstStyle/>
          <a:p>
            <a:r>
              <a:rPr lang="en-AU" sz="1000"/>
              <a:t>[31] </a:t>
            </a:r>
            <a:r>
              <a:rPr lang="en-AU" sz="1000">
                <a:hlinkClick r:id="rId7"/>
              </a:rPr>
              <a:t>https://consumer.ftc.gov/articles/scammers-use-fake-emergencies-steal-your-money</a:t>
            </a:r>
            <a:br>
              <a:rPr lang="en-AU" sz="1000"/>
            </a:br>
            <a:r>
              <a:rPr lang="en-AU" sz="1000"/>
              <a:t>[32] </a:t>
            </a:r>
            <a:r>
              <a:rPr lang="en-AU" sz="1000">
                <a:hlinkClick r:id="rId8"/>
              </a:rPr>
              <a:t>https://www.scamwatch.gov.au/stop-check-protect/help-to-spot-and-avoid-scams/how-scammers-use-technology-and-ai</a:t>
            </a:r>
            <a:br>
              <a:rPr lang="en-AU" sz="1000"/>
            </a:br>
            <a:r>
              <a:rPr lang="en-AU" sz="1000"/>
              <a:t>[33] </a:t>
            </a:r>
            <a:r>
              <a:rPr lang="en-AU" sz="1000">
                <a:hlinkClick r:id="rId9"/>
              </a:rPr>
              <a:t>https://www.cyber.gov.au/sites/default/files/2024-11/asd-cyber-threat-report-2024.pdf</a:t>
            </a:r>
            <a:endParaRPr lang="en-AU" sz="1000"/>
          </a:p>
        </p:txBody>
      </p:sp>
    </p:spTree>
    <p:extLst>
      <p:ext uri="{BB962C8B-B14F-4D97-AF65-F5344CB8AC3E}">
        <p14:creationId xmlns:p14="http://schemas.microsoft.com/office/powerpoint/2010/main" val="1796412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08B96-2E2D-C6DC-5B65-0265E37EC3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9FF63B5-E293-B19B-B69E-B13124E3FC07}"/>
              </a:ext>
            </a:extLst>
          </p:cNvPr>
          <p:cNvSpPr>
            <a:spLocks noGrp="1"/>
          </p:cNvSpPr>
          <p:nvPr>
            <p:ph type="title"/>
          </p:nvPr>
        </p:nvSpPr>
        <p:spPr>
          <a:xfrm>
            <a:off x="119336" y="92075"/>
            <a:ext cx="10801350" cy="469056"/>
          </a:xfrm>
        </p:spPr>
        <p:txBody>
          <a:bodyPr/>
          <a:lstStyle/>
          <a:p>
            <a:r>
              <a:rPr lang="en-AU">
                <a:solidFill>
                  <a:schemeClr val="bg1"/>
                </a:solidFill>
              </a:rPr>
              <a:t>Spectrum of Audio Deepfakes</a:t>
            </a:r>
          </a:p>
        </p:txBody>
      </p:sp>
      <p:sp>
        <p:nvSpPr>
          <p:cNvPr id="13" name="Slide Number Placeholder 12">
            <a:extLst>
              <a:ext uri="{FF2B5EF4-FFF2-40B4-BE49-F238E27FC236}">
                <a16:creationId xmlns:a16="http://schemas.microsoft.com/office/drawing/2014/main" id="{BC6537D7-B3C4-773B-F394-651B0286845D}"/>
              </a:ext>
            </a:extLst>
          </p:cNvPr>
          <p:cNvSpPr>
            <a:spLocks noGrp="1"/>
          </p:cNvSpPr>
          <p:nvPr>
            <p:ph type="sldNum" sz="quarter" idx="18"/>
          </p:nvPr>
        </p:nvSpPr>
        <p:spPr/>
        <p:txBody>
          <a:bodyPr/>
          <a:lstStyle/>
          <a:p>
            <a:fld id="{E917DE0E-AFB1-41FD-BC35-27DB61CA125F}" type="slidenum">
              <a:rPr lang="en-AU" smtClean="0"/>
              <a:pPr/>
              <a:t>18</a:t>
            </a:fld>
            <a:endParaRPr lang="en-AU"/>
          </a:p>
        </p:txBody>
      </p:sp>
      <p:sp>
        <p:nvSpPr>
          <p:cNvPr id="3" name="Rectangle 2">
            <a:extLst>
              <a:ext uri="{FF2B5EF4-FFF2-40B4-BE49-F238E27FC236}">
                <a16:creationId xmlns:a16="http://schemas.microsoft.com/office/drawing/2014/main" id="{966EDC2E-E02E-0CCF-1188-2199F50CF264}"/>
              </a:ext>
            </a:extLst>
          </p:cNvPr>
          <p:cNvSpPr/>
          <p:nvPr/>
        </p:nvSpPr>
        <p:spPr>
          <a:xfrm>
            <a:off x="5552601" y="1980610"/>
            <a:ext cx="4847004" cy="566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t>One-shot</a:t>
            </a:r>
          </a:p>
          <a:p>
            <a:pPr algn="ctr"/>
            <a:r>
              <a:rPr lang="en-US"/>
              <a:t>- Generate with </a:t>
            </a:r>
            <a:r>
              <a:rPr lang="en-US" b="1" u="sng"/>
              <a:t>ONE</a:t>
            </a:r>
            <a:r>
              <a:rPr lang="en-US"/>
              <a:t> reference example</a:t>
            </a:r>
          </a:p>
        </p:txBody>
      </p:sp>
      <p:sp>
        <p:nvSpPr>
          <p:cNvPr id="4" name="Rectangle 3">
            <a:extLst>
              <a:ext uri="{FF2B5EF4-FFF2-40B4-BE49-F238E27FC236}">
                <a16:creationId xmlns:a16="http://schemas.microsoft.com/office/drawing/2014/main" id="{F0304DF0-0293-D535-78BF-364A6DDC67C9}"/>
              </a:ext>
            </a:extLst>
          </p:cNvPr>
          <p:cNvSpPr/>
          <p:nvPr/>
        </p:nvSpPr>
        <p:spPr>
          <a:xfrm>
            <a:off x="9222577" y="3020811"/>
            <a:ext cx="2973807" cy="4917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t>Zero-shot</a:t>
            </a:r>
          </a:p>
          <a:p>
            <a:r>
              <a:rPr lang="en-US"/>
              <a:t>- Generate without training</a:t>
            </a:r>
          </a:p>
        </p:txBody>
      </p:sp>
      <p:sp>
        <p:nvSpPr>
          <p:cNvPr id="5" name="Rectangle 4">
            <a:extLst>
              <a:ext uri="{FF2B5EF4-FFF2-40B4-BE49-F238E27FC236}">
                <a16:creationId xmlns:a16="http://schemas.microsoft.com/office/drawing/2014/main" id="{D9FA21B9-53DB-B2F3-6A2E-CB719168B28A}"/>
              </a:ext>
            </a:extLst>
          </p:cNvPr>
          <p:cNvSpPr/>
          <p:nvPr/>
        </p:nvSpPr>
        <p:spPr>
          <a:xfrm>
            <a:off x="119336" y="1983909"/>
            <a:ext cx="4281214" cy="8745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t>Multi-Sample Fine-Tuning</a:t>
            </a:r>
          </a:p>
          <a:p>
            <a:pPr marL="285750" indent="-285750" algn="ctr">
              <a:buFont typeface="Arial" panose="020B0604020202020204" pitchFamily="34" charset="0"/>
              <a:buChar char="•"/>
            </a:pPr>
            <a:r>
              <a:rPr lang="en-US"/>
              <a:t>Train and tuning the model for target speaker, with large speaker’s dataset </a:t>
            </a:r>
          </a:p>
        </p:txBody>
      </p:sp>
      <p:grpSp>
        <p:nvGrpSpPr>
          <p:cNvPr id="6" name="Group 5">
            <a:extLst>
              <a:ext uri="{FF2B5EF4-FFF2-40B4-BE49-F238E27FC236}">
                <a16:creationId xmlns:a16="http://schemas.microsoft.com/office/drawing/2014/main" id="{DC70C4D4-C235-67CD-3F34-5C7375012430}"/>
              </a:ext>
            </a:extLst>
          </p:cNvPr>
          <p:cNvGrpSpPr/>
          <p:nvPr/>
        </p:nvGrpSpPr>
        <p:grpSpPr>
          <a:xfrm>
            <a:off x="407368" y="630977"/>
            <a:ext cx="11784632" cy="1614975"/>
            <a:chOff x="83009" y="909479"/>
            <a:chExt cx="12108991" cy="1614975"/>
          </a:xfrm>
        </p:grpSpPr>
        <p:sp>
          <p:nvSpPr>
            <p:cNvPr id="7" name="Right Arrow 6">
              <a:extLst>
                <a:ext uri="{FF2B5EF4-FFF2-40B4-BE49-F238E27FC236}">
                  <a16:creationId xmlns:a16="http://schemas.microsoft.com/office/drawing/2014/main" id="{5DD734F1-B04A-9BF3-8D52-DEF4F2425E49}"/>
                </a:ext>
              </a:extLst>
            </p:cNvPr>
            <p:cNvSpPr/>
            <p:nvPr/>
          </p:nvSpPr>
          <p:spPr>
            <a:xfrm>
              <a:off x="83009" y="909479"/>
              <a:ext cx="12108991" cy="1614975"/>
            </a:xfrm>
            <a:prstGeom prst="rightArrow">
              <a:avLst/>
            </a:prstGeom>
            <a:gradFill flip="none" rotWithShape="1">
              <a:gsLst>
                <a:gs pos="0">
                  <a:schemeClr val="accent6"/>
                </a:gs>
                <a:gs pos="100000">
                  <a:schemeClr val="accent4">
                    <a:lumMod val="20000"/>
                    <a:lumOff val="80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Training material needed</a:t>
              </a:r>
            </a:p>
          </p:txBody>
        </p:sp>
        <p:sp>
          <p:nvSpPr>
            <p:cNvPr id="11" name="TextBox 10">
              <a:extLst>
                <a:ext uri="{FF2B5EF4-FFF2-40B4-BE49-F238E27FC236}">
                  <a16:creationId xmlns:a16="http://schemas.microsoft.com/office/drawing/2014/main" id="{87AB4C41-9BC6-6F3C-A700-BC798E326517}"/>
                </a:ext>
              </a:extLst>
            </p:cNvPr>
            <p:cNvSpPr txBox="1"/>
            <p:nvPr/>
          </p:nvSpPr>
          <p:spPr>
            <a:xfrm>
              <a:off x="149457" y="1487552"/>
              <a:ext cx="2698175" cy="461665"/>
            </a:xfrm>
            <a:prstGeom prst="rect">
              <a:avLst/>
            </a:prstGeom>
            <a:noFill/>
          </p:spPr>
          <p:txBody>
            <a:bodyPr wrap="none" rtlCol="0">
              <a:spAutoFit/>
            </a:bodyPr>
            <a:lstStyle/>
            <a:p>
              <a:r>
                <a:rPr lang="en-US" sz="2400" b="1" u="sng"/>
                <a:t>Multiple</a:t>
              </a:r>
              <a:r>
                <a:rPr lang="en-US" sz="2400"/>
                <a:t> voice clip</a:t>
              </a:r>
            </a:p>
          </p:txBody>
        </p:sp>
        <p:sp>
          <p:nvSpPr>
            <p:cNvPr id="14" name="TextBox 13">
              <a:extLst>
                <a:ext uri="{FF2B5EF4-FFF2-40B4-BE49-F238E27FC236}">
                  <a16:creationId xmlns:a16="http://schemas.microsoft.com/office/drawing/2014/main" id="{92905488-D57E-96A4-48C2-E6A5B39CA7EA}"/>
                </a:ext>
              </a:extLst>
            </p:cNvPr>
            <p:cNvSpPr txBox="1"/>
            <p:nvPr/>
          </p:nvSpPr>
          <p:spPr>
            <a:xfrm>
              <a:off x="9521173" y="1499290"/>
              <a:ext cx="2376613" cy="461665"/>
            </a:xfrm>
            <a:prstGeom prst="rect">
              <a:avLst/>
            </a:prstGeom>
            <a:noFill/>
          </p:spPr>
          <p:txBody>
            <a:bodyPr wrap="none" rtlCol="0">
              <a:spAutoFit/>
            </a:bodyPr>
            <a:lstStyle/>
            <a:p>
              <a:r>
                <a:rPr lang="en-US" sz="2400"/>
                <a:t>Short Voice Clip</a:t>
              </a:r>
            </a:p>
          </p:txBody>
        </p:sp>
      </p:grpSp>
      <p:grpSp>
        <p:nvGrpSpPr>
          <p:cNvPr id="15" name="Group 14">
            <a:extLst>
              <a:ext uri="{FF2B5EF4-FFF2-40B4-BE49-F238E27FC236}">
                <a16:creationId xmlns:a16="http://schemas.microsoft.com/office/drawing/2014/main" id="{FF273562-ABB6-3A53-980F-007A559D321D}"/>
              </a:ext>
            </a:extLst>
          </p:cNvPr>
          <p:cNvGrpSpPr/>
          <p:nvPr/>
        </p:nvGrpSpPr>
        <p:grpSpPr>
          <a:xfrm>
            <a:off x="0" y="3147456"/>
            <a:ext cx="11863349" cy="1538609"/>
            <a:chOff x="0" y="3425958"/>
            <a:chExt cx="11863349" cy="1538609"/>
          </a:xfrm>
        </p:grpSpPr>
        <p:sp>
          <p:nvSpPr>
            <p:cNvPr id="19" name="Left Arrow 18">
              <a:extLst>
                <a:ext uri="{FF2B5EF4-FFF2-40B4-BE49-F238E27FC236}">
                  <a16:creationId xmlns:a16="http://schemas.microsoft.com/office/drawing/2014/main" id="{5AD0EC4C-B820-F32B-A49B-FA717EFA0CDA}"/>
                </a:ext>
              </a:extLst>
            </p:cNvPr>
            <p:cNvSpPr/>
            <p:nvPr/>
          </p:nvSpPr>
          <p:spPr>
            <a:xfrm>
              <a:off x="0" y="3425958"/>
              <a:ext cx="11863349" cy="1538609"/>
            </a:xfrm>
            <a:prstGeom prst="leftArrow">
              <a:avLst/>
            </a:prstGeom>
            <a:gradFill>
              <a:gsLst>
                <a:gs pos="0">
                  <a:schemeClr val="accent6"/>
                </a:gs>
                <a:gs pos="100000">
                  <a:schemeClr val="accent4">
                    <a:lumMod val="20000"/>
                    <a:lumOff val="80000"/>
                  </a:schemeClr>
                </a:gs>
              </a:gsLst>
              <a:lin ang="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Deepfake Accuracy</a:t>
              </a:r>
            </a:p>
          </p:txBody>
        </p:sp>
        <p:sp>
          <p:nvSpPr>
            <p:cNvPr id="17" name="TextBox 16">
              <a:extLst>
                <a:ext uri="{FF2B5EF4-FFF2-40B4-BE49-F238E27FC236}">
                  <a16:creationId xmlns:a16="http://schemas.microsoft.com/office/drawing/2014/main" id="{9088D13B-8FEB-8A23-7CE7-0335DB973208}"/>
                </a:ext>
              </a:extLst>
            </p:cNvPr>
            <p:cNvSpPr txBox="1"/>
            <p:nvPr/>
          </p:nvSpPr>
          <p:spPr>
            <a:xfrm>
              <a:off x="8766026" y="3960757"/>
              <a:ext cx="3097323" cy="461665"/>
            </a:xfrm>
            <a:prstGeom prst="rect">
              <a:avLst/>
            </a:prstGeom>
            <a:noFill/>
          </p:spPr>
          <p:txBody>
            <a:bodyPr wrap="none" rtlCol="0">
              <a:spAutoFit/>
            </a:bodyPr>
            <a:lstStyle/>
            <a:p>
              <a:r>
                <a:rPr lang="en-US" sz="2400" b="1" u="sng"/>
                <a:t>More</a:t>
              </a:r>
              <a:r>
                <a:rPr lang="en-US" sz="2400"/>
                <a:t> Distinguishable</a:t>
              </a:r>
            </a:p>
          </p:txBody>
        </p:sp>
        <p:sp>
          <p:nvSpPr>
            <p:cNvPr id="18" name="TextBox 17">
              <a:extLst>
                <a:ext uri="{FF2B5EF4-FFF2-40B4-BE49-F238E27FC236}">
                  <a16:creationId xmlns:a16="http://schemas.microsoft.com/office/drawing/2014/main" id="{E2CED826-3562-7591-5A67-E5A4462B2E13}"/>
                </a:ext>
              </a:extLst>
            </p:cNvPr>
            <p:cNvSpPr txBox="1"/>
            <p:nvPr/>
          </p:nvSpPr>
          <p:spPr>
            <a:xfrm>
              <a:off x="253156" y="3960756"/>
              <a:ext cx="3063659" cy="461665"/>
            </a:xfrm>
            <a:prstGeom prst="rect">
              <a:avLst/>
            </a:prstGeom>
            <a:noFill/>
          </p:spPr>
          <p:txBody>
            <a:bodyPr wrap="none" rtlCol="0">
              <a:spAutoFit/>
            </a:bodyPr>
            <a:lstStyle/>
            <a:p>
              <a:r>
                <a:rPr lang="en-US" sz="2400" b="1" u="sng"/>
                <a:t>Less</a:t>
              </a:r>
              <a:r>
                <a:rPr lang="en-US" sz="2400"/>
                <a:t> Distinguishable</a:t>
              </a:r>
            </a:p>
          </p:txBody>
        </p:sp>
      </p:grpSp>
      <p:sp>
        <p:nvSpPr>
          <p:cNvPr id="9" name="Rectangle 8">
            <a:extLst>
              <a:ext uri="{FF2B5EF4-FFF2-40B4-BE49-F238E27FC236}">
                <a16:creationId xmlns:a16="http://schemas.microsoft.com/office/drawing/2014/main" id="{C1728A29-BBB5-BA98-05B3-E7B8915FCF26}"/>
              </a:ext>
            </a:extLst>
          </p:cNvPr>
          <p:cNvSpPr/>
          <p:nvPr/>
        </p:nvSpPr>
        <p:spPr>
          <a:xfrm>
            <a:off x="3669380" y="2978565"/>
            <a:ext cx="5018907" cy="566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t>Multiple-Shot</a:t>
            </a:r>
          </a:p>
          <a:p>
            <a:r>
              <a:rPr lang="en-US"/>
              <a:t>- Generate with </a:t>
            </a:r>
            <a:r>
              <a:rPr lang="en-US" b="1" u="sng"/>
              <a:t>MULTIPLE</a:t>
            </a:r>
            <a:r>
              <a:rPr lang="en-US"/>
              <a:t> reference example</a:t>
            </a:r>
          </a:p>
        </p:txBody>
      </p:sp>
      <p:sp>
        <p:nvSpPr>
          <p:cNvPr id="20" name="TextBox 19">
            <a:extLst>
              <a:ext uri="{FF2B5EF4-FFF2-40B4-BE49-F238E27FC236}">
                <a16:creationId xmlns:a16="http://schemas.microsoft.com/office/drawing/2014/main" id="{04CEBF09-21C9-78FF-1CA7-20A56F00FEB6}"/>
              </a:ext>
            </a:extLst>
          </p:cNvPr>
          <p:cNvSpPr txBox="1"/>
          <p:nvPr/>
        </p:nvSpPr>
        <p:spPr>
          <a:xfrm>
            <a:off x="130222" y="6012782"/>
            <a:ext cx="11863348" cy="715089"/>
          </a:xfrm>
          <a:prstGeom prst="roundRect">
            <a:avLst/>
          </a:prstGeom>
          <a:solidFill>
            <a:srgbClr val="EB602B">
              <a:alpha val="29804"/>
            </a:srgbClr>
          </a:solidFill>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fontAlgn="base"/>
            <a:r>
              <a:rPr lang="en-AU" b="1"/>
              <a:t>Goal: There is a need of better regulation and tool/framework to fight against this exponential, fast-evolving situation</a:t>
            </a:r>
            <a:r>
              <a:rPr lang="en-US"/>
              <a:t>​</a:t>
            </a:r>
          </a:p>
        </p:txBody>
      </p:sp>
      <p:sp>
        <p:nvSpPr>
          <p:cNvPr id="12" name="TextBox 11">
            <a:extLst>
              <a:ext uri="{FF2B5EF4-FFF2-40B4-BE49-F238E27FC236}">
                <a16:creationId xmlns:a16="http://schemas.microsoft.com/office/drawing/2014/main" id="{F720DE42-6C11-486F-F54D-96E85C6A5A3A}"/>
              </a:ext>
            </a:extLst>
          </p:cNvPr>
          <p:cNvSpPr txBox="1"/>
          <p:nvPr/>
        </p:nvSpPr>
        <p:spPr>
          <a:xfrm>
            <a:off x="164326" y="4723201"/>
            <a:ext cx="11863348" cy="1225868"/>
          </a:xfrm>
          <a:prstGeom prst="roundRect">
            <a:avLst/>
          </a:prstGeom>
          <a:solidFill>
            <a:srgbClr val="2EA836">
              <a:alpha val="29804"/>
            </a:srgbClr>
          </a:solidFill>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Clr>
                <a:schemeClr val="tx1"/>
              </a:buClr>
              <a:buFont typeface="Arial" panose="020B0604020202020204" pitchFamily="34" charset="0"/>
              <a:buChar char="•"/>
            </a:pPr>
            <a:r>
              <a:rPr lang="en-AU" sz="1600" b="1"/>
              <a:t>Not aiming for perfection: </a:t>
            </a:r>
            <a:r>
              <a:rPr lang="en-AU" sz="1600"/>
              <a:t>They don’t need to be perfect in order to make people trust</a:t>
            </a:r>
          </a:p>
          <a:p>
            <a:pPr marL="285750" indent="-285750">
              <a:buClr>
                <a:schemeClr val="tx1"/>
              </a:buClr>
              <a:buFont typeface="Arial" panose="020B0604020202020204" pitchFamily="34" charset="0"/>
              <a:buChar char="•"/>
            </a:pPr>
            <a:r>
              <a:rPr lang="en-AU" sz="1600" b="1"/>
              <a:t>One-shot</a:t>
            </a:r>
            <a:r>
              <a:rPr lang="en-AU" sz="1600"/>
              <a:t> and </a:t>
            </a:r>
            <a:r>
              <a:rPr lang="en-AU" sz="1600" b="1"/>
              <a:t>Zero-shot</a:t>
            </a:r>
            <a:r>
              <a:rPr lang="en-AU" sz="1600"/>
              <a:t> approaches are becoming more and more popular​</a:t>
            </a:r>
          </a:p>
          <a:p>
            <a:pPr marL="742950" lvl="1" indent="-285750">
              <a:buClr>
                <a:schemeClr val="tx1"/>
              </a:buClr>
              <a:buFont typeface="Arial" panose="020B0604020202020204" pitchFamily="34" charset="0"/>
              <a:buChar char="•"/>
            </a:pPr>
            <a:r>
              <a:rPr lang="en-AU" sz="1600"/>
              <a:t>i.e. Easy to create deepfakes without complicated setup or advanced technical skill, or not even a lot of reference sound clip from the victims.</a:t>
            </a:r>
          </a:p>
        </p:txBody>
      </p:sp>
    </p:spTree>
    <p:extLst>
      <p:ext uri="{BB962C8B-B14F-4D97-AF65-F5344CB8AC3E}">
        <p14:creationId xmlns:p14="http://schemas.microsoft.com/office/powerpoint/2010/main" val="2622569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decel="5000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decel="5000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1+#ppt_w/2"/>
                                          </p:val>
                                        </p:tav>
                                        <p:tav tm="100000">
                                          <p:val>
                                            <p:strVal val="#ppt_x"/>
                                          </p:val>
                                        </p:tav>
                                      </p:tavLst>
                                    </p:anim>
                                    <p:anim calcmode="lin" valueType="num">
                                      <p:cBhvr additive="base">
                                        <p:cTn id="12" dur="10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p:tgtEl>
                                          <p:spTgt spid="12"/>
                                        </p:tgtEl>
                                        <p:attrNameLst>
                                          <p:attrName>ppt_y</p:attrName>
                                        </p:attrNameLst>
                                      </p:cBhvr>
                                      <p:tavLst>
                                        <p:tav tm="0">
                                          <p:val>
                                            <p:strVal val="#ppt_y+#ppt_h*1.125000"/>
                                          </p:val>
                                        </p:tav>
                                        <p:tav tm="100000">
                                          <p:val>
                                            <p:strVal val="#ppt_y"/>
                                          </p:val>
                                        </p:tav>
                                      </p:tavLst>
                                    </p:anim>
                                    <p:animEffect transition="in" filter="wipe(up)">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p:tgtEl>
                                          <p:spTgt spid="20"/>
                                        </p:tgtEl>
                                        <p:attrNameLst>
                                          <p:attrName>ppt_y</p:attrName>
                                        </p:attrNameLst>
                                      </p:cBhvr>
                                      <p:tavLst>
                                        <p:tav tm="0">
                                          <p:val>
                                            <p:strVal val="#ppt_y+#ppt_h*1.125000"/>
                                          </p:val>
                                        </p:tav>
                                        <p:tav tm="100000">
                                          <p:val>
                                            <p:strVal val="#ppt_y"/>
                                          </p:val>
                                        </p:tav>
                                      </p:tavLst>
                                    </p:anim>
                                    <p:animEffect transition="in" filter="wipe(up)">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2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582D3-A2F6-E2A5-79E9-A606E1E8D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1CBEE-FE9C-AC23-3457-93610E79D092}"/>
              </a:ext>
            </a:extLst>
          </p:cNvPr>
          <p:cNvSpPr>
            <a:spLocks noGrp="1"/>
          </p:cNvSpPr>
          <p:nvPr>
            <p:ph type="title"/>
          </p:nvPr>
        </p:nvSpPr>
        <p:spPr/>
        <p:txBody>
          <a:bodyPr/>
          <a:lstStyle/>
          <a:p>
            <a:r>
              <a:rPr lang="en-US"/>
              <a:t>State-of-the-art Deepfake Generation</a:t>
            </a:r>
          </a:p>
        </p:txBody>
      </p:sp>
      <p:sp>
        <p:nvSpPr>
          <p:cNvPr id="3" name="Text Placeholder 2">
            <a:extLst>
              <a:ext uri="{FF2B5EF4-FFF2-40B4-BE49-F238E27FC236}">
                <a16:creationId xmlns:a16="http://schemas.microsoft.com/office/drawing/2014/main" id="{6450ED83-650A-0A5E-B7BB-DB8A93FF2D64}"/>
              </a:ext>
            </a:extLst>
          </p:cNvPr>
          <p:cNvSpPr>
            <a:spLocks noGrp="1"/>
          </p:cNvSpPr>
          <p:nvPr>
            <p:ph type="body" sz="quarter" idx="10"/>
          </p:nvPr>
        </p:nvSpPr>
        <p:spPr>
          <a:xfrm>
            <a:off x="1487488" y="3113744"/>
            <a:ext cx="9976518" cy="2043451"/>
          </a:xfrm>
        </p:spPr>
        <p:txBody>
          <a:bodyPr/>
          <a:lstStyle/>
          <a:p>
            <a:pPr marL="457200" indent="-457200">
              <a:buFont typeface="Arial" panose="020B0604020202020204" pitchFamily="34" charset="0"/>
              <a:buChar char="•"/>
            </a:pPr>
            <a:r>
              <a:rPr lang="en-US"/>
              <a:t>Background</a:t>
            </a:r>
            <a:r>
              <a:rPr lang="en-US" b="1"/>
              <a:t>                </a:t>
            </a:r>
          </a:p>
          <a:p>
            <a:pPr marL="457200" indent="-457200">
              <a:buFont typeface="Arial" panose="020B0604020202020204" pitchFamily="34" charset="0"/>
              <a:buChar char="•"/>
            </a:pPr>
            <a:r>
              <a:rPr lang="en-US"/>
              <a:t>Generation </a:t>
            </a:r>
            <a:r>
              <a:rPr lang="en-US">
                <a:sym typeface="Wingdings" pitchFamily="2" charset="2"/>
              </a:rPr>
              <a:t> Audio </a:t>
            </a:r>
          </a:p>
          <a:p>
            <a:pPr marL="457200" indent="-457200">
              <a:buFont typeface="Arial" panose="020B0604020202020204" pitchFamily="34" charset="0"/>
              <a:buChar char="•"/>
            </a:pPr>
            <a:r>
              <a:rPr lang="en-US"/>
              <a:t>Generation </a:t>
            </a:r>
            <a:r>
              <a:rPr lang="en-US">
                <a:sym typeface="Wingdings" pitchFamily="2" charset="2"/>
              </a:rPr>
              <a:t> Image</a:t>
            </a:r>
          </a:p>
          <a:p>
            <a:pPr marL="457200" indent="-457200">
              <a:buFont typeface="Arial" panose="020B0604020202020204" pitchFamily="34" charset="0"/>
              <a:buChar char="•"/>
            </a:pPr>
            <a:r>
              <a:rPr lang="en-US"/>
              <a:t>Generation </a:t>
            </a:r>
            <a:r>
              <a:rPr lang="en-US">
                <a:sym typeface="Wingdings" pitchFamily="2" charset="2"/>
              </a:rPr>
              <a:t> Video </a:t>
            </a:r>
            <a:endParaRPr lang="en-US"/>
          </a:p>
        </p:txBody>
      </p:sp>
      <p:sp>
        <p:nvSpPr>
          <p:cNvPr id="5" name="Right Arrow 4">
            <a:extLst>
              <a:ext uri="{FF2B5EF4-FFF2-40B4-BE49-F238E27FC236}">
                <a16:creationId xmlns:a16="http://schemas.microsoft.com/office/drawing/2014/main" id="{40C2D837-22DE-CADF-F2C3-514A882A5202}"/>
              </a:ext>
            </a:extLst>
          </p:cNvPr>
          <p:cNvSpPr/>
          <p:nvPr/>
        </p:nvSpPr>
        <p:spPr>
          <a:xfrm>
            <a:off x="81627" y="3573016"/>
            <a:ext cx="1292734" cy="432048"/>
          </a:xfrm>
          <a:prstGeom prst="rightArrow">
            <a:avLst/>
          </a:prstGeom>
          <a:solidFill>
            <a:srgbClr val="2EA836"/>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2828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4.58333E-6 3.7037E-6 L 4.58333E-6 0.07361 " pathEditMode="relative" rAng="0" ptsTypes="AA">
                                      <p:cBhvr>
                                        <p:cTn id="6" dur="500" fill="hold"/>
                                        <p:tgtEl>
                                          <p:spTgt spid="5"/>
                                        </p:tgtEl>
                                        <p:attrNameLst>
                                          <p:attrName>ppt_x</p:attrName>
                                          <p:attrName>ppt_y</p:attrName>
                                        </p:attrNameLst>
                                      </p:cBhvr>
                                      <p:rCtr x="0" y="36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BE222-8D29-BC0F-CB5E-4BCBB515CBD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7416424-E5B7-C9A5-2B71-64005B98FC34}"/>
              </a:ext>
            </a:extLst>
          </p:cNvPr>
          <p:cNvSpPr>
            <a:spLocks noGrp="1"/>
          </p:cNvSpPr>
          <p:nvPr>
            <p:ph type="title"/>
          </p:nvPr>
        </p:nvSpPr>
        <p:spPr>
          <a:xfrm>
            <a:off x="119336" y="92075"/>
            <a:ext cx="10801350" cy="469056"/>
          </a:xfrm>
        </p:spPr>
        <p:txBody>
          <a:bodyPr/>
          <a:lstStyle/>
          <a:p>
            <a:r>
              <a:rPr lang="en-AU">
                <a:solidFill>
                  <a:schemeClr val="bg1"/>
                </a:solidFill>
              </a:rPr>
              <a:t>Image Deepfakes </a:t>
            </a:r>
            <a:r>
              <a:rPr lang="en-AU">
                <a:solidFill>
                  <a:schemeClr val="bg1"/>
                </a:solidFill>
                <a:sym typeface="Wingdings" pitchFamily="2" charset="2"/>
              </a:rPr>
              <a:t> Current Approaches </a:t>
            </a:r>
            <a:endParaRPr lang="en-AU">
              <a:solidFill>
                <a:schemeClr val="bg1"/>
              </a:solidFill>
            </a:endParaRPr>
          </a:p>
        </p:txBody>
      </p:sp>
      <p:sp>
        <p:nvSpPr>
          <p:cNvPr id="13" name="Slide Number Placeholder 12">
            <a:extLst>
              <a:ext uri="{FF2B5EF4-FFF2-40B4-BE49-F238E27FC236}">
                <a16:creationId xmlns:a16="http://schemas.microsoft.com/office/drawing/2014/main" id="{D17305BA-CA83-2C8C-C208-1DDD23EEBE36}"/>
              </a:ext>
            </a:extLst>
          </p:cNvPr>
          <p:cNvSpPr>
            <a:spLocks noGrp="1"/>
          </p:cNvSpPr>
          <p:nvPr>
            <p:ph type="sldNum" sz="quarter" idx="18"/>
          </p:nvPr>
        </p:nvSpPr>
        <p:spPr/>
        <p:txBody>
          <a:bodyPr/>
          <a:lstStyle/>
          <a:p>
            <a:fld id="{E917DE0E-AFB1-41FD-BC35-27DB61CA125F}" type="slidenum">
              <a:rPr lang="en-AU" smtClean="0"/>
              <a:pPr/>
              <a:t>20</a:t>
            </a:fld>
            <a:endParaRPr lang="en-AU"/>
          </a:p>
        </p:txBody>
      </p:sp>
      <p:graphicFrame>
        <p:nvGraphicFramePr>
          <p:cNvPr id="4" name="Table 3">
            <a:extLst>
              <a:ext uri="{FF2B5EF4-FFF2-40B4-BE49-F238E27FC236}">
                <a16:creationId xmlns:a16="http://schemas.microsoft.com/office/drawing/2014/main" id="{9928B152-26B8-0EC3-D4C0-6F8D846F28CA}"/>
              </a:ext>
            </a:extLst>
          </p:cNvPr>
          <p:cNvGraphicFramePr>
            <a:graphicFrameLocks noGrp="1"/>
          </p:cNvGraphicFramePr>
          <p:nvPr>
            <p:extLst>
              <p:ext uri="{D42A27DB-BD31-4B8C-83A1-F6EECF244321}">
                <p14:modId xmlns:p14="http://schemas.microsoft.com/office/powerpoint/2010/main" val="4189327233"/>
              </p:ext>
            </p:extLst>
          </p:nvPr>
        </p:nvGraphicFramePr>
        <p:xfrm>
          <a:off x="119336" y="760527"/>
          <a:ext cx="11809311" cy="5821680"/>
        </p:xfrm>
        <a:graphic>
          <a:graphicData uri="http://schemas.openxmlformats.org/drawingml/2006/table">
            <a:tbl>
              <a:tblPr firstRow="1" bandRow="1">
                <a:tableStyleId>{5C22544A-7EE6-4342-B048-85BDC9FD1C3A}</a:tableStyleId>
              </a:tblPr>
              <a:tblGrid>
                <a:gridCol w="2016224">
                  <a:extLst>
                    <a:ext uri="{9D8B030D-6E8A-4147-A177-3AD203B41FA5}">
                      <a16:colId xmlns:a16="http://schemas.microsoft.com/office/drawing/2014/main" val="2175554711"/>
                    </a:ext>
                  </a:extLst>
                </a:gridCol>
                <a:gridCol w="5430011">
                  <a:extLst>
                    <a:ext uri="{9D8B030D-6E8A-4147-A177-3AD203B41FA5}">
                      <a16:colId xmlns:a16="http://schemas.microsoft.com/office/drawing/2014/main" val="2214295636"/>
                    </a:ext>
                  </a:extLst>
                </a:gridCol>
                <a:gridCol w="4363076">
                  <a:extLst>
                    <a:ext uri="{9D8B030D-6E8A-4147-A177-3AD203B41FA5}">
                      <a16:colId xmlns:a16="http://schemas.microsoft.com/office/drawing/2014/main" val="1813699387"/>
                    </a:ext>
                  </a:extLst>
                </a:gridCol>
              </a:tblGrid>
              <a:tr h="335272">
                <a:tc>
                  <a:txBody>
                    <a:bodyPr/>
                    <a:lstStyle/>
                    <a:p>
                      <a:endParaRPr lang="en-US" sz="1600"/>
                    </a:p>
                  </a:txBody>
                  <a:tcPr/>
                </a:tc>
                <a:tc>
                  <a:txBody>
                    <a:bodyPr/>
                    <a:lstStyle/>
                    <a:p>
                      <a:r>
                        <a:rPr lang="en-US" sz="1600"/>
                        <a:t>Face Swap</a:t>
                      </a:r>
                    </a:p>
                  </a:txBody>
                  <a:tcPr/>
                </a:tc>
                <a:tc>
                  <a:txBody>
                    <a:bodyPr/>
                    <a:lstStyle/>
                    <a:p>
                      <a:r>
                        <a:rPr lang="en-US" sz="1600"/>
                        <a:t>Synthetic (Entire image synthetic)</a:t>
                      </a:r>
                    </a:p>
                  </a:txBody>
                  <a:tcPr/>
                </a:tc>
                <a:extLst>
                  <a:ext uri="{0D108BD9-81ED-4DB2-BD59-A6C34878D82A}">
                    <a16:rowId xmlns:a16="http://schemas.microsoft.com/office/drawing/2014/main" val="806559084"/>
                  </a:ext>
                </a:extLst>
              </a:tr>
              <a:tr h="564616">
                <a:tc>
                  <a:txBody>
                    <a:bodyPr/>
                    <a:lstStyle/>
                    <a:p>
                      <a:r>
                        <a:rPr lang="en-US" sz="1600" b="1"/>
                        <a:t>Strength</a:t>
                      </a:r>
                    </a:p>
                  </a:txBody>
                  <a:tcPr/>
                </a:tc>
                <a:tc>
                  <a:txBody>
                    <a:bodyPr/>
                    <a:lstStyle/>
                    <a:p>
                      <a:pPr marL="8550" lvl="0" indent="-285750">
                        <a:buFont typeface="Arial" panose="020B0604020202020204" pitchFamily="34" charset="0"/>
                        <a:buChar char="•"/>
                      </a:pPr>
                      <a:r>
                        <a:rPr lang="en-AU" sz="1600"/>
                        <a:t>Easy to approach</a:t>
                      </a:r>
                    </a:p>
                    <a:p>
                      <a:pPr marL="8550" lvl="0" indent="-285750">
                        <a:buFont typeface="Arial" panose="020B0604020202020204" pitchFamily="34" charset="0"/>
                        <a:buChar char="•"/>
                      </a:pPr>
                      <a:r>
                        <a:rPr lang="en-AU" sz="1600"/>
                        <a:t>Only need to focus on face, other elements can be reused[36]</a:t>
                      </a:r>
                    </a:p>
                  </a:txBody>
                  <a:tcPr/>
                </a:tc>
                <a:tc>
                  <a:txBody>
                    <a:bodyPr/>
                    <a:lstStyle/>
                    <a:p>
                      <a:pPr marL="8550" lvl="0" indent="-285750">
                        <a:buFont typeface="Arial" panose="020B0604020202020204" pitchFamily="34" charset="0"/>
                        <a:buChar char="•"/>
                      </a:pPr>
                      <a:r>
                        <a:rPr lang="en-AU" sz="1600"/>
                        <a:t>Generated with no to little source</a:t>
                      </a:r>
                    </a:p>
                    <a:p>
                      <a:pPr marL="8550" lvl="0" indent="-285750">
                        <a:buFont typeface="Arial" panose="020B0604020202020204" pitchFamily="34" charset="0"/>
                        <a:buChar char="•"/>
                      </a:pPr>
                      <a:r>
                        <a:rPr lang="en-AU" sz="1600"/>
                        <a:t>Flexible scene, pose, clothing style</a:t>
                      </a:r>
                    </a:p>
                  </a:txBody>
                  <a:tcPr/>
                </a:tc>
                <a:extLst>
                  <a:ext uri="{0D108BD9-81ED-4DB2-BD59-A6C34878D82A}">
                    <a16:rowId xmlns:a16="http://schemas.microsoft.com/office/drawing/2014/main" val="1320086476"/>
                  </a:ext>
                </a:extLst>
              </a:tr>
              <a:tr h="564616">
                <a:tc>
                  <a:txBody>
                    <a:bodyPr/>
                    <a:lstStyle/>
                    <a:p>
                      <a:r>
                        <a:rPr lang="en-US" sz="1600" b="1"/>
                        <a:t>Limitation(s)</a:t>
                      </a:r>
                    </a:p>
                  </a:txBody>
                  <a:tcPr/>
                </a:tc>
                <a:tc>
                  <a:txBody>
                    <a:bodyPr/>
                    <a:lstStyle/>
                    <a:p>
                      <a:pPr marL="8550" lvl="0" indent="-285750">
                        <a:buFont typeface="Arial" panose="020B0604020202020204" pitchFamily="34" charset="0"/>
                        <a:buChar char="•"/>
                      </a:pPr>
                      <a:r>
                        <a:rPr lang="en-AU" sz="1600"/>
                        <a:t>Clear source and target are required</a:t>
                      </a:r>
                    </a:p>
                    <a:p>
                      <a:pPr marL="8550" lvl="0" indent="-285750">
                        <a:buFont typeface="Arial" panose="020B0604020202020204" pitchFamily="34" charset="0"/>
                        <a:buChar char="•"/>
                      </a:pPr>
                      <a:r>
                        <a:rPr lang="en-AU" sz="1600"/>
                        <a:t>Can be difficult to get consistent output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a:solidFill>
                            <a:srgbClr val="222222"/>
                          </a:solidFill>
                          <a:ea typeface="Arial"/>
                          <a:cs typeface="Arial"/>
                        </a:rPr>
                        <a:t>No Identity or details since the “person” (victim) does not exist directly</a:t>
                      </a:r>
                    </a:p>
                  </a:txBody>
                  <a:tcPr/>
                </a:tc>
                <a:extLst>
                  <a:ext uri="{0D108BD9-81ED-4DB2-BD59-A6C34878D82A}">
                    <a16:rowId xmlns:a16="http://schemas.microsoft.com/office/drawing/2014/main" val="2578120289"/>
                  </a:ext>
                </a:extLst>
              </a:tr>
              <a:tr h="1029595">
                <a:tc>
                  <a:txBody>
                    <a:bodyPr/>
                    <a:lstStyle/>
                    <a:p>
                      <a:r>
                        <a:rPr lang="en-US" sz="1600" b="1"/>
                        <a:t>Common Use Cases</a:t>
                      </a:r>
                    </a:p>
                  </a:txBody>
                  <a:tcPr/>
                </a:tc>
                <a:tc>
                  <a:txBody>
                    <a:bodyPr/>
                    <a:lstStyle/>
                    <a:p>
                      <a:pPr marL="8550" lvl="0" indent="-285750">
                        <a:buFont typeface="Arial" panose="020B0604020202020204" pitchFamily="34" charset="0"/>
                        <a:buChar char="•"/>
                      </a:pPr>
                      <a:r>
                        <a:rPr lang="en-AU" sz="1600">
                          <a:ea typeface="Arial"/>
                          <a:cs typeface="Arial"/>
                        </a:rPr>
                        <a:t>non-consensual imagery</a:t>
                      </a:r>
                    </a:p>
                    <a:p>
                      <a:pPr marL="8550" lvl="0" indent="-285750">
                        <a:buFont typeface="Arial" panose="020B0604020202020204" pitchFamily="34" charset="0"/>
                        <a:buChar char="•"/>
                      </a:pPr>
                      <a:r>
                        <a:rPr lang="en-AU" sz="1600">
                          <a:ea typeface="Arial"/>
                          <a:cs typeface="Arial"/>
                        </a:rPr>
                        <a:t>Impersonation</a:t>
                      </a:r>
                    </a:p>
                    <a:p>
                      <a:pPr marL="8550" lvl="0" indent="-285750">
                        <a:buFont typeface="Arial" panose="020B0604020202020204" pitchFamily="34" charset="0"/>
                        <a:buChar char="•"/>
                      </a:pPr>
                      <a:r>
                        <a:rPr lang="en-AU" sz="1600"/>
                        <a:t>Fraud</a:t>
                      </a:r>
                    </a:p>
                    <a:p>
                      <a:pPr marL="8550" lvl="0" indent="-285750">
                        <a:buFont typeface="Arial" panose="020B0604020202020204" pitchFamily="34" charset="0"/>
                        <a:buChar char="•"/>
                      </a:pPr>
                      <a:r>
                        <a:rPr lang="en-AU" sz="1600">
                          <a:ea typeface="Arial"/>
                          <a:cs typeface="Arial"/>
                        </a:rPr>
                        <a:t>Defamation</a:t>
                      </a:r>
                      <a:endParaRPr lang="en-AU" sz="1600"/>
                    </a:p>
                  </a:txBody>
                  <a:tcPr/>
                </a:tc>
                <a:tc>
                  <a:txBody>
                    <a:bodyPr/>
                    <a:lstStyle/>
                    <a:p>
                      <a:pPr marL="8550" lvl="0" indent="-285750">
                        <a:buFont typeface="Arial" panose="020B0604020202020204" pitchFamily="34" charset="0"/>
                        <a:buChar char="•"/>
                      </a:pPr>
                      <a:r>
                        <a:rPr lang="en-AU" sz="1600">
                          <a:solidFill>
                            <a:srgbClr val="222222"/>
                          </a:solidFill>
                          <a:ea typeface="Arial"/>
                          <a:cs typeface="Arial"/>
                        </a:rPr>
                        <a:t>fake profiles</a:t>
                      </a:r>
                    </a:p>
                    <a:p>
                      <a:pPr marL="8550" lvl="0" indent="-285750">
                        <a:buFont typeface="Arial" panose="020B0604020202020204" pitchFamily="34" charset="0"/>
                        <a:buChar char="•"/>
                      </a:pPr>
                      <a:r>
                        <a:rPr lang="en-AU" sz="1600">
                          <a:solidFill>
                            <a:srgbClr val="222222"/>
                          </a:solidFill>
                          <a:ea typeface="Arial"/>
                          <a:cs typeface="Arial"/>
                        </a:rPr>
                        <a:t>fabricated scenes</a:t>
                      </a:r>
                    </a:p>
                    <a:p>
                      <a:pPr marL="8550" lvl="0" indent="-285750">
                        <a:buFont typeface="Arial" panose="020B0604020202020204" pitchFamily="34" charset="0"/>
                        <a:buChar char="•"/>
                      </a:pPr>
                      <a:r>
                        <a:rPr lang="en-AU" sz="1600">
                          <a:solidFill>
                            <a:srgbClr val="222222"/>
                          </a:solidFill>
                          <a:ea typeface="Arial"/>
                          <a:cs typeface="Arial"/>
                        </a:rPr>
                        <a:t>misinformation</a:t>
                      </a:r>
                    </a:p>
                  </a:txBody>
                  <a:tcPr/>
                </a:tc>
                <a:extLst>
                  <a:ext uri="{0D108BD9-81ED-4DB2-BD59-A6C34878D82A}">
                    <a16:rowId xmlns:a16="http://schemas.microsoft.com/office/drawing/2014/main" val="3870763864"/>
                  </a:ext>
                </a:extLst>
              </a:tr>
              <a:tr h="2889508">
                <a:tc>
                  <a:txBody>
                    <a:bodyPr/>
                    <a:lstStyle/>
                    <a:p>
                      <a:r>
                        <a:rPr lang="en-US" sz="1600" b="1"/>
                        <a:t>Produced Output[8][9]:</a:t>
                      </a:r>
                    </a:p>
                  </a:txBody>
                  <a:tcPr/>
                </a:tc>
                <a:tc>
                  <a:txBody>
                    <a:bodyPr/>
                    <a:lstStyle/>
                    <a:p>
                      <a:endParaRPr lang="en-US" sz="1600"/>
                    </a:p>
                    <a:p>
                      <a:endParaRPr lang="en-US" sz="1600"/>
                    </a:p>
                    <a:p>
                      <a:endParaRPr lang="en-US" sz="1600"/>
                    </a:p>
                    <a:p>
                      <a:endParaRPr lang="en-US" sz="1600"/>
                    </a:p>
                    <a:p>
                      <a:endParaRPr lang="en-US" sz="1600"/>
                    </a:p>
                    <a:p>
                      <a:endParaRPr lang="en-US" sz="1600"/>
                    </a:p>
                    <a:p>
                      <a:endParaRPr lang="en-US" sz="1600"/>
                    </a:p>
                    <a:p>
                      <a:endParaRPr lang="en-US" sz="1600"/>
                    </a:p>
                    <a:p>
                      <a:endParaRPr lang="en-US" sz="1600"/>
                    </a:p>
                    <a:p>
                      <a:endParaRPr lang="en-US" sz="1600"/>
                    </a:p>
                    <a:p>
                      <a:endParaRPr lang="en-US" sz="1600"/>
                    </a:p>
                    <a:p>
                      <a:endParaRPr lang="en-US" sz="1600"/>
                    </a:p>
                  </a:txBody>
                  <a:tcPr/>
                </a:tc>
                <a:tc>
                  <a:txBody>
                    <a:bodyPr/>
                    <a:lstStyle/>
                    <a:p>
                      <a:r>
                        <a:rPr lang="en-US" sz="1600" dirty="0"/>
                        <a:t>[9]</a:t>
                      </a:r>
                    </a:p>
                  </a:txBody>
                  <a:tcPr/>
                </a:tc>
                <a:extLst>
                  <a:ext uri="{0D108BD9-81ED-4DB2-BD59-A6C34878D82A}">
                    <a16:rowId xmlns:a16="http://schemas.microsoft.com/office/drawing/2014/main" val="1085889611"/>
                  </a:ext>
                </a:extLst>
              </a:tr>
            </a:tbl>
          </a:graphicData>
        </a:graphic>
      </p:graphicFrame>
      <p:pic>
        <p:nvPicPr>
          <p:cNvPr id="9" name="Picture 8">
            <a:extLst>
              <a:ext uri="{FF2B5EF4-FFF2-40B4-BE49-F238E27FC236}">
                <a16:creationId xmlns:a16="http://schemas.microsoft.com/office/drawing/2014/main" id="{00948FDE-06ED-0747-875C-559CD009D5F4}"/>
              </a:ext>
            </a:extLst>
          </p:cNvPr>
          <p:cNvPicPr>
            <a:picLocks noChangeAspect="1"/>
          </p:cNvPicPr>
          <p:nvPr/>
        </p:nvPicPr>
        <p:blipFill>
          <a:blip r:embed="rId3"/>
          <a:stretch>
            <a:fillRect/>
          </a:stretch>
        </p:blipFill>
        <p:spPr>
          <a:xfrm>
            <a:off x="7871719" y="3788277"/>
            <a:ext cx="3336849" cy="2553711"/>
          </a:xfrm>
          <a:prstGeom prst="rect">
            <a:avLst/>
          </a:prstGeom>
        </p:spPr>
      </p:pic>
      <p:sp>
        <p:nvSpPr>
          <p:cNvPr id="16" name="TextBox 15">
            <a:extLst>
              <a:ext uri="{FF2B5EF4-FFF2-40B4-BE49-F238E27FC236}">
                <a16:creationId xmlns:a16="http://schemas.microsoft.com/office/drawing/2014/main" id="{F7AFB77F-2EF3-E6DA-BD47-63C10062E7C1}"/>
              </a:ext>
            </a:extLst>
          </p:cNvPr>
          <p:cNvSpPr txBox="1"/>
          <p:nvPr/>
        </p:nvSpPr>
        <p:spPr>
          <a:xfrm>
            <a:off x="119336" y="6205392"/>
            <a:ext cx="11205398" cy="707886"/>
          </a:xfrm>
          <a:prstGeom prst="rect">
            <a:avLst/>
          </a:prstGeom>
          <a:noFill/>
        </p:spPr>
        <p:txBody>
          <a:bodyPr wrap="square" rtlCol="0">
            <a:spAutoFit/>
          </a:bodyPr>
          <a:lstStyle/>
          <a:p>
            <a:pPr>
              <a:defRPr/>
            </a:pPr>
            <a:r>
              <a:rPr lang="en-AU" sz="1000"/>
              <a:t>[8]</a:t>
            </a:r>
            <a:r>
              <a:rPr lang="en-AU" sz="1000">
                <a:hlinkClick r:id="rId4"/>
              </a:rPr>
              <a:t>https://github.com/facefusion/facefusion</a:t>
            </a:r>
            <a:endParaRPr lang="en-AU" sz="1000"/>
          </a:p>
          <a:p>
            <a:pPr lvl="0">
              <a:defRPr/>
            </a:pPr>
            <a:r>
              <a:rPr lang="en-AU" sz="1000"/>
              <a:t>[9] </a:t>
            </a:r>
            <a:r>
              <a:rPr lang="en-AU" sz="1000">
                <a:hlinkClick r:id="rId5"/>
              </a:rPr>
              <a:t>https://github.com/TencentARC/PhotoMaker</a:t>
            </a:r>
            <a:endParaRPr lang="en-AU" sz="1000"/>
          </a:p>
          <a:p>
            <a:r>
              <a:rPr lang="en-AU" sz="1000"/>
              <a:t>[36] W. Zhao, Y. Rao, W. Shi, Z. Liu, J. Zhou, and J. Lu, “</a:t>
            </a:r>
            <a:r>
              <a:rPr lang="en-AU" sz="1000" err="1"/>
              <a:t>DiffSwap</a:t>
            </a:r>
            <a:r>
              <a:rPr lang="en-AU" sz="1000"/>
              <a:t>: High-Fidelity and Controllable Face Swapping via 3D-Aware Masked Diffusion,” in 2023 IEEE/CVF Conference on Computer Vision and Pattern Recognition (CVPR), Vancouver, BC, Canada: IEEE, Jun. 2023, pp. 8568–8577. </a:t>
            </a:r>
            <a:r>
              <a:rPr lang="en-AU" sz="1000" err="1"/>
              <a:t>doi</a:t>
            </a:r>
            <a:r>
              <a:rPr lang="en-AU" sz="1000"/>
              <a:t>: 10.1109/CVPR52729.2023.00828</a:t>
            </a:r>
          </a:p>
        </p:txBody>
      </p:sp>
      <p:grpSp>
        <p:nvGrpSpPr>
          <p:cNvPr id="17" name="Group 16">
            <a:extLst>
              <a:ext uri="{FF2B5EF4-FFF2-40B4-BE49-F238E27FC236}">
                <a16:creationId xmlns:a16="http://schemas.microsoft.com/office/drawing/2014/main" id="{EFDD07B9-8DD0-1CA2-78E2-8BC49A52E179}"/>
              </a:ext>
            </a:extLst>
          </p:cNvPr>
          <p:cNvGrpSpPr/>
          <p:nvPr/>
        </p:nvGrpSpPr>
        <p:grpSpPr>
          <a:xfrm>
            <a:off x="2267769" y="3637721"/>
            <a:ext cx="5213963" cy="2633026"/>
            <a:chOff x="-113332" y="1322125"/>
            <a:chExt cx="8611100" cy="4380893"/>
          </a:xfrm>
        </p:grpSpPr>
        <p:pic>
          <p:nvPicPr>
            <p:cNvPr id="18" name="Picture 17">
              <a:extLst>
                <a:ext uri="{FF2B5EF4-FFF2-40B4-BE49-F238E27FC236}">
                  <a16:creationId xmlns:a16="http://schemas.microsoft.com/office/drawing/2014/main" id="{1C9443F1-183C-8527-A449-B7B92C3F28F5}"/>
                </a:ext>
              </a:extLst>
            </p:cNvPr>
            <p:cNvPicPr>
              <a:picLocks noChangeAspect="1"/>
            </p:cNvPicPr>
            <p:nvPr/>
          </p:nvPicPr>
          <p:blipFill>
            <a:blip r:embed="rId6"/>
            <a:stretch>
              <a:fillRect/>
            </a:stretch>
          </p:blipFill>
          <p:spPr>
            <a:xfrm>
              <a:off x="4078683" y="2391878"/>
              <a:ext cx="2246289" cy="1719098"/>
            </a:xfrm>
            <a:prstGeom prst="rect">
              <a:avLst/>
            </a:prstGeom>
          </p:spPr>
        </p:pic>
        <p:pic>
          <p:nvPicPr>
            <p:cNvPr id="19" name="Picture 18">
              <a:extLst>
                <a:ext uri="{FF2B5EF4-FFF2-40B4-BE49-F238E27FC236}">
                  <a16:creationId xmlns:a16="http://schemas.microsoft.com/office/drawing/2014/main" id="{AD53326D-DA8B-9ECD-FCD3-24A92AEAEA42}"/>
                </a:ext>
              </a:extLst>
            </p:cNvPr>
            <p:cNvPicPr>
              <a:picLocks noChangeAspect="1"/>
            </p:cNvPicPr>
            <p:nvPr/>
          </p:nvPicPr>
          <p:blipFill>
            <a:blip r:embed="rId7"/>
            <a:stretch>
              <a:fillRect/>
            </a:stretch>
          </p:blipFill>
          <p:spPr>
            <a:xfrm>
              <a:off x="212246" y="1322125"/>
              <a:ext cx="2163134" cy="1655460"/>
            </a:xfrm>
            <a:prstGeom prst="rect">
              <a:avLst/>
            </a:prstGeom>
          </p:spPr>
        </p:pic>
        <p:pic>
          <p:nvPicPr>
            <p:cNvPr id="20" name="Picture 19">
              <a:extLst>
                <a:ext uri="{FF2B5EF4-FFF2-40B4-BE49-F238E27FC236}">
                  <a16:creationId xmlns:a16="http://schemas.microsoft.com/office/drawing/2014/main" id="{AD1FE792-C397-76BB-2603-C95469E48655}"/>
                </a:ext>
              </a:extLst>
            </p:cNvPr>
            <p:cNvPicPr>
              <a:picLocks noChangeAspect="1"/>
            </p:cNvPicPr>
            <p:nvPr/>
          </p:nvPicPr>
          <p:blipFill>
            <a:blip r:embed="rId8"/>
            <a:stretch>
              <a:fillRect/>
            </a:stretch>
          </p:blipFill>
          <p:spPr>
            <a:xfrm>
              <a:off x="387719" y="3564057"/>
              <a:ext cx="1685077" cy="1850663"/>
            </a:xfrm>
            <a:prstGeom prst="rect">
              <a:avLst/>
            </a:prstGeom>
          </p:spPr>
        </p:pic>
        <p:cxnSp>
          <p:nvCxnSpPr>
            <p:cNvPr id="21" name="Straight Arrow Connector 20">
              <a:extLst>
                <a:ext uri="{FF2B5EF4-FFF2-40B4-BE49-F238E27FC236}">
                  <a16:creationId xmlns:a16="http://schemas.microsoft.com/office/drawing/2014/main" id="{F63B4C9D-D1B3-D3DA-86BB-C9C231E7A392}"/>
                </a:ext>
              </a:extLst>
            </p:cNvPr>
            <p:cNvCxnSpPr>
              <a:cxnSpLocks/>
              <a:stCxn id="19" idx="3"/>
              <a:endCxn id="18" idx="1"/>
            </p:cNvCxnSpPr>
            <p:nvPr/>
          </p:nvCxnSpPr>
          <p:spPr>
            <a:xfrm>
              <a:off x="2375381" y="2149856"/>
              <a:ext cx="1703302" cy="1101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D4D3F47-1C0C-8C32-4FA5-152620F471DA}"/>
                </a:ext>
              </a:extLst>
            </p:cNvPr>
            <p:cNvCxnSpPr>
              <a:cxnSpLocks/>
              <a:stCxn id="20" idx="3"/>
              <a:endCxn id="18" idx="1"/>
            </p:cNvCxnSpPr>
            <p:nvPr/>
          </p:nvCxnSpPr>
          <p:spPr>
            <a:xfrm flipV="1">
              <a:off x="2072796" y="3251428"/>
              <a:ext cx="2005887" cy="1237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E0C7144-736C-FCF4-3F18-7D4E3557455D}"/>
                </a:ext>
              </a:extLst>
            </p:cNvPr>
            <p:cNvSpPr txBox="1"/>
            <p:nvPr/>
          </p:nvSpPr>
          <p:spPr>
            <a:xfrm>
              <a:off x="-113332" y="2914260"/>
              <a:ext cx="1685077" cy="369332"/>
            </a:xfrm>
            <a:prstGeom prst="rect">
              <a:avLst/>
            </a:prstGeom>
            <a:noFill/>
          </p:spPr>
          <p:txBody>
            <a:bodyPr wrap="none" rtlCol="0">
              <a:spAutoFit/>
            </a:bodyPr>
            <a:lstStyle/>
            <a:p>
              <a:r>
                <a:rPr lang="en-US"/>
                <a:t>Original Image</a:t>
              </a:r>
            </a:p>
          </p:txBody>
        </p:sp>
        <p:sp>
          <p:nvSpPr>
            <p:cNvPr id="24" name="TextBox 23">
              <a:extLst>
                <a:ext uri="{FF2B5EF4-FFF2-40B4-BE49-F238E27FC236}">
                  <a16:creationId xmlns:a16="http://schemas.microsoft.com/office/drawing/2014/main" id="{73E8EB2B-ECAD-154D-007F-59EDA7AD68CF}"/>
                </a:ext>
              </a:extLst>
            </p:cNvPr>
            <p:cNvSpPr txBox="1"/>
            <p:nvPr/>
          </p:nvSpPr>
          <p:spPr>
            <a:xfrm>
              <a:off x="230266" y="5333686"/>
              <a:ext cx="1385958" cy="369332"/>
            </a:xfrm>
            <a:prstGeom prst="rect">
              <a:avLst/>
            </a:prstGeom>
            <a:noFill/>
          </p:spPr>
          <p:txBody>
            <a:bodyPr wrap="none" rtlCol="0">
              <a:spAutoFit/>
            </a:bodyPr>
            <a:lstStyle/>
            <a:p>
              <a:r>
                <a:rPr lang="en-US"/>
                <a:t>Victim Face</a:t>
              </a:r>
            </a:p>
          </p:txBody>
        </p:sp>
        <p:sp>
          <p:nvSpPr>
            <p:cNvPr id="25" name="TextBox 24">
              <a:extLst>
                <a:ext uri="{FF2B5EF4-FFF2-40B4-BE49-F238E27FC236}">
                  <a16:creationId xmlns:a16="http://schemas.microsoft.com/office/drawing/2014/main" id="{0F9DB1E4-6AEA-F347-FD5D-09FFD70335A1}"/>
                </a:ext>
              </a:extLst>
            </p:cNvPr>
            <p:cNvSpPr txBox="1"/>
            <p:nvPr/>
          </p:nvSpPr>
          <p:spPr>
            <a:xfrm>
              <a:off x="3076584" y="4067976"/>
              <a:ext cx="5421184" cy="679297"/>
            </a:xfrm>
            <a:prstGeom prst="rect">
              <a:avLst/>
            </a:prstGeom>
            <a:noFill/>
          </p:spPr>
          <p:txBody>
            <a:bodyPr wrap="square" rtlCol="0">
              <a:spAutoFit/>
            </a:bodyPr>
            <a:lstStyle/>
            <a:p>
              <a:r>
                <a:rPr lang="en-US" sz="900" dirty="0"/>
                <a:t>Face Swap</a:t>
              </a:r>
            </a:p>
            <a:p>
              <a:r>
                <a:rPr lang="en-US" sz="900" dirty="0"/>
                <a:t>(Created with </a:t>
              </a:r>
              <a:r>
                <a:rPr lang="en-US" sz="900" dirty="0" err="1"/>
                <a:t>FaceFusion</a:t>
              </a:r>
              <a:r>
                <a:rPr lang="en-US" sz="900" dirty="0"/>
                <a:t>[8])</a:t>
              </a:r>
            </a:p>
          </p:txBody>
        </p:sp>
      </p:grpSp>
    </p:spTree>
    <p:extLst>
      <p:ext uri="{BB962C8B-B14F-4D97-AF65-F5344CB8AC3E}">
        <p14:creationId xmlns:p14="http://schemas.microsoft.com/office/powerpoint/2010/main" val="319649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2B477-1399-CB5B-0598-679A6AC94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65FE1-1B92-7956-B427-5FCF12CED690}"/>
              </a:ext>
            </a:extLst>
          </p:cNvPr>
          <p:cNvSpPr>
            <a:spLocks noGrp="1"/>
          </p:cNvSpPr>
          <p:nvPr>
            <p:ph type="title"/>
          </p:nvPr>
        </p:nvSpPr>
        <p:spPr/>
        <p:txBody>
          <a:bodyPr/>
          <a:lstStyle/>
          <a:p>
            <a:r>
              <a:rPr lang="en-US"/>
              <a:t>State-of-the-art Deepfake Generation</a:t>
            </a:r>
          </a:p>
        </p:txBody>
      </p:sp>
      <p:sp>
        <p:nvSpPr>
          <p:cNvPr id="3" name="Text Placeholder 2">
            <a:extLst>
              <a:ext uri="{FF2B5EF4-FFF2-40B4-BE49-F238E27FC236}">
                <a16:creationId xmlns:a16="http://schemas.microsoft.com/office/drawing/2014/main" id="{C649F47D-E00A-2A9F-DE36-58A5D5614E32}"/>
              </a:ext>
            </a:extLst>
          </p:cNvPr>
          <p:cNvSpPr>
            <a:spLocks noGrp="1"/>
          </p:cNvSpPr>
          <p:nvPr>
            <p:ph type="body" sz="quarter" idx="10"/>
          </p:nvPr>
        </p:nvSpPr>
        <p:spPr>
          <a:xfrm>
            <a:off x="1487488" y="3113744"/>
            <a:ext cx="9976518" cy="2043451"/>
          </a:xfrm>
        </p:spPr>
        <p:txBody>
          <a:bodyPr/>
          <a:lstStyle/>
          <a:p>
            <a:pPr marL="457200" indent="-457200">
              <a:buFont typeface="Arial" panose="020B0604020202020204" pitchFamily="34" charset="0"/>
              <a:buChar char="•"/>
            </a:pPr>
            <a:r>
              <a:rPr lang="en-US"/>
              <a:t>Background</a:t>
            </a:r>
            <a:r>
              <a:rPr lang="en-US" b="1"/>
              <a:t>                </a:t>
            </a:r>
          </a:p>
          <a:p>
            <a:pPr marL="457200" indent="-457200">
              <a:buFont typeface="Arial" panose="020B0604020202020204" pitchFamily="34" charset="0"/>
              <a:buChar char="•"/>
            </a:pPr>
            <a:r>
              <a:rPr lang="en-US"/>
              <a:t>Generation </a:t>
            </a:r>
            <a:r>
              <a:rPr lang="en-US">
                <a:sym typeface="Wingdings" pitchFamily="2" charset="2"/>
              </a:rPr>
              <a:t> Audio </a:t>
            </a:r>
          </a:p>
          <a:p>
            <a:pPr marL="457200" indent="-457200">
              <a:buFont typeface="Arial" panose="020B0604020202020204" pitchFamily="34" charset="0"/>
              <a:buChar char="•"/>
            </a:pPr>
            <a:r>
              <a:rPr lang="en-US"/>
              <a:t>Generation </a:t>
            </a:r>
            <a:r>
              <a:rPr lang="en-US">
                <a:sym typeface="Wingdings" pitchFamily="2" charset="2"/>
              </a:rPr>
              <a:t> Image</a:t>
            </a:r>
          </a:p>
          <a:p>
            <a:pPr marL="457200" indent="-457200">
              <a:buFont typeface="Arial" panose="020B0604020202020204" pitchFamily="34" charset="0"/>
              <a:buChar char="•"/>
            </a:pPr>
            <a:r>
              <a:rPr lang="en-US"/>
              <a:t>Generation </a:t>
            </a:r>
            <a:r>
              <a:rPr lang="en-US">
                <a:sym typeface="Wingdings" pitchFamily="2" charset="2"/>
              </a:rPr>
              <a:t> Video </a:t>
            </a:r>
            <a:endParaRPr lang="en-US"/>
          </a:p>
        </p:txBody>
      </p:sp>
      <p:sp>
        <p:nvSpPr>
          <p:cNvPr id="5" name="Right Arrow 4">
            <a:extLst>
              <a:ext uri="{FF2B5EF4-FFF2-40B4-BE49-F238E27FC236}">
                <a16:creationId xmlns:a16="http://schemas.microsoft.com/office/drawing/2014/main" id="{229DC591-3B04-4030-2F8F-C05F0F2089C7}"/>
              </a:ext>
            </a:extLst>
          </p:cNvPr>
          <p:cNvSpPr/>
          <p:nvPr/>
        </p:nvSpPr>
        <p:spPr>
          <a:xfrm>
            <a:off x="81627" y="4077072"/>
            <a:ext cx="1292734" cy="432048"/>
          </a:xfrm>
          <a:prstGeom prst="rightArrow">
            <a:avLst/>
          </a:prstGeom>
          <a:solidFill>
            <a:srgbClr val="2EA836"/>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58366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4.58333E-6 4.07407E-6 L 4.58333E-6 0.07361 " pathEditMode="relative" rAng="0" ptsTypes="AA">
                                      <p:cBhvr>
                                        <p:cTn id="6" dur="500" fill="hold"/>
                                        <p:tgtEl>
                                          <p:spTgt spid="5"/>
                                        </p:tgtEl>
                                        <p:attrNameLst>
                                          <p:attrName>ppt_x</p:attrName>
                                          <p:attrName>ppt_y</p:attrName>
                                        </p:attrNameLst>
                                      </p:cBhvr>
                                      <p:rCtr x="0" y="36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ideo Type 1 Comparison">
            <a:extLst>
              <a:ext uri="{FF2B5EF4-FFF2-40B4-BE49-F238E27FC236}">
                <a16:creationId xmlns:a16="http://schemas.microsoft.com/office/drawing/2014/main" id="{50B22468-C966-E5E0-182F-5D1C42B93A45}"/>
              </a:ext>
            </a:extLst>
          </p:cNvPr>
          <p:cNvSpPr>
            <a:spLocks noGrp="1"/>
          </p:cNvSpPr>
          <p:nvPr/>
        </p:nvSpPr>
        <p:spPr>
          <a:xfrm>
            <a:off x="119336" y="710188"/>
            <a:ext cx="9783890" cy="1497611"/>
          </a:xfrm>
          <a:prstGeom prst="roundRect">
            <a:avLst/>
          </a:prstGeom>
          <a:solidFill>
            <a:srgbClr val="DDC9EF">
              <a:alpha val="29804"/>
            </a:srgbClr>
          </a:solidFill>
          <a:ln/>
        </p:spPr>
        <p:style>
          <a:lnRef idx="2">
            <a:schemeClr val="accent1"/>
          </a:lnRef>
          <a:fillRef idx="1">
            <a:schemeClr val="lt1"/>
          </a:fillRef>
          <a:effectRef idx="0">
            <a:schemeClr val="accent1"/>
          </a:effectRef>
          <a:fontRef idx="minor">
            <a:schemeClr val="dk1"/>
          </a:fontRef>
        </p:style>
        <p:txBody>
          <a:bodyPr wrap="square" lIns="0" tIns="0" rIns="0" bIns="0" anchor="t">
            <a:normAutofit lnSpcReduction="10000"/>
          </a:bodyPr>
          <a:lstStyle/>
          <a:p>
            <a:pPr>
              <a:defRPr>
                <a:solidFill>
                  <a:srgbClr val="222222"/>
                </a:solidFill>
                <a:latin typeface="Arial"/>
                <a:ea typeface="Arial"/>
                <a:cs typeface="Arial"/>
              </a:defRPr>
            </a:pPr>
            <a:r>
              <a:rPr lang="en-AU" b="1">
                <a:solidFill>
                  <a:srgbClr val="51247A"/>
                </a:solidFill>
                <a:latin typeface="Arial"/>
                <a:ea typeface="Arial"/>
                <a:cs typeface="Arial"/>
              </a:rPr>
              <a:t>1.  Lip-sync</a:t>
            </a:r>
            <a:endParaRPr lang="en-AU" b="1">
              <a:solidFill>
                <a:srgbClr val="222222"/>
              </a:solidFill>
              <a:latin typeface="Arial"/>
              <a:ea typeface="Arial"/>
              <a:cs typeface="Arial"/>
            </a:endParaRPr>
          </a:p>
          <a:p>
            <a:pPr marL="285750" indent="-285750">
              <a:buFont typeface="Arial" panose="020B0604020202020204" pitchFamily="34" charset="0"/>
              <a:buChar char="•"/>
              <a:defRPr>
                <a:solidFill>
                  <a:srgbClr val="222222"/>
                </a:solidFill>
                <a:latin typeface="Arial"/>
                <a:ea typeface="Arial"/>
                <a:cs typeface="Arial"/>
              </a:defRPr>
            </a:pPr>
            <a:r>
              <a:rPr lang="en-AU" b="1">
                <a:solidFill>
                  <a:srgbClr val="222222"/>
                </a:solidFill>
                <a:latin typeface="Arial"/>
                <a:ea typeface="Arial"/>
                <a:cs typeface="Arial"/>
              </a:rPr>
              <a:t>Strengths: </a:t>
            </a:r>
            <a:r>
              <a:rPr lang="en-AU">
                <a:solidFill>
                  <a:srgbClr val="222222"/>
                </a:solidFill>
                <a:latin typeface="Arial"/>
                <a:ea typeface="Arial"/>
                <a:cs typeface="Arial"/>
              </a:rPr>
              <a:t>Fast to generate, with original scene and body remain [37].</a:t>
            </a:r>
          </a:p>
          <a:p>
            <a:pPr marL="285750" indent="-285750">
              <a:buFont typeface="Arial" panose="020B0604020202020204" pitchFamily="34" charset="0"/>
              <a:buChar char="•"/>
              <a:defRPr>
                <a:solidFill>
                  <a:srgbClr val="222222"/>
                </a:solidFill>
                <a:latin typeface="Arial"/>
                <a:ea typeface="Arial"/>
                <a:cs typeface="Arial"/>
              </a:defRPr>
            </a:pPr>
            <a:r>
              <a:rPr lang="en-AU" b="1">
                <a:solidFill>
                  <a:srgbClr val="222222"/>
                </a:solidFill>
                <a:latin typeface="Arial"/>
                <a:ea typeface="Arial"/>
                <a:cs typeface="Arial"/>
              </a:rPr>
              <a:t>Limitations: </a:t>
            </a:r>
            <a:r>
              <a:rPr lang="en-AU">
                <a:solidFill>
                  <a:srgbClr val="222222"/>
                </a:solidFill>
                <a:latin typeface="Arial"/>
                <a:ea typeface="Arial"/>
                <a:cs typeface="Arial"/>
              </a:rPr>
              <a:t>Emotion, head and body may not match. Side views, teeth and occlusion remain difficult.</a:t>
            </a:r>
          </a:p>
          <a:p>
            <a:pPr marL="285750" indent="-285750">
              <a:buFont typeface="Arial" panose="020B0604020202020204" pitchFamily="34" charset="0"/>
              <a:buChar char="•"/>
              <a:defRPr>
                <a:solidFill>
                  <a:srgbClr val="222222"/>
                </a:solidFill>
                <a:latin typeface="Arial"/>
                <a:ea typeface="Arial"/>
                <a:cs typeface="Arial"/>
              </a:defRPr>
            </a:pPr>
            <a:r>
              <a:rPr lang="en-AU" b="1">
                <a:solidFill>
                  <a:srgbClr val="222222"/>
                </a:solidFill>
                <a:latin typeface="Arial"/>
                <a:ea typeface="Arial"/>
                <a:cs typeface="Arial"/>
              </a:rPr>
              <a:t>Deepfake use: </a:t>
            </a:r>
            <a:r>
              <a:rPr lang="en-AU">
                <a:solidFill>
                  <a:srgbClr val="222222"/>
                </a:solidFill>
                <a:latin typeface="Arial"/>
                <a:ea typeface="Arial"/>
                <a:cs typeface="Arial"/>
              </a:rPr>
              <a:t>fabricated speech.</a:t>
            </a:r>
          </a:p>
        </p:txBody>
      </p:sp>
      <p:sp>
        <p:nvSpPr>
          <p:cNvPr id="10" name="Video Type 1 Comparison">
            <a:extLst>
              <a:ext uri="{FF2B5EF4-FFF2-40B4-BE49-F238E27FC236}">
                <a16:creationId xmlns:a16="http://schemas.microsoft.com/office/drawing/2014/main" id="{2C69D104-F7D8-BEA0-7C67-8573C1F6C2EF}"/>
              </a:ext>
            </a:extLst>
          </p:cNvPr>
          <p:cNvSpPr>
            <a:spLocks noGrp="1"/>
          </p:cNvSpPr>
          <p:nvPr/>
        </p:nvSpPr>
        <p:spPr>
          <a:xfrm>
            <a:off x="119337" y="2479802"/>
            <a:ext cx="9783890" cy="1491147"/>
          </a:xfrm>
          <a:prstGeom prst="roundRect">
            <a:avLst/>
          </a:prstGeom>
          <a:solidFill>
            <a:srgbClr val="DDC9EF">
              <a:alpha val="29804"/>
            </a:srgbClr>
          </a:solidFill>
          <a:ln/>
        </p:spPr>
        <p:style>
          <a:lnRef idx="2">
            <a:schemeClr val="accent1"/>
          </a:lnRef>
          <a:fillRef idx="1">
            <a:schemeClr val="lt1"/>
          </a:fillRef>
          <a:effectRef idx="0">
            <a:schemeClr val="accent1"/>
          </a:effectRef>
          <a:fontRef idx="minor">
            <a:schemeClr val="dk1"/>
          </a:fontRef>
        </p:style>
        <p:txBody>
          <a:bodyPr wrap="square" lIns="0" tIns="0" rIns="0" bIns="0" anchor="t">
            <a:normAutofit/>
          </a:bodyPr>
          <a:lstStyle/>
          <a:p>
            <a:pPr>
              <a:defRPr>
                <a:solidFill>
                  <a:srgbClr val="222222"/>
                </a:solidFill>
                <a:latin typeface="Arial"/>
                <a:ea typeface="Arial"/>
                <a:cs typeface="Arial"/>
              </a:defRPr>
            </a:pPr>
            <a:r>
              <a:rPr lang="en-AU" b="1">
                <a:solidFill>
                  <a:srgbClr val="51247A"/>
                </a:solidFill>
                <a:latin typeface="Arial"/>
                <a:ea typeface="Arial"/>
                <a:cs typeface="Arial"/>
              </a:rPr>
              <a:t>2.  Talking portrait </a:t>
            </a:r>
          </a:p>
          <a:p>
            <a:pPr marL="285750" indent="-285750">
              <a:spcAft>
                <a:spcPts val="8"/>
              </a:spcAft>
              <a:buFont typeface="Arial" panose="020B0604020202020204" pitchFamily="34" charset="0"/>
              <a:buChar char="•"/>
              <a:defRPr>
                <a:solidFill>
                  <a:srgbClr val="222222"/>
                </a:solidFill>
                <a:latin typeface="Arial"/>
                <a:ea typeface="Arial"/>
                <a:cs typeface="Arial"/>
              </a:defRPr>
            </a:pPr>
            <a:r>
              <a:rPr lang="en-AU" b="1">
                <a:solidFill>
                  <a:srgbClr val="222222"/>
                </a:solidFill>
                <a:latin typeface="Arial"/>
                <a:ea typeface="Arial"/>
                <a:cs typeface="Arial"/>
              </a:rPr>
              <a:t>Strengths: </a:t>
            </a:r>
            <a:r>
              <a:rPr lang="en-AU">
                <a:solidFill>
                  <a:srgbClr val="222222"/>
                </a:solidFill>
                <a:latin typeface="Arial"/>
                <a:ea typeface="Arial"/>
                <a:cs typeface="Arial"/>
              </a:rPr>
              <a:t>Speech and head motion from one portrait [38][40]</a:t>
            </a:r>
          </a:p>
          <a:p>
            <a:pPr marL="285750" indent="-285750">
              <a:spcAft>
                <a:spcPts val="8"/>
              </a:spcAft>
              <a:buFont typeface="Arial" panose="020B0604020202020204" pitchFamily="34" charset="0"/>
              <a:buChar char="•"/>
              <a:defRPr>
                <a:solidFill>
                  <a:srgbClr val="222222"/>
                </a:solidFill>
                <a:latin typeface="Arial"/>
                <a:ea typeface="Arial"/>
                <a:cs typeface="Arial"/>
              </a:defRPr>
            </a:pPr>
            <a:r>
              <a:rPr lang="en-AU" b="1">
                <a:solidFill>
                  <a:srgbClr val="222222"/>
                </a:solidFill>
                <a:latin typeface="Arial"/>
                <a:ea typeface="Arial"/>
                <a:cs typeface="Arial"/>
              </a:rPr>
              <a:t>Limitations: </a:t>
            </a:r>
            <a:r>
              <a:rPr lang="en-AU">
                <a:solidFill>
                  <a:srgbClr val="222222"/>
                </a:solidFill>
                <a:latin typeface="Arial"/>
                <a:ea typeface="Arial"/>
                <a:cs typeface="Arial"/>
              </a:rPr>
              <a:t>Eyes, teeth and gaze can drift, long sequences remain difficult [38], [39], [40].</a:t>
            </a:r>
          </a:p>
          <a:p>
            <a:pPr marL="285750" indent="-285750">
              <a:buFont typeface="Arial" panose="020B0604020202020204" pitchFamily="34" charset="0"/>
              <a:buChar char="•"/>
              <a:defRPr>
                <a:solidFill>
                  <a:srgbClr val="222222"/>
                </a:solidFill>
                <a:latin typeface="Arial"/>
                <a:ea typeface="Arial"/>
                <a:cs typeface="Arial"/>
              </a:defRPr>
            </a:pPr>
            <a:r>
              <a:rPr lang="en-AU" b="1">
                <a:solidFill>
                  <a:srgbClr val="222222"/>
                </a:solidFill>
                <a:latin typeface="Arial"/>
                <a:ea typeface="Arial"/>
                <a:cs typeface="Arial"/>
              </a:rPr>
              <a:t>Deepfake use: </a:t>
            </a:r>
            <a:r>
              <a:rPr lang="en-AU">
                <a:solidFill>
                  <a:srgbClr val="222222"/>
                </a:solidFill>
                <a:latin typeface="Arial"/>
                <a:ea typeface="Arial"/>
                <a:cs typeface="Arial"/>
              </a:rPr>
              <a:t>Impersonation and live video-call misuse [40]</a:t>
            </a:r>
          </a:p>
        </p:txBody>
      </p:sp>
      <p:sp>
        <p:nvSpPr>
          <p:cNvPr id="11" name="Video Type 1 Comparison">
            <a:extLst>
              <a:ext uri="{FF2B5EF4-FFF2-40B4-BE49-F238E27FC236}">
                <a16:creationId xmlns:a16="http://schemas.microsoft.com/office/drawing/2014/main" id="{A316B8A3-A5CC-F381-EA7E-3932B71F514C}"/>
              </a:ext>
            </a:extLst>
          </p:cNvPr>
          <p:cNvSpPr>
            <a:spLocks noGrp="1"/>
          </p:cNvSpPr>
          <p:nvPr/>
        </p:nvSpPr>
        <p:spPr>
          <a:xfrm>
            <a:off x="90296" y="4242109"/>
            <a:ext cx="9807717" cy="1491148"/>
          </a:xfrm>
          <a:prstGeom prst="roundRect">
            <a:avLst/>
          </a:prstGeom>
          <a:solidFill>
            <a:srgbClr val="DDC9EF">
              <a:alpha val="29804"/>
            </a:srgbClr>
          </a:solidFill>
          <a:ln/>
        </p:spPr>
        <p:style>
          <a:lnRef idx="2">
            <a:schemeClr val="accent1"/>
          </a:lnRef>
          <a:fillRef idx="1">
            <a:schemeClr val="lt1"/>
          </a:fillRef>
          <a:effectRef idx="0">
            <a:schemeClr val="accent1"/>
          </a:effectRef>
          <a:fontRef idx="minor">
            <a:schemeClr val="dk1"/>
          </a:fontRef>
        </p:style>
        <p:txBody>
          <a:bodyPr wrap="square" lIns="0" tIns="0" rIns="0" bIns="0" anchor="t">
            <a:noAutofit/>
          </a:bodyPr>
          <a:lstStyle/>
          <a:p>
            <a:pPr>
              <a:defRPr>
                <a:solidFill>
                  <a:srgbClr val="222222"/>
                </a:solidFill>
                <a:latin typeface="Arial"/>
                <a:ea typeface="Arial"/>
                <a:cs typeface="Arial"/>
              </a:defRPr>
            </a:pPr>
            <a:r>
              <a:rPr lang="en-AU" b="1" dirty="0">
                <a:solidFill>
                  <a:srgbClr val="51247A"/>
                </a:solidFill>
                <a:latin typeface="Arial"/>
                <a:ea typeface="Arial"/>
                <a:cs typeface="Arial"/>
              </a:rPr>
              <a:t>3.  Embodied avatar </a:t>
            </a:r>
          </a:p>
          <a:p>
            <a:pPr marL="285750" indent="-285750">
              <a:buFont typeface="Arial" panose="020B0604020202020204" pitchFamily="34" charset="0"/>
              <a:buChar char="•"/>
              <a:defRPr>
                <a:solidFill>
                  <a:srgbClr val="222222"/>
                </a:solidFill>
                <a:latin typeface="Arial"/>
                <a:ea typeface="Arial"/>
                <a:cs typeface="Arial"/>
              </a:defRPr>
            </a:pPr>
            <a:r>
              <a:rPr lang="en-AU" b="1" dirty="0">
                <a:solidFill>
                  <a:srgbClr val="222222"/>
                </a:solidFill>
                <a:latin typeface="Arial"/>
                <a:ea typeface="Arial"/>
                <a:cs typeface="Arial"/>
              </a:rPr>
              <a:t>Strengths: </a:t>
            </a:r>
            <a:r>
              <a:rPr lang="en-AU" dirty="0">
                <a:solidFill>
                  <a:srgbClr val="222222"/>
                </a:solidFill>
                <a:latin typeface="Arial"/>
                <a:ea typeface="Arial"/>
                <a:cs typeface="Arial"/>
              </a:rPr>
              <a:t>Face and upper-body performance [41], [42] </a:t>
            </a:r>
          </a:p>
          <a:p>
            <a:pPr marL="285750" indent="-285750">
              <a:spcAft>
                <a:spcPts val="8"/>
              </a:spcAft>
              <a:buFont typeface="Arial"/>
              <a:buChar char="•"/>
              <a:defRPr>
                <a:solidFill>
                  <a:srgbClr val="222222"/>
                </a:solidFill>
                <a:latin typeface="Arial"/>
                <a:ea typeface="Arial"/>
                <a:cs typeface="Arial"/>
              </a:defRPr>
            </a:pPr>
            <a:r>
              <a:rPr lang="en-AU" b="1" dirty="0">
                <a:solidFill>
                  <a:srgbClr val="222222"/>
                </a:solidFill>
                <a:latin typeface="Arial"/>
                <a:ea typeface="Arial"/>
                <a:cs typeface="Arial"/>
              </a:rPr>
              <a:t>Limitations: </a:t>
            </a:r>
            <a:r>
              <a:rPr lang="en-AU" dirty="0">
                <a:solidFill>
                  <a:srgbClr val="222222"/>
                </a:solidFill>
                <a:latin typeface="Arial"/>
                <a:ea typeface="Arial"/>
                <a:cs typeface="Arial"/>
              </a:rPr>
              <a:t>Requires more compute and data, Hands, occlusion and gesture coherence can fail [41], [42].</a:t>
            </a:r>
          </a:p>
          <a:p>
            <a:pPr marL="285750" indent="-285750">
              <a:buFont typeface="Arial" panose="020B0604020202020204" pitchFamily="34" charset="0"/>
              <a:buChar char="•"/>
              <a:defRPr>
                <a:solidFill>
                  <a:srgbClr val="222222"/>
                </a:solidFill>
                <a:latin typeface="Arial"/>
                <a:ea typeface="Arial"/>
                <a:cs typeface="Arial"/>
              </a:defRPr>
            </a:pPr>
            <a:r>
              <a:rPr lang="en-AU" b="1" dirty="0">
                <a:solidFill>
                  <a:srgbClr val="222222"/>
                </a:solidFill>
                <a:latin typeface="Arial"/>
                <a:ea typeface="Arial"/>
                <a:cs typeface="Arial"/>
              </a:rPr>
              <a:t>Deepfake use: </a:t>
            </a:r>
            <a:r>
              <a:rPr lang="en-AU" dirty="0">
                <a:solidFill>
                  <a:srgbClr val="222222"/>
                </a:solidFill>
                <a:latin typeface="Arial"/>
                <a:ea typeface="Arial"/>
                <a:cs typeface="Arial"/>
              </a:rPr>
              <a:t>fabricated events and scenarios audiovisual impersonation.</a:t>
            </a:r>
          </a:p>
        </p:txBody>
      </p:sp>
      <p:sp>
        <p:nvSpPr>
          <p:cNvPr id="8" name="Title 7">
            <a:extLst>
              <a:ext uri="{FF2B5EF4-FFF2-40B4-BE49-F238E27FC236}">
                <a16:creationId xmlns:a16="http://schemas.microsoft.com/office/drawing/2014/main" id="{A4366A33-F058-10FF-93B1-284D5928EEC5}"/>
              </a:ext>
            </a:extLst>
          </p:cNvPr>
          <p:cNvSpPr>
            <a:spLocks noGrp="1"/>
          </p:cNvSpPr>
          <p:nvPr>
            <p:ph type="title"/>
          </p:nvPr>
        </p:nvSpPr>
        <p:spPr>
          <a:xfrm>
            <a:off x="119336" y="92075"/>
            <a:ext cx="10801350" cy="469056"/>
          </a:xfrm>
        </p:spPr>
        <p:txBody>
          <a:bodyPr/>
          <a:lstStyle/>
          <a:p>
            <a:r>
              <a:rPr lang="en-AU">
                <a:solidFill>
                  <a:schemeClr val="bg1"/>
                </a:solidFill>
              </a:rPr>
              <a:t>Video Deepfakes </a:t>
            </a:r>
            <a:r>
              <a:rPr lang="en-AU">
                <a:solidFill>
                  <a:schemeClr val="bg1"/>
                </a:solidFill>
                <a:sym typeface="Wingdings" pitchFamily="2" charset="2"/>
              </a:rPr>
              <a:t> Current </a:t>
            </a:r>
            <a:r>
              <a:rPr lang="en-AU">
                <a:solidFill>
                  <a:schemeClr val="bg1"/>
                </a:solidFill>
              </a:rPr>
              <a:t>Approaches</a:t>
            </a:r>
            <a:endParaRPr>
              <a:solidFill>
                <a:schemeClr val="bg1"/>
              </a:solidFill>
            </a:endParaRPr>
          </a:p>
        </p:txBody>
      </p:sp>
      <p:sp>
        <p:nvSpPr>
          <p:cNvPr id="13" name="Slide Number Placeholder 12">
            <a:extLst>
              <a:ext uri="{FF2B5EF4-FFF2-40B4-BE49-F238E27FC236}">
                <a16:creationId xmlns:a16="http://schemas.microsoft.com/office/drawing/2014/main" id="{858ADCCF-4010-C3F4-80D4-0B50A2441790}"/>
              </a:ext>
            </a:extLst>
          </p:cNvPr>
          <p:cNvSpPr>
            <a:spLocks noGrp="1"/>
          </p:cNvSpPr>
          <p:nvPr>
            <p:ph type="sldNum" idx="18"/>
          </p:nvPr>
        </p:nvSpPr>
        <p:spPr/>
        <p:txBody>
          <a:bodyPr/>
          <a:lstStyle/>
          <a:p>
            <a:fld id="{E917DE0E-AFB1-41FD-BC35-27DB61CA125F}" type="slidenum">
              <a:rPr/>
              <a:t>22</a:t>
            </a:fld>
            <a:endParaRPr/>
          </a:p>
        </p:txBody>
      </p:sp>
      <p:pic>
        <p:nvPicPr>
          <p:cNvPr id="29" name="Picture 3">
            <a:extLst>
              <a:ext uri="{FF2B5EF4-FFF2-40B4-BE49-F238E27FC236}">
                <a16:creationId xmlns:a16="http://schemas.microsoft.com/office/drawing/2014/main" id="{3FF4BF64-1DC3-4B6D-7332-15DA9644A0DD}"/>
              </a:ext>
            </a:extLst>
          </p:cNvPr>
          <p:cNvPicPr>
            <a:picLocks noChangeAspect="1"/>
          </p:cNvPicPr>
          <p:nvPr/>
        </p:nvPicPr>
        <p:blipFill>
          <a:blip r:embed="rId7"/>
          <a:stretch>
            <a:fillRect/>
          </a:stretch>
        </p:blipFill>
        <p:spPr>
          <a:xfrm>
            <a:off x="9970047" y="4380201"/>
            <a:ext cx="1943943" cy="1214964"/>
          </a:xfrm>
          <a:prstGeom prst="rect">
            <a:avLst/>
          </a:prstGeom>
        </p:spPr>
      </p:pic>
      <p:sp>
        <p:nvSpPr>
          <p:cNvPr id="31" name="TextBox 30">
            <a:extLst>
              <a:ext uri="{FF2B5EF4-FFF2-40B4-BE49-F238E27FC236}">
                <a16:creationId xmlns:a16="http://schemas.microsoft.com/office/drawing/2014/main" id="{E90BACF0-AA68-67D5-64DD-4587107B0336}"/>
              </a:ext>
            </a:extLst>
          </p:cNvPr>
          <p:cNvSpPr txBox="1"/>
          <p:nvPr/>
        </p:nvSpPr>
        <p:spPr>
          <a:xfrm>
            <a:off x="90296" y="5958224"/>
            <a:ext cx="11944295" cy="408623"/>
          </a:xfrm>
          <a:prstGeom prst="roundRect">
            <a:avLst/>
          </a:prstGeom>
          <a:solidFill>
            <a:srgbClr val="2EA836">
              <a:alpha val="29804"/>
            </a:srgbClr>
          </a:solidFill>
        </p:spPr>
        <p:style>
          <a:lnRef idx="2">
            <a:schemeClr val="accent1"/>
          </a:lnRef>
          <a:fillRef idx="1">
            <a:schemeClr val="lt1"/>
          </a:fillRef>
          <a:effectRef idx="0">
            <a:schemeClr val="accent1"/>
          </a:effectRef>
          <a:fontRef idx="minor">
            <a:schemeClr val="dk1"/>
          </a:fontRef>
        </p:style>
        <p:txBody>
          <a:bodyPr wrap="none" rtlCol="0">
            <a:spAutoFit/>
          </a:bodyPr>
          <a:lstStyle/>
          <a:p>
            <a:r>
              <a:rPr lang="en-AU"/>
              <a:t>Some of the approaches could be executed as real-time streaming if enough computational resources are available.​</a:t>
            </a:r>
          </a:p>
        </p:txBody>
      </p:sp>
      <p:pic>
        <p:nvPicPr>
          <p:cNvPr id="33" name="lipsync">
            <a:hlinkClick r:id="" action="ppaction://media"/>
            <a:extLst>
              <a:ext uri="{FF2B5EF4-FFF2-40B4-BE49-F238E27FC236}">
                <a16:creationId xmlns:a16="http://schemas.microsoft.com/office/drawing/2014/main" id="{497CADEE-08FB-1F91-4514-8B9C9DA6F174}"/>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9898013" y="899776"/>
            <a:ext cx="2015977" cy="1133987"/>
          </a:xfrm>
          <a:prstGeom prst="rect">
            <a:avLst/>
          </a:prstGeom>
        </p:spPr>
      </p:pic>
      <p:pic>
        <p:nvPicPr>
          <p:cNvPr id="2" name="Media1">
            <a:hlinkClick r:id="" action="ppaction://media"/>
            <a:extLst>
              <a:ext uri="{FF2B5EF4-FFF2-40B4-BE49-F238E27FC236}">
                <a16:creationId xmlns:a16="http://schemas.microsoft.com/office/drawing/2014/main" id="{775286F6-520B-38AC-F5A2-F4EDD518BF8A}"/>
              </a:ext>
            </a:extLst>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10192057" y="2477799"/>
            <a:ext cx="1427887" cy="1427887"/>
          </a:xfrm>
          <a:prstGeom prst="rect">
            <a:avLst/>
          </a:prstGeom>
        </p:spPr>
      </p:pic>
    </p:spTree>
    <p:extLst>
      <p:ext uri="{BB962C8B-B14F-4D97-AF65-F5344CB8AC3E}">
        <p14:creationId xmlns:p14="http://schemas.microsoft.com/office/powerpoint/2010/main" val="1557683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anim calcmode="lin" valueType="num">
                                      <p:cBhvr>
                                        <p:cTn id="8" dur="700" fill="hold"/>
                                        <p:tgtEl>
                                          <p:spTgt spid="4"/>
                                        </p:tgtEl>
                                        <p:attrNameLst>
                                          <p:attrName>ppt_x</p:attrName>
                                        </p:attrNameLst>
                                      </p:cBhvr>
                                      <p:tavLst>
                                        <p:tav tm="0">
                                          <p:val>
                                            <p:strVal val="#ppt_x"/>
                                          </p:val>
                                        </p:tav>
                                        <p:tav tm="100000">
                                          <p:val>
                                            <p:strVal val="#ppt_x"/>
                                          </p:val>
                                        </p:tav>
                                      </p:tavLst>
                                    </p:anim>
                                    <p:anim calcmode="lin" valueType="num">
                                      <p:cBhvr>
                                        <p:cTn id="9" dur="700" fill="hold"/>
                                        <p:tgtEl>
                                          <p:spTgt spid="4"/>
                                        </p:tgtEl>
                                        <p:attrNameLst>
                                          <p:attrName>ppt_y</p:attrName>
                                        </p:attrNameLst>
                                      </p:cBhvr>
                                      <p:tavLst>
                                        <p:tav tm="0">
                                          <p:val>
                                            <p:strVal val="#ppt_y+.1"/>
                                          </p:val>
                                        </p:tav>
                                        <p:tav tm="100000">
                                          <p:val>
                                            <p:strVal val="#ppt_y"/>
                                          </p:val>
                                        </p:tav>
                                      </p:tavLst>
                                    </p:anim>
                                  </p:childTnLst>
                                </p:cTn>
                              </p:par>
                              <p:par>
                                <p:cTn id="10" presetID="2" presetClass="entr" presetSubtype="2" decel="50000" fill="hold" nodeType="withEffect">
                                  <p:stCondLst>
                                    <p:cond delay="20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700" fill="hold"/>
                                        <p:tgtEl>
                                          <p:spTgt spid="33"/>
                                        </p:tgtEl>
                                        <p:attrNameLst>
                                          <p:attrName>ppt_x</p:attrName>
                                        </p:attrNameLst>
                                      </p:cBhvr>
                                      <p:tavLst>
                                        <p:tav tm="0">
                                          <p:val>
                                            <p:strVal val="1+#ppt_w/2"/>
                                          </p:val>
                                        </p:tav>
                                        <p:tav tm="100000">
                                          <p:val>
                                            <p:strVal val="#ppt_x"/>
                                          </p:val>
                                        </p:tav>
                                      </p:tavLst>
                                    </p:anim>
                                    <p:anim calcmode="lin" valueType="num">
                                      <p:cBhvr additive="base">
                                        <p:cTn id="13" dur="7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1"/>
                                          </p:val>
                                        </p:tav>
                                        <p:tav tm="100000">
                                          <p:val>
                                            <p:strVal val="#ppt_y"/>
                                          </p:val>
                                        </p:tav>
                                      </p:tavLst>
                                    </p:anim>
                                  </p:childTnLst>
                                </p:cTn>
                              </p:par>
                              <p:par>
                                <p:cTn id="21" presetID="2" presetClass="entr" presetSubtype="2" fill="hold" nodeType="withEffect">
                                  <p:stCondLst>
                                    <p:cond delay="2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700" fill="hold"/>
                                        <p:tgtEl>
                                          <p:spTgt spid="2"/>
                                        </p:tgtEl>
                                        <p:attrNameLst>
                                          <p:attrName>ppt_x</p:attrName>
                                        </p:attrNameLst>
                                      </p:cBhvr>
                                      <p:tavLst>
                                        <p:tav tm="0">
                                          <p:val>
                                            <p:strVal val="1+#ppt_w/2"/>
                                          </p:val>
                                        </p:tav>
                                        <p:tav tm="100000">
                                          <p:val>
                                            <p:strVal val="#ppt_x"/>
                                          </p:val>
                                        </p:tav>
                                      </p:tavLst>
                                    </p:anim>
                                    <p:anim calcmode="lin" valueType="num">
                                      <p:cBhvr additive="base">
                                        <p:cTn id="24" dur="7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700"/>
                                        <p:tgtEl>
                                          <p:spTgt spid="11"/>
                                        </p:tgtEl>
                                      </p:cBhvr>
                                    </p:animEffect>
                                    <p:anim calcmode="lin" valueType="num">
                                      <p:cBhvr>
                                        <p:cTn id="30" dur="700" fill="hold"/>
                                        <p:tgtEl>
                                          <p:spTgt spid="11"/>
                                        </p:tgtEl>
                                        <p:attrNameLst>
                                          <p:attrName>ppt_x</p:attrName>
                                        </p:attrNameLst>
                                      </p:cBhvr>
                                      <p:tavLst>
                                        <p:tav tm="0">
                                          <p:val>
                                            <p:strVal val="#ppt_x"/>
                                          </p:val>
                                        </p:tav>
                                        <p:tav tm="100000">
                                          <p:val>
                                            <p:strVal val="#ppt_x"/>
                                          </p:val>
                                        </p:tav>
                                      </p:tavLst>
                                    </p:anim>
                                    <p:anim calcmode="lin" valueType="num">
                                      <p:cBhvr>
                                        <p:cTn id="31" dur="700" fill="hold"/>
                                        <p:tgtEl>
                                          <p:spTgt spid="11"/>
                                        </p:tgtEl>
                                        <p:attrNameLst>
                                          <p:attrName>ppt_y</p:attrName>
                                        </p:attrNameLst>
                                      </p:cBhvr>
                                      <p:tavLst>
                                        <p:tav tm="0">
                                          <p:val>
                                            <p:strVal val="#ppt_y+.1"/>
                                          </p:val>
                                        </p:tav>
                                        <p:tav tm="100000">
                                          <p:val>
                                            <p:strVal val="#ppt_y"/>
                                          </p:val>
                                        </p:tav>
                                      </p:tavLst>
                                    </p:anim>
                                  </p:childTnLst>
                                </p:cTn>
                              </p:par>
                              <p:par>
                                <p:cTn id="32" presetID="2" presetClass="entr" presetSubtype="2" decel="50000" fill="hold" nodeType="withEffect">
                                  <p:stCondLst>
                                    <p:cond delay="20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700" fill="hold"/>
                                        <p:tgtEl>
                                          <p:spTgt spid="29"/>
                                        </p:tgtEl>
                                        <p:attrNameLst>
                                          <p:attrName>ppt_x</p:attrName>
                                        </p:attrNameLst>
                                      </p:cBhvr>
                                      <p:tavLst>
                                        <p:tav tm="0">
                                          <p:val>
                                            <p:strVal val="1+#ppt_w/2"/>
                                          </p:val>
                                        </p:tav>
                                        <p:tav tm="100000">
                                          <p:val>
                                            <p:strVal val="#ppt_x"/>
                                          </p:val>
                                        </p:tav>
                                      </p:tavLst>
                                    </p:anim>
                                    <p:anim calcmode="lin" valueType="num">
                                      <p:cBhvr additive="base">
                                        <p:cTn id="35" dur="700" fill="hold"/>
                                        <p:tgtEl>
                                          <p:spTgt spid="29"/>
                                        </p:tgtEl>
                                        <p:attrNameLst>
                                          <p:attrName>ppt_y</p:attrName>
                                        </p:attrNameLst>
                                      </p:cBhvr>
                                      <p:tavLst>
                                        <p:tav tm="0">
                                          <p:val>
                                            <p:strVal val="#ppt_y"/>
                                          </p:val>
                                        </p:tav>
                                        <p:tav tm="100000">
                                          <p:val>
                                            <p:strVal val="#ppt_y"/>
                                          </p:val>
                                        </p:tav>
                                      </p:tavLst>
                                    </p:anim>
                                  </p:childTnLst>
                                </p:cTn>
                              </p:par>
                            </p:childTnLst>
                          </p:cTn>
                        </p:par>
                        <p:par>
                          <p:cTn id="36" fill="hold">
                            <p:stCondLst>
                              <p:cond delay="900"/>
                            </p:stCondLst>
                            <p:childTnLst>
                              <p:par>
                                <p:cTn id="37" presetID="42" presetClass="entr" presetSubtype="0" fill="hold" grpId="0" nodeType="after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700"/>
                                        <p:tgtEl>
                                          <p:spTgt spid="31"/>
                                        </p:tgtEl>
                                      </p:cBhvr>
                                    </p:animEffect>
                                    <p:anim calcmode="lin" valueType="num">
                                      <p:cBhvr>
                                        <p:cTn id="40" dur="700" fill="hold"/>
                                        <p:tgtEl>
                                          <p:spTgt spid="31"/>
                                        </p:tgtEl>
                                        <p:attrNameLst>
                                          <p:attrName>ppt_x</p:attrName>
                                        </p:attrNameLst>
                                      </p:cBhvr>
                                      <p:tavLst>
                                        <p:tav tm="0">
                                          <p:val>
                                            <p:strVal val="#ppt_x"/>
                                          </p:val>
                                        </p:tav>
                                        <p:tav tm="100000">
                                          <p:val>
                                            <p:strVal val="#ppt_x"/>
                                          </p:val>
                                        </p:tav>
                                      </p:tavLst>
                                    </p:anim>
                                    <p:anim calcmode="lin" valueType="num">
                                      <p:cBhvr>
                                        <p:cTn id="41" dur="7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42" fill="hold" display="0">
                  <p:stCondLst>
                    <p:cond delay="indefinite"/>
                  </p:stCondLst>
                </p:cTn>
                <p:tgtEl>
                  <p:spTgt spid="33"/>
                </p:tgtEl>
              </p:cMediaNode>
            </p:video>
            <p:video>
              <p:cMediaNode vol="80000">
                <p:cTn id="43" fill="hold" display="0">
                  <p:stCondLst>
                    <p:cond delay="indefinite"/>
                  </p:stCondLst>
                </p:cTn>
                <p:tgtEl>
                  <p:spTgt spid="2"/>
                </p:tgtEl>
              </p:cMediaNode>
            </p:video>
          </p:childTnLst>
        </p:cTn>
      </p:par>
    </p:tnLst>
    <p:bldLst>
      <p:bldP spid="4" grpId="0" animBg="1"/>
      <p:bldP spid="10" grpId="0" animBg="1"/>
      <p:bldP spid="11" grpId="0" animBg="1"/>
      <p:bldP spid="3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39AB2BE-4105-9419-7BD4-52105CC159C2}"/>
              </a:ext>
            </a:extLst>
          </p:cNvPr>
          <p:cNvSpPr>
            <a:spLocks noGrp="1"/>
          </p:cNvSpPr>
          <p:nvPr>
            <p:ph type="sldNum" sz="quarter" idx="18"/>
          </p:nvPr>
        </p:nvSpPr>
        <p:spPr/>
        <p:txBody>
          <a:bodyPr/>
          <a:lstStyle/>
          <a:p>
            <a:fld id="{E917DE0E-AFB1-41FD-BC35-27DB61CA125F}" type="slidenum">
              <a:rPr lang="en-AU" smtClean="0"/>
              <a:pPr/>
              <a:t>23</a:t>
            </a:fld>
            <a:endParaRPr lang="en-AU"/>
          </a:p>
        </p:txBody>
      </p:sp>
      <p:sp>
        <p:nvSpPr>
          <p:cNvPr id="4" name="Video Type 1 Comparison">
            <a:extLst>
              <a:ext uri="{FF2B5EF4-FFF2-40B4-BE49-F238E27FC236}">
                <a16:creationId xmlns:a16="http://schemas.microsoft.com/office/drawing/2014/main" id="{EBD747EF-1A5E-9315-E408-4563E85FCC9B}"/>
              </a:ext>
            </a:extLst>
          </p:cNvPr>
          <p:cNvSpPr>
            <a:spLocks noGrp="1"/>
          </p:cNvSpPr>
          <p:nvPr/>
        </p:nvSpPr>
        <p:spPr>
          <a:xfrm>
            <a:off x="479376" y="1003426"/>
            <a:ext cx="8568952" cy="1491147"/>
          </a:xfrm>
          <a:prstGeom prst="roundRect">
            <a:avLst/>
          </a:prstGeom>
          <a:solidFill>
            <a:srgbClr val="DDC9EF">
              <a:alpha val="29804"/>
            </a:srgbClr>
          </a:solidFill>
          <a:ln/>
        </p:spPr>
        <p:style>
          <a:lnRef idx="2">
            <a:schemeClr val="accent1"/>
          </a:lnRef>
          <a:fillRef idx="1">
            <a:schemeClr val="lt1"/>
          </a:fillRef>
          <a:effectRef idx="0">
            <a:schemeClr val="accent1"/>
          </a:effectRef>
          <a:fontRef idx="minor">
            <a:schemeClr val="dk1"/>
          </a:fontRef>
        </p:style>
        <p:txBody>
          <a:bodyPr wrap="square" lIns="0" tIns="0" rIns="0" bIns="0" anchor="ctr">
            <a:normAutofit/>
          </a:bodyPr>
          <a:lstStyle/>
          <a:p>
            <a:r>
              <a:rPr lang="en-US"/>
              <a:t>What are the most common types of image/voice/video deepfakes you have encountered? (options and free text)</a:t>
            </a:r>
          </a:p>
        </p:txBody>
      </p:sp>
      <p:sp>
        <p:nvSpPr>
          <p:cNvPr id="5" name="Title 7">
            <a:extLst>
              <a:ext uri="{FF2B5EF4-FFF2-40B4-BE49-F238E27FC236}">
                <a16:creationId xmlns:a16="http://schemas.microsoft.com/office/drawing/2014/main" id="{00EA781F-F37E-76CA-3ED9-2ADB478E5AB6}"/>
              </a:ext>
            </a:extLst>
          </p:cNvPr>
          <p:cNvSpPr txBox="1">
            <a:spLocks/>
          </p:cNvSpPr>
          <p:nvPr/>
        </p:nvSpPr>
        <p:spPr>
          <a:xfrm>
            <a:off x="119336" y="92075"/>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US">
                <a:solidFill>
                  <a:schemeClr val="bg1"/>
                </a:solidFill>
              </a:rPr>
              <a:t>Recap Questions [</a:t>
            </a:r>
            <a:r>
              <a:rPr lang="en-US" err="1">
                <a:solidFill>
                  <a:schemeClr val="bg1"/>
                </a:solidFill>
              </a:rPr>
              <a:t>Slido</a:t>
            </a:r>
            <a:r>
              <a:rPr lang="en-US">
                <a:solidFill>
                  <a:schemeClr val="bg1"/>
                </a:solidFill>
              </a:rPr>
              <a:t>]</a:t>
            </a:r>
            <a:endParaRPr lang="en-AU">
              <a:solidFill>
                <a:schemeClr val="bg1"/>
              </a:solidFill>
            </a:endParaRPr>
          </a:p>
        </p:txBody>
      </p:sp>
      <p:sp>
        <p:nvSpPr>
          <p:cNvPr id="12" name="Video Type 1 Comparison">
            <a:extLst>
              <a:ext uri="{FF2B5EF4-FFF2-40B4-BE49-F238E27FC236}">
                <a16:creationId xmlns:a16="http://schemas.microsoft.com/office/drawing/2014/main" id="{BA8FEDD3-245E-F6CB-1317-6E78B4D0B1DB}"/>
              </a:ext>
            </a:extLst>
          </p:cNvPr>
          <p:cNvSpPr>
            <a:spLocks noGrp="1"/>
          </p:cNvSpPr>
          <p:nvPr/>
        </p:nvSpPr>
        <p:spPr>
          <a:xfrm>
            <a:off x="479376" y="2713639"/>
            <a:ext cx="8568952" cy="1491147"/>
          </a:xfrm>
          <a:prstGeom prst="roundRect">
            <a:avLst/>
          </a:prstGeom>
          <a:solidFill>
            <a:srgbClr val="DDC9EF">
              <a:alpha val="29804"/>
            </a:srgbClr>
          </a:solidFill>
          <a:ln/>
        </p:spPr>
        <p:style>
          <a:lnRef idx="2">
            <a:schemeClr val="accent1"/>
          </a:lnRef>
          <a:fillRef idx="1">
            <a:schemeClr val="lt1"/>
          </a:fillRef>
          <a:effectRef idx="0">
            <a:schemeClr val="accent1"/>
          </a:effectRef>
          <a:fontRef idx="minor">
            <a:schemeClr val="dk1"/>
          </a:fontRef>
        </p:style>
        <p:txBody>
          <a:bodyPr wrap="square" lIns="0" tIns="0" rIns="0" bIns="0" anchor="ctr">
            <a:normAutofit/>
          </a:bodyPr>
          <a:lstStyle/>
          <a:p>
            <a:r>
              <a:rPr lang="en-US"/>
              <a:t>What do you think we can do to stop the exacerbation of the situation? (Free text)</a:t>
            </a:r>
          </a:p>
        </p:txBody>
      </p:sp>
      <p:sp>
        <p:nvSpPr>
          <p:cNvPr id="13" name="Video Type 1 Comparison">
            <a:extLst>
              <a:ext uri="{FF2B5EF4-FFF2-40B4-BE49-F238E27FC236}">
                <a16:creationId xmlns:a16="http://schemas.microsoft.com/office/drawing/2014/main" id="{D7698EC6-360A-50B1-2E75-F2B7408450DE}"/>
              </a:ext>
            </a:extLst>
          </p:cNvPr>
          <p:cNvSpPr>
            <a:spLocks noGrp="1"/>
          </p:cNvSpPr>
          <p:nvPr/>
        </p:nvSpPr>
        <p:spPr>
          <a:xfrm>
            <a:off x="479376" y="4509312"/>
            <a:ext cx="8568952" cy="1491147"/>
          </a:xfrm>
          <a:prstGeom prst="roundRect">
            <a:avLst/>
          </a:prstGeom>
          <a:solidFill>
            <a:srgbClr val="DDC9EF">
              <a:alpha val="29804"/>
            </a:srgbClr>
          </a:solidFill>
          <a:ln/>
        </p:spPr>
        <p:style>
          <a:lnRef idx="2">
            <a:schemeClr val="accent1"/>
          </a:lnRef>
          <a:fillRef idx="1">
            <a:schemeClr val="lt1"/>
          </a:fillRef>
          <a:effectRef idx="0">
            <a:schemeClr val="accent1"/>
          </a:effectRef>
          <a:fontRef idx="minor">
            <a:schemeClr val="dk1"/>
          </a:fontRef>
        </p:style>
        <p:txBody>
          <a:bodyPr wrap="square" lIns="0" tIns="0" rIns="0" bIns="0" anchor="ctr">
            <a:noAutofit/>
          </a:bodyPr>
          <a:lstStyle/>
          <a:p>
            <a:r>
              <a:rPr lang="en-US"/>
              <a:t>What do you think is the main motivation of criminals creating and using deepfakes? </a:t>
            </a:r>
          </a:p>
          <a:p>
            <a:pPr marL="285750" indent="-285750">
              <a:buClr>
                <a:schemeClr val="tx1"/>
              </a:buClr>
              <a:buFont typeface="Arial" panose="020B0604020202020204" pitchFamily="34" charset="0"/>
              <a:buChar char="•"/>
            </a:pPr>
            <a:r>
              <a:rPr lang="en-AU"/>
              <a:t>Sell beautiful, perfectly crafted art pieces for profit?</a:t>
            </a:r>
          </a:p>
          <a:p>
            <a:pPr marL="285750" indent="-285750">
              <a:buClr>
                <a:schemeClr val="tx1"/>
              </a:buClr>
              <a:buFont typeface="Arial" panose="020B0604020202020204" pitchFamily="34" charset="0"/>
              <a:buChar char="•"/>
            </a:pPr>
            <a:r>
              <a:rPr lang="en-AU"/>
              <a:t>Earn reputation for their mastery with their material generation skill?</a:t>
            </a:r>
          </a:p>
          <a:p>
            <a:pPr marL="285750" indent="-285750">
              <a:buClr>
                <a:schemeClr val="tx1"/>
              </a:buClr>
              <a:buFont typeface="Arial" panose="020B0604020202020204" pitchFamily="34" charset="0"/>
              <a:buChar char="•"/>
            </a:pPr>
            <a:r>
              <a:rPr lang="en-AU"/>
              <a:t>Find and execute the fastest and most efficient way to make profit?</a:t>
            </a:r>
          </a:p>
        </p:txBody>
      </p:sp>
      <p:sp>
        <p:nvSpPr>
          <p:cNvPr id="8" name="Text Placeholder 2">
            <a:extLst>
              <a:ext uri="{FF2B5EF4-FFF2-40B4-BE49-F238E27FC236}">
                <a16:creationId xmlns:a16="http://schemas.microsoft.com/office/drawing/2014/main" id="{CB5313A8-A508-4053-7458-4AC41DD27498}"/>
              </a:ext>
            </a:extLst>
          </p:cNvPr>
          <p:cNvSpPr txBox="1">
            <a:spLocks/>
          </p:cNvSpPr>
          <p:nvPr/>
        </p:nvSpPr>
        <p:spPr>
          <a:xfrm>
            <a:off x="9048328" y="3018165"/>
            <a:ext cx="3485004" cy="771236"/>
          </a:xfrm>
          <a:prstGeom prst="rect">
            <a:avLst/>
          </a:prstGeom>
        </p:spPr>
        <p:txBody>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b="1" dirty="0"/>
              <a:t>Slide Link:  </a:t>
            </a:r>
            <a:endParaRPr lang="en-AU" dirty="0"/>
          </a:p>
          <a:p>
            <a:r>
              <a:rPr lang="en-AU" b="1" dirty="0"/>
              <a:t>        Code:  </a:t>
            </a:r>
            <a:endParaRPr lang="en-AU" dirty="0"/>
          </a:p>
        </p:txBody>
      </p:sp>
    </p:spTree>
    <p:extLst>
      <p:ext uri="{BB962C8B-B14F-4D97-AF65-F5344CB8AC3E}">
        <p14:creationId xmlns:p14="http://schemas.microsoft.com/office/powerpoint/2010/main" val="313228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4D302-52F8-9BF6-901B-14964E941F54}"/>
            </a:ext>
          </a:extLst>
        </p:cNvPr>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4E9C8248-EE88-5FD7-2539-7F8FF3E61A6D}"/>
              </a:ext>
            </a:extLst>
          </p:cNvPr>
          <p:cNvSpPr>
            <a:spLocks noGrp="1"/>
          </p:cNvSpPr>
          <p:nvPr>
            <p:ph type="sldNum" sz="quarter" idx="18"/>
          </p:nvPr>
        </p:nvSpPr>
        <p:spPr/>
        <p:txBody>
          <a:bodyPr/>
          <a:lstStyle/>
          <a:p>
            <a:fld id="{E917DE0E-AFB1-41FD-BC35-27DB61CA125F}" type="slidenum">
              <a:rPr lang="en-AU" smtClean="0"/>
              <a:pPr/>
              <a:t>24</a:t>
            </a:fld>
            <a:endParaRPr lang="en-AU"/>
          </a:p>
        </p:txBody>
      </p:sp>
      <p:sp>
        <p:nvSpPr>
          <p:cNvPr id="2" name="Title 7">
            <a:extLst>
              <a:ext uri="{FF2B5EF4-FFF2-40B4-BE49-F238E27FC236}">
                <a16:creationId xmlns:a16="http://schemas.microsoft.com/office/drawing/2014/main" id="{EF92DBB4-71E9-FAA2-3AE4-0686970B41D1}"/>
              </a:ext>
            </a:extLst>
          </p:cNvPr>
          <p:cNvSpPr txBox="1">
            <a:spLocks/>
          </p:cNvSpPr>
          <p:nvPr/>
        </p:nvSpPr>
        <p:spPr>
          <a:xfrm>
            <a:off x="119335" y="92074"/>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Agenda</a:t>
            </a:r>
            <a:endParaRPr lang="en-AU">
              <a:solidFill>
                <a:schemeClr val="tx1"/>
              </a:solidFill>
              <a:highlight>
                <a:srgbClr val="FFFF00"/>
              </a:highlight>
            </a:endParaRPr>
          </a:p>
        </p:txBody>
      </p:sp>
      <p:graphicFrame>
        <p:nvGraphicFramePr>
          <p:cNvPr id="4" name="Diagram 3">
            <a:extLst>
              <a:ext uri="{FF2B5EF4-FFF2-40B4-BE49-F238E27FC236}">
                <a16:creationId xmlns:a16="http://schemas.microsoft.com/office/drawing/2014/main" id="{7C1E0C79-81F4-D8F2-A25E-467A1EBE9BDA}"/>
              </a:ext>
            </a:extLst>
          </p:cNvPr>
          <p:cNvGraphicFramePr/>
          <p:nvPr/>
        </p:nvGraphicFramePr>
        <p:xfrm>
          <a:off x="1775520" y="90872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ounded Rectangle 4">
            <a:extLst>
              <a:ext uri="{FF2B5EF4-FFF2-40B4-BE49-F238E27FC236}">
                <a16:creationId xmlns:a16="http://schemas.microsoft.com/office/drawing/2014/main" id="{8CF96596-AB13-D032-7A69-902D1B825581}"/>
              </a:ext>
            </a:extLst>
          </p:cNvPr>
          <p:cNvSpPr/>
          <p:nvPr/>
        </p:nvSpPr>
        <p:spPr>
          <a:xfrm>
            <a:off x="2425566" y="3618053"/>
            <a:ext cx="6478746" cy="939509"/>
          </a:xfrm>
          <a:prstGeom prst="roundRect">
            <a:avLst>
              <a:gd name="adj" fmla="val 9506"/>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083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52294-B5C5-563C-54A6-610743D67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E5394-7BDC-78BF-7563-1253538CB6F9}"/>
              </a:ext>
            </a:extLst>
          </p:cNvPr>
          <p:cNvSpPr>
            <a:spLocks noGrp="1"/>
          </p:cNvSpPr>
          <p:nvPr>
            <p:ph type="title"/>
          </p:nvPr>
        </p:nvSpPr>
        <p:spPr/>
        <p:txBody>
          <a:bodyPr/>
          <a:lstStyle/>
          <a:p>
            <a:r>
              <a:rPr lang="en-US"/>
              <a:t>State-of-the-art Deepfake </a:t>
            </a:r>
            <a:r>
              <a:rPr lang="en-US" err="1"/>
              <a:t>Defence</a:t>
            </a:r>
            <a:endParaRPr lang="en-US"/>
          </a:p>
        </p:txBody>
      </p:sp>
      <p:sp>
        <p:nvSpPr>
          <p:cNvPr id="3" name="Text Placeholder 2">
            <a:extLst>
              <a:ext uri="{FF2B5EF4-FFF2-40B4-BE49-F238E27FC236}">
                <a16:creationId xmlns:a16="http://schemas.microsoft.com/office/drawing/2014/main" id="{64ED7AB0-8A74-E4AF-2BFF-BC00D99DF8D2}"/>
              </a:ext>
            </a:extLst>
          </p:cNvPr>
          <p:cNvSpPr>
            <a:spLocks noGrp="1"/>
          </p:cNvSpPr>
          <p:nvPr>
            <p:ph type="body" sz="quarter" idx="10"/>
          </p:nvPr>
        </p:nvSpPr>
        <p:spPr>
          <a:xfrm>
            <a:off x="695326" y="3113744"/>
            <a:ext cx="10768680" cy="3051560"/>
          </a:xfrm>
        </p:spPr>
        <p:txBody>
          <a:bodyPr>
            <a:normAutofit/>
          </a:bodyPr>
          <a:lstStyle/>
          <a:p>
            <a:pPr marL="457200" indent="-457200">
              <a:buFont typeface="Arial" panose="020B0604020202020204" pitchFamily="34" charset="0"/>
              <a:buChar char="•"/>
            </a:pPr>
            <a:r>
              <a:rPr lang="en-US"/>
              <a:t>Background</a:t>
            </a:r>
          </a:p>
          <a:p>
            <a:pPr marL="457200" indent="-457200">
              <a:buFont typeface="Arial" panose="020B0604020202020204" pitchFamily="34" charset="0"/>
              <a:buChar char="•"/>
            </a:pPr>
            <a:r>
              <a:rPr lang="en-US"/>
              <a:t>Defensive Source (Disruption)</a:t>
            </a:r>
          </a:p>
          <a:p>
            <a:pPr marL="457200" indent="-457200">
              <a:buFont typeface="Arial" panose="020B0604020202020204" pitchFamily="34" charset="0"/>
              <a:buChar char="•"/>
            </a:pPr>
            <a:r>
              <a:rPr lang="en-US"/>
              <a:t>Watermark, provenance and metadata (Authentication and later verification)</a:t>
            </a:r>
          </a:p>
          <a:p>
            <a:pPr marL="457200" indent="-457200">
              <a:buFont typeface="Arial" panose="020B0604020202020204" pitchFamily="34" charset="0"/>
              <a:buChar char="•"/>
            </a:pPr>
            <a:r>
              <a:rPr lang="en-US"/>
              <a:t>Detection (After Creation)</a:t>
            </a:r>
          </a:p>
          <a:p>
            <a:pPr marL="457200" indent="-457200">
              <a:buFont typeface="Arial" panose="020B0604020202020204" pitchFamily="34" charset="0"/>
              <a:buChar char="•"/>
            </a:pPr>
            <a:r>
              <a:rPr lang="en-US"/>
              <a:t>Awareness by potential victim(s)</a:t>
            </a:r>
          </a:p>
        </p:txBody>
      </p:sp>
    </p:spTree>
    <p:extLst>
      <p:ext uri="{BB962C8B-B14F-4D97-AF65-F5344CB8AC3E}">
        <p14:creationId xmlns:p14="http://schemas.microsoft.com/office/powerpoint/2010/main" val="763625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781E2-E120-9AA1-084F-6113A26162B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0CD8BE3-8DCC-1763-CDD1-1FDFABC1C18B}"/>
              </a:ext>
            </a:extLst>
          </p:cNvPr>
          <p:cNvSpPr>
            <a:spLocks noGrp="1"/>
          </p:cNvSpPr>
          <p:nvPr>
            <p:ph type="title"/>
          </p:nvPr>
        </p:nvSpPr>
        <p:spPr>
          <a:xfrm>
            <a:off x="119336" y="92075"/>
            <a:ext cx="10801350" cy="469056"/>
          </a:xfrm>
        </p:spPr>
        <p:txBody>
          <a:bodyPr/>
          <a:lstStyle/>
          <a:p>
            <a:r>
              <a:rPr lang="en-AU">
                <a:solidFill>
                  <a:schemeClr val="bg1"/>
                </a:solidFill>
              </a:rPr>
              <a:t>Background: </a:t>
            </a:r>
            <a:r>
              <a:rPr lang="en-AU" i="1">
                <a:solidFill>
                  <a:schemeClr val="bg1"/>
                </a:solidFill>
              </a:rPr>
              <a:t>r</a:t>
            </a:r>
            <a:r>
              <a:rPr lang="en-AU">
                <a:solidFill>
                  <a:schemeClr val="bg1"/>
                </a:solidFill>
              </a:rPr>
              <a:t>-Selection and </a:t>
            </a:r>
            <a:r>
              <a:rPr lang="en-AU" i="1">
                <a:solidFill>
                  <a:schemeClr val="bg1"/>
                </a:solidFill>
              </a:rPr>
              <a:t>K</a:t>
            </a:r>
            <a:r>
              <a:rPr lang="en-AU">
                <a:solidFill>
                  <a:schemeClr val="bg1"/>
                </a:solidFill>
              </a:rPr>
              <a:t>-Selection</a:t>
            </a:r>
          </a:p>
        </p:txBody>
      </p:sp>
      <p:sp>
        <p:nvSpPr>
          <p:cNvPr id="13" name="Slide Number Placeholder 12">
            <a:extLst>
              <a:ext uri="{FF2B5EF4-FFF2-40B4-BE49-F238E27FC236}">
                <a16:creationId xmlns:a16="http://schemas.microsoft.com/office/drawing/2014/main" id="{9435E04A-B976-7B5E-94AE-3F19EA8E7C5F}"/>
              </a:ext>
            </a:extLst>
          </p:cNvPr>
          <p:cNvSpPr>
            <a:spLocks noGrp="1"/>
          </p:cNvSpPr>
          <p:nvPr>
            <p:ph type="sldNum" sz="quarter" idx="18"/>
          </p:nvPr>
        </p:nvSpPr>
        <p:spPr/>
        <p:txBody>
          <a:bodyPr/>
          <a:lstStyle/>
          <a:p>
            <a:fld id="{E917DE0E-AFB1-41FD-BC35-27DB61CA125F}" type="slidenum">
              <a:rPr lang="en-AU" smtClean="0"/>
              <a:pPr/>
              <a:t>26</a:t>
            </a:fld>
            <a:endParaRPr lang="en-AU"/>
          </a:p>
        </p:txBody>
      </p:sp>
      <p:sp>
        <p:nvSpPr>
          <p:cNvPr id="38" name="Content Placeholder 8">
            <a:extLst>
              <a:ext uri="{FF2B5EF4-FFF2-40B4-BE49-F238E27FC236}">
                <a16:creationId xmlns:a16="http://schemas.microsoft.com/office/drawing/2014/main" id="{144FCBB8-000F-5F5B-F50F-74FCD5968EE8}"/>
              </a:ext>
            </a:extLst>
          </p:cNvPr>
          <p:cNvSpPr txBox="1">
            <a:spLocks/>
          </p:cNvSpPr>
          <p:nvPr/>
        </p:nvSpPr>
        <p:spPr>
          <a:xfrm>
            <a:off x="275660" y="862184"/>
            <a:ext cx="11587144" cy="1423953"/>
          </a:xfrm>
          <a:prstGeom prst="roundRect">
            <a:avLst/>
          </a:prstGeom>
          <a:solidFill>
            <a:srgbClr val="EB602B">
              <a:alpha val="29804"/>
            </a:srgbClr>
          </a:solidFill>
        </p:spPr>
        <p:style>
          <a:lnRef idx="2">
            <a:schemeClr val="accent1"/>
          </a:lnRef>
          <a:fillRef idx="1">
            <a:schemeClr val="lt1"/>
          </a:fillRef>
          <a:effectRef idx="0">
            <a:schemeClr val="accent1"/>
          </a:effectRef>
          <a:fontRef idx="minor">
            <a:schemeClr val="dk1"/>
          </a:fontRef>
        </p:style>
        <p:txBody>
          <a:bodyPr vert="horz" lIns="0" tIns="0" rIns="0" bIns="0" rtlCol="0">
            <a:no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AU"/>
              <a:t>Many years ago, there was a popular hypothetical assumption in biology theory, the r/k selection[1]</a:t>
            </a:r>
          </a:p>
          <a:p>
            <a:pPr marL="465750" lvl="1" indent="-285750"/>
            <a:r>
              <a:rPr lang="en-AU"/>
              <a:t>In this hypothesis, creatures have </a:t>
            </a:r>
            <a:r>
              <a:rPr lang="en-AU" b="1" u="sng"/>
              <a:t>different selection approaches to reach their optimal population (i.e. most efficient path)</a:t>
            </a:r>
          </a:p>
          <a:p>
            <a:pPr marL="465750" lvl="1" indent="-285750"/>
            <a:r>
              <a:rPr lang="en-AU"/>
              <a:t>This is same as many criminal’s approach, the most Efficient way to get the most profit</a:t>
            </a:r>
          </a:p>
        </p:txBody>
      </p:sp>
      <p:grpSp>
        <p:nvGrpSpPr>
          <p:cNvPr id="4" name="Group 3">
            <a:extLst>
              <a:ext uri="{FF2B5EF4-FFF2-40B4-BE49-F238E27FC236}">
                <a16:creationId xmlns:a16="http://schemas.microsoft.com/office/drawing/2014/main" id="{79A95920-4946-A093-EA24-C6B2C84FB4C7}"/>
              </a:ext>
            </a:extLst>
          </p:cNvPr>
          <p:cNvGrpSpPr/>
          <p:nvPr/>
        </p:nvGrpSpPr>
        <p:grpSpPr>
          <a:xfrm>
            <a:off x="40044" y="2604431"/>
            <a:ext cx="11862940" cy="2127962"/>
            <a:chOff x="237689" y="2754544"/>
            <a:chExt cx="11862940" cy="2127962"/>
          </a:xfrm>
        </p:grpSpPr>
        <p:grpSp>
          <p:nvGrpSpPr>
            <p:cNvPr id="32" name="Group 31">
              <a:extLst>
                <a:ext uri="{FF2B5EF4-FFF2-40B4-BE49-F238E27FC236}">
                  <a16:creationId xmlns:a16="http://schemas.microsoft.com/office/drawing/2014/main" id="{55382C33-E636-DEA8-79F5-1FC7FAE07BDF}"/>
                </a:ext>
              </a:extLst>
            </p:cNvPr>
            <p:cNvGrpSpPr/>
            <p:nvPr/>
          </p:nvGrpSpPr>
          <p:grpSpPr>
            <a:xfrm>
              <a:off x="237689" y="2972005"/>
              <a:ext cx="1117400" cy="757242"/>
              <a:chOff x="964896" y="4065515"/>
              <a:chExt cx="1117400" cy="757242"/>
            </a:xfrm>
          </p:grpSpPr>
          <p:pic>
            <p:nvPicPr>
              <p:cNvPr id="5" name="Graphic 4">
                <a:extLst>
                  <a:ext uri="{FF2B5EF4-FFF2-40B4-BE49-F238E27FC236}">
                    <a16:creationId xmlns:a16="http://schemas.microsoft.com/office/drawing/2014/main" id="{25B40F65-095D-DBF0-083A-96313F4D9F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4896" y="4065515"/>
                <a:ext cx="1117400" cy="510033"/>
              </a:xfrm>
              <a:prstGeom prst="rect">
                <a:avLst/>
              </a:prstGeom>
            </p:spPr>
          </p:pic>
          <p:sp>
            <p:nvSpPr>
              <p:cNvPr id="6" name="TextBox 5">
                <a:extLst>
                  <a:ext uri="{FF2B5EF4-FFF2-40B4-BE49-F238E27FC236}">
                    <a16:creationId xmlns:a16="http://schemas.microsoft.com/office/drawing/2014/main" id="{E194E3CC-E0BA-7229-E6A7-D33F66FD036A}"/>
                  </a:ext>
                </a:extLst>
              </p:cNvPr>
              <p:cNvSpPr txBox="1"/>
              <p:nvPr/>
            </p:nvSpPr>
            <p:spPr>
              <a:xfrm>
                <a:off x="1277374" y="4484203"/>
                <a:ext cx="492443" cy="338554"/>
              </a:xfrm>
              <a:prstGeom prst="rect">
                <a:avLst/>
              </a:prstGeom>
              <a:noFill/>
            </p:spPr>
            <p:txBody>
              <a:bodyPr wrap="none" rtlCol="0">
                <a:spAutoFit/>
              </a:bodyPr>
              <a:lstStyle/>
              <a:p>
                <a:r>
                  <a:rPr lang="en-US" sz="1600"/>
                  <a:t>Ant</a:t>
                </a:r>
              </a:p>
            </p:txBody>
          </p:sp>
        </p:grpSp>
        <p:grpSp>
          <p:nvGrpSpPr>
            <p:cNvPr id="35" name="Group 34">
              <a:extLst>
                <a:ext uri="{FF2B5EF4-FFF2-40B4-BE49-F238E27FC236}">
                  <a16:creationId xmlns:a16="http://schemas.microsoft.com/office/drawing/2014/main" id="{6D22E359-B49A-0F1B-515B-0235BB695FBE}"/>
                </a:ext>
              </a:extLst>
            </p:cNvPr>
            <p:cNvGrpSpPr/>
            <p:nvPr/>
          </p:nvGrpSpPr>
          <p:grpSpPr>
            <a:xfrm>
              <a:off x="1822461" y="2905790"/>
              <a:ext cx="741192" cy="910469"/>
              <a:chOff x="3897266" y="4328936"/>
              <a:chExt cx="741192" cy="910469"/>
            </a:xfrm>
          </p:grpSpPr>
          <p:pic>
            <p:nvPicPr>
              <p:cNvPr id="14" name="Graphic 13">
                <a:extLst>
                  <a:ext uri="{FF2B5EF4-FFF2-40B4-BE49-F238E27FC236}">
                    <a16:creationId xmlns:a16="http://schemas.microsoft.com/office/drawing/2014/main" id="{5CBC52AB-660C-D162-FCB4-699044124A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97266" y="4328936"/>
                <a:ext cx="741192" cy="741192"/>
              </a:xfrm>
              <a:prstGeom prst="rect">
                <a:avLst/>
              </a:prstGeom>
            </p:spPr>
          </p:pic>
          <p:sp>
            <p:nvSpPr>
              <p:cNvPr id="15" name="TextBox 14">
                <a:extLst>
                  <a:ext uri="{FF2B5EF4-FFF2-40B4-BE49-F238E27FC236}">
                    <a16:creationId xmlns:a16="http://schemas.microsoft.com/office/drawing/2014/main" id="{0D620D40-6783-3279-E693-A2F945DC4271}"/>
                  </a:ext>
                </a:extLst>
              </p:cNvPr>
              <p:cNvSpPr txBox="1"/>
              <p:nvPr/>
            </p:nvSpPr>
            <p:spPr>
              <a:xfrm>
                <a:off x="3993588" y="4900851"/>
                <a:ext cx="548548" cy="338554"/>
              </a:xfrm>
              <a:prstGeom prst="rect">
                <a:avLst/>
              </a:prstGeom>
              <a:noFill/>
            </p:spPr>
            <p:txBody>
              <a:bodyPr wrap="none" rtlCol="0">
                <a:spAutoFit/>
              </a:bodyPr>
              <a:lstStyle/>
              <a:p>
                <a:r>
                  <a:rPr lang="en-US" sz="1600"/>
                  <a:t>Bee</a:t>
                </a:r>
              </a:p>
            </p:txBody>
          </p:sp>
        </p:grpSp>
        <p:grpSp>
          <p:nvGrpSpPr>
            <p:cNvPr id="34" name="Group 33">
              <a:extLst>
                <a:ext uri="{FF2B5EF4-FFF2-40B4-BE49-F238E27FC236}">
                  <a16:creationId xmlns:a16="http://schemas.microsoft.com/office/drawing/2014/main" id="{02FCBF6A-80CE-83EA-4B79-D76EABC8D545}"/>
                </a:ext>
              </a:extLst>
            </p:cNvPr>
            <p:cNvGrpSpPr/>
            <p:nvPr/>
          </p:nvGrpSpPr>
          <p:grpSpPr>
            <a:xfrm>
              <a:off x="1224172" y="3012082"/>
              <a:ext cx="697887" cy="867164"/>
              <a:chOff x="1026427" y="4901849"/>
              <a:chExt cx="697887" cy="867164"/>
            </a:xfrm>
          </p:grpSpPr>
          <p:pic>
            <p:nvPicPr>
              <p:cNvPr id="17" name="Graphic 16">
                <a:extLst>
                  <a:ext uri="{FF2B5EF4-FFF2-40B4-BE49-F238E27FC236}">
                    <a16:creationId xmlns:a16="http://schemas.microsoft.com/office/drawing/2014/main" id="{65272493-0076-2DDB-7344-F5BE9222A3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6427" y="4901849"/>
                <a:ext cx="697887" cy="697887"/>
              </a:xfrm>
              <a:prstGeom prst="rect">
                <a:avLst/>
              </a:prstGeom>
            </p:spPr>
          </p:pic>
          <p:sp>
            <p:nvSpPr>
              <p:cNvPr id="18" name="TextBox 17">
                <a:extLst>
                  <a:ext uri="{FF2B5EF4-FFF2-40B4-BE49-F238E27FC236}">
                    <a16:creationId xmlns:a16="http://schemas.microsoft.com/office/drawing/2014/main" id="{7B7ADBA1-5DFC-D94D-F046-77A2C50045A4}"/>
                  </a:ext>
                </a:extLst>
              </p:cNvPr>
              <p:cNvSpPr txBox="1"/>
              <p:nvPr/>
            </p:nvSpPr>
            <p:spPr>
              <a:xfrm>
                <a:off x="1203330" y="5430459"/>
                <a:ext cx="503664" cy="338554"/>
              </a:xfrm>
              <a:prstGeom prst="rect">
                <a:avLst/>
              </a:prstGeom>
              <a:noFill/>
            </p:spPr>
            <p:txBody>
              <a:bodyPr wrap="none" rtlCol="0">
                <a:spAutoFit/>
              </a:bodyPr>
              <a:lstStyle/>
              <a:p>
                <a:r>
                  <a:rPr lang="en-US" sz="1600"/>
                  <a:t>Rat</a:t>
                </a:r>
              </a:p>
            </p:txBody>
          </p:sp>
        </p:grpSp>
        <p:grpSp>
          <p:nvGrpSpPr>
            <p:cNvPr id="26" name="Group 25">
              <a:extLst>
                <a:ext uri="{FF2B5EF4-FFF2-40B4-BE49-F238E27FC236}">
                  <a16:creationId xmlns:a16="http://schemas.microsoft.com/office/drawing/2014/main" id="{B7E6DA3A-6EB2-045F-E30A-E925218CE272}"/>
                </a:ext>
              </a:extLst>
            </p:cNvPr>
            <p:cNvGrpSpPr/>
            <p:nvPr/>
          </p:nvGrpSpPr>
          <p:grpSpPr>
            <a:xfrm>
              <a:off x="10232415" y="2754544"/>
              <a:ext cx="1024382" cy="1033543"/>
              <a:chOff x="8300536" y="1094735"/>
              <a:chExt cx="1024382" cy="1033543"/>
            </a:xfrm>
          </p:grpSpPr>
          <p:pic>
            <p:nvPicPr>
              <p:cNvPr id="20" name="Picture 19">
                <a:extLst>
                  <a:ext uri="{FF2B5EF4-FFF2-40B4-BE49-F238E27FC236}">
                    <a16:creationId xmlns:a16="http://schemas.microsoft.com/office/drawing/2014/main" id="{EB608C79-2563-97C3-5754-885290AB6F53}"/>
                  </a:ext>
                </a:extLst>
              </p:cNvPr>
              <p:cNvPicPr>
                <a:picLocks noChangeAspect="1"/>
              </p:cNvPicPr>
              <p:nvPr/>
            </p:nvPicPr>
            <p:blipFill>
              <a:blip r:embed="rId6"/>
              <a:stretch>
                <a:fillRect/>
              </a:stretch>
            </p:blipFill>
            <p:spPr>
              <a:xfrm>
                <a:off x="8300536" y="1094735"/>
                <a:ext cx="997654" cy="845483"/>
              </a:xfrm>
              <a:prstGeom prst="rect">
                <a:avLst/>
              </a:prstGeom>
            </p:spPr>
          </p:pic>
          <p:sp>
            <p:nvSpPr>
              <p:cNvPr id="25" name="TextBox 24">
                <a:extLst>
                  <a:ext uri="{FF2B5EF4-FFF2-40B4-BE49-F238E27FC236}">
                    <a16:creationId xmlns:a16="http://schemas.microsoft.com/office/drawing/2014/main" id="{5948AABA-1C97-42D2-DE32-8AE8152F095A}"/>
                  </a:ext>
                </a:extLst>
              </p:cNvPr>
              <p:cNvSpPr txBox="1"/>
              <p:nvPr/>
            </p:nvSpPr>
            <p:spPr>
              <a:xfrm>
                <a:off x="8332339" y="1789724"/>
                <a:ext cx="992579" cy="338554"/>
              </a:xfrm>
              <a:prstGeom prst="rect">
                <a:avLst/>
              </a:prstGeom>
              <a:noFill/>
            </p:spPr>
            <p:txBody>
              <a:bodyPr wrap="none" rtlCol="0">
                <a:spAutoFit/>
              </a:bodyPr>
              <a:lstStyle/>
              <a:p>
                <a:r>
                  <a:rPr lang="en-US" sz="1600"/>
                  <a:t>Elephant</a:t>
                </a:r>
              </a:p>
            </p:txBody>
          </p:sp>
        </p:grpSp>
        <p:grpSp>
          <p:nvGrpSpPr>
            <p:cNvPr id="28" name="Group 27">
              <a:extLst>
                <a:ext uri="{FF2B5EF4-FFF2-40B4-BE49-F238E27FC236}">
                  <a16:creationId xmlns:a16="http://schemas.microsoft.com/office/drawing/2014/main" id="{E853F9F7-93D1-9561-D858-C37C5955DB06}"/>
                </a:ext>
              </a:extLst>
            </p:cNvPr>
            <p:cNvGrpSpPr/>
            <p:nvPr/>
          </p:nvGrpSpPr>
          <p:grpSpPr>
            <a:xfrm>
              <a:off x="9501122" y="2959497"/>
              <a:ext cx="617477" cy="929122"/>
              <a:chOff x="7712449" y="1039653"/>
              <a:chExt cx="617477" cy="929122"/>
            </a:xfrm>
          </p:grpSpPr>
          <p:pic>
            <p:nvPicPr>
              <p:cNvPr id="22" name="Graphic 21">
                <a:extLst>
                  <a:ext uri="{FF2B5EF4-FFF2-40B4-BE49-F238E27FC236}">
                    <a16:creationId xmlns:a16="http://schemas.microsoft.com/office/drawing/2014/main" id="{584DBC03-6F21-031A-9868-0E504FAD35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49186" y="1039653"/>
                <a:ext cx="544004" cy="694989"/>
              </a:xfrm>
              <a:prstGeom prst="rect">
                <a:avLst/>
              </a:prstGeom>
            </p:spPr>
          </p:pic>
          <p:sp>
            <p:nvSpPr>
              <p:cNvPr id="27" name="TextBox 26">
                <a:extLst>
                  <a:ext uri="{FF2B5EF4-FFF2-40B4-BE49-F238E27FC236}">
                    <a16:creationId xmlns:a16="http://schemas.microsoft.com/office/drawing/2014/main" id="{85111AC4-68FC-4CA2-86C8-A747835A8DC7}"/>
                  </a:ext>
                </a:extLst>
              </p:cNvPr>
              <p:cNvSpPr txBox="1"/>
              <p:nvPr/>
            </p:nvSpPr>
            <p:spPr>
              <a:xfrm>
                <a:off x="7712449" y="1630221"/>
                <a:ext cx="617477" cy="338554"/>
              </a:xfrm>
              <a:prstGeom prst="rect">
                <a:avLst/>
              </a:prstGeom>
              <a:noFill/>
            </p:spPr>
            <p:txBody>
              <a:bodyPr wrap="none" rtlCol="0">
                <a:spAutoFit/>
              </a:bodyPr>
              <a:lstStyle/>
              <a:p>
                <a:r>
                  <a:rPr lang="en-US" sz="1600"/>
                  <a:t>Bear</a:t>
                </a:r>
              </a:p>
            </p:txBody>
          </p:sp>
        </p:grpSp>
        <p:grpSp>
          <p:nvGrpSpPr>
            <p:cNvPr id="30" name="Group 29">
              <a:extLst>
                <a:ext uri="{FF2B5EF4-FFF2-40B4-BE49-F238E27FC236}">
                  <a16:creationId xmlns:a16="http://schemas.microsoft.com/office/drawing/2014/main" id="{6B0052CE-184A-613D-95D4-C70B048BB2F5}"/>
                </a:ext>
              </a:extLst>
            </p:cNvPr>
            <p:cNvGrpSpPr/>
            <p:nvPr/>
          </p:nvGrpSpPr>
          <p:grpSpPr>
            <a:xfrm>
              <a:off x="11255526" y="2969381"/>
              <a:ext cx="845103" cy="919238"/>
              <a:chOff x="6600056" y="1066638"/>
              <a:chExt cx="845103" cy="919238"/>
            </a:xfrm>
          </p:grpSpPr>
          <p:pic>
            <p:nvPicPr>
              <p:cNvPr id="24" name="Graphic 23">
                <a:extLst>
                  <a:ext uri="{FF2B5EF4-FFF2-40B4-BE49-F238E27FC236}">
                    <a16:creationId xmlns:a16="http://schemas.microsoft.com/office/drawing/2014/main" id="{3204F9F2-C346-6AB4-5A7F-77A1A1B6B9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71749" y="1066638"/>
                <a:ext cx="668004" cy="668004"/>
              </a:xfrm>
              <a:prstGeom prst="rect">
                <a:avLst/>
              </a:prstGeom>
            </p:spPr>
          </p:pic>
          <p:sp>
            <p:nvSpPr>
              <p:cNvPr id="29" name="TextBox 28">
                <a:extLst>
                  <a:ext uri="{FF2B5EF4-FFF2-40B4-BE49-F238E27FC236}">
                    <a16:creationId xmlns:a16="http://schemas.microsoft.com/office/drawing/2014/main" id="{FF4B5C22-CD69-4D82-572E-7C35169B8EF7}"/>
                  </a:ext>
                </a:extLst>
              </p:cNvPr>
              <p:cNvSpPr txBox="1"/>
              <p:nvPr/>
            </p:nvSpPr>
            <p:spPr>
              <a:xfrm>
                <a:off x="6600056" y="1647322"/>
                <a:ext cx="845103" cy="338554"/>
              </a:xfrm>
              <a:prstGeom prst="rect">
                <a:avLst/>
              </a:prstGeom>
              <a:noFill/>
            </p:spPr>
            <p:txBody>
              <a:bodyPr wrap="none" rtlCol="0">
                <a:spAutoFit/>
              </a:bodyPr>
              <a:lstStyle/>
              <a:p>
                <a:r>
                  <a:rPr lang="en-US" sz="1600"/>
                  <a:t>Human</a:t>
                </a:r>
              </a:p>
            </p:txBody>
          </p:sp>
        </p:grpSp>
        <p:grpSp>
          <p:nvGrpSpPr>
            <p:cNvPr id="3" name="Group 2">
              <a:extLst>
                <a:ext uri="{FF2B5EF4-FFF2-40B4-BE49-F238E27FC236}">
                  <a16:creationId xmlns:a16="http://schemas.microsoft.com/office/drawing/2014/main" id="{B0E730AF-435E-CC0A-4ED7-8D165F913353}"/>
                </a:ext>
              </a:extLst>
            </p:cNvPr>
            <p:cNvGrpSpPr/>
            <p:nvPr/>
          </p:nvGrpSpPr>
          <p:grpSpPr>
            <a:xfrm>
              <a:off x="1010052" y="3012082"/>
              <a:ext cx="10153128" cy="1870424"/>
              <a:chOff x="1010052" y="3012082"/>
              <a:chExt cx="10153128" cy="1870424"/>
            </a:xfrm>
          </p:grpSpPr>
          <p:sp>
            <p:nvSpPr>
              <p:cNvPr id="2" name="Left-right Arrow 1">
                <a:extLst>
                  <a:ext uri="{FF2B5EF4-FFF2-40B4-BE49-F238E27FC236}">
                    <a16:creationId xmlns:a16="http://schemas.microsoft.com/office/drawing/2014/main" id="{156576A1-CBB1-2617-739A-EFE9516D37BA}"/>
                  </a:ext>
                </a:extLst>
              </p:cNvPr>
              <p:cNvSpPr/>
              <p:nvPr/>
            </p:nvSpPr>
            <p:spPr>
              <a:xfrm>
                <a:off x="1010052" y="3692540"/>
                <a:ext cx="10153128" cy="504056"/>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9" name="Diagram 38">
                <a:extLst>
                  <a:ext uri="{FF2B5EF4-FFF2-40B4-BE49-F238E27FC236}">
                    <a16:creationId xmlns:a16="http://schemas.microsoft.com/office/drawing/2014/main" id="{BEFE06EA-C334-6D01-8BFD-E04BF8AED434}"/>
                  </a:ext>
                </a:extLst>
              </p:cNvPr>
              <p:cNvGraphicFramePr/>
              <p:nvPr/>
            </p:nvGraphicFramePr>
            <p:xfrm>
              <a:off x="2946362" y="3012082"/>
              <a:ext cx="6492097" cy="187042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pSp>
      </p:grpSp>
      <p:sp>
        <p:nvSpPr>
          <p:cNvPr id="63" name="TextBox 62">
            <a:extLst>
              <a:ext uri="{FF2B5EF4-FFF2-40B4-BE49-F238E27FC236}">
                <a16:creationId xmlns:a16="http://schemas.microsoft.com/office/drawing/2014/main" id="{0653D473-93D5-2818-E4C5-2F2FE6E8EB48}"/>
              </a:ext>
            </a:extLst>
          </p:cNvPr>
          <p:cNvSpPr txBox="1"/>
          <p:nvPr/>
        </p:nvSpPr>
        <p:spPr>
          <a:xfrm>
            <a:off x="1244217" y="4788445"/>
            <a:ext cx="9885357" cy="945116"/>
          </a:xfrm>
          <a:prstGeom prst="roundRect">
            <a:avLst/>
          </a:prstGeom>
          <a:solidFill>
            <a:srgbClr val="EB602B">
              <a:alpha val="29804"/>
            </a:srgbClr>
          </a:solidFill>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sz="1600" b="1"/>
              <a:t>However</a:t>
            </a:r>
            <a:r>
              <a:rPr lang="en-US" sz="1600"/>
              <a:t>, Creatures are slow-evolving, but Deepfakes are different, they are evolving at a terrifying speed:</a:t>
            </a:r>
          </a:p>
        </p:txBody>
      </p:sp>
      <p:sp>
        <p:nvSpPr>
          <p:cNvPr id="7" name="TextBox 6">
            <a:extLst>
              <a:ext uri="{FF2B5EF4-FFF2-40B4-BE49-F238E27FC236}">
                <a16:creationId xmlns:a16="http://schemas.microsoft.com/office/drawing/2014/main" id="{FE10494E-248E-7ED1-9459-8ED37CB178A9}"/>
              </a:ext>
            </a:extLst>
          </p:cNvPr>
          <p:cNvSpPr txBox="1"/>
          <p:nvPr/>
        </p:nvSpPr>
        <p:spPr>
          <a:xfrm>
            <a:off x="668895" y="6627168"/>
            <a:ext cx="4352474" cy="230832"/>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n-AU" sz="900"/>
              <a:t>[43] On r- and K-Selection https://</a:t>
            </a:r>
            <a:r>
              <a:rPr lang="en-AU" sz="900" err="1"/>
              <a:t>www.journals.uchicago.edu</a:t>
            </a:r>
            <a:r>
              <a:rPr lang="en-AU" sz="900"/>
              <a:t>/</a:t>
            </a:r>
            <a:r>
              <a:rPr lang="en-AU" sz="900" err="1"/>
              <a:t>doi</a:t>
            </a:r>
            <a:r>
              <a:rPr lang="en-AU" sz="900"/>
              <a:t>/10.1086/282697</a:t>
            </a:r>
          </a:p>
        </p:txBody>
      </p:sp>
      <p:sp>
        <p:nvSpPr>
          <p:cNvPr id="16" name="TextBox 15">
            <a:extLst>
              <a:ext uri="{FF2B5EF4-FFF2-40B4-BE49-F238E27FC236}">
                <a16:creationId xmlns:a16="http://schemas.microsoft.com/office/drawing/2014/main" id="{C4957701-AC84-B306-46A0-A2196B34CC75}"/>
              </a:ext>
            </a:extLst>
          </p:cNvPr>
          <p:cNvSpPr txBox="1"/>
          <p:nvPr/>
        </p:nvSpPr>
        <p:spPr>
          <a:xfrm>
            <a:off x="2328408" y="5791371"/>
            <a:ext cx="7128791" cy="510778"/>
          </a:xfrm>
          <a:prstGeom prst="roundRect">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400"/>
              <a:t>Question: How are we going to deal with them?</a:t>
            </a:r>
          </a:p>
        </p:txBody>
      </p:sp>
      <p:sp>
        <p:nvSpPr>
          <p:cNvPr id="40" name="TextBox 39">
            <a:extLst>
              <a:ext uri="{FF2B5EF4-FFF2-40B4-BE49-F238E27FC236}">
                <a16:creationId xmlns:a16="http://schemas.microsoft.com/office/drawing/2014/main" id="{88E57585-C90A-8E78-C1FA-503BE703C17F}"/>
              </a:ext>
            </a:extLst>
          </p:cNvPr>
          <p:cNvSpPr txBox="1"/>
          <p:nvPr/>
        </p:nvSpPr>
        <p:spPr>
          <a:xfrm>
            <a:off x="1665306" y="5225019"/>
            <a:ext cx="1575173" cy="385167"/>
          </a:xfrm>
          <a:prstGeom prst="hexagon">
            <a:avLst/>
          </a:prstGeom>
          <a:solidFill>
            <a:schemeClr val="accent4"/>
          </a:solidFill>
        </p:spPr>
        <p:style>
          <a:lnRef idx="2">
            <a:schemeClr val="accent1"/>
          </a:lnRef>
          <a:fillRef idx="1">
            <a:schemeClr val="lt1"/>
          </a:fillRef>
          <a:effectRef idx="0">
            <a:schemeClr val="accent1"/>
          </a:effectRef>
          <a:fontRef idx="minor">
            <a:schemeClr val="dk1"/>
          </a:fontRef>
        </p:style>
        <p:txBody>
          <a:bodyPr wrap="none" rtlCol="0">
            <a:spAutoFit/>
          </a:bodyPr>
          <a:lstStyle/>
          <a:p>
            <a:r>
              <a:rPr lang="en-AU" sz="1400"/>
              <a:t>Fast Creation</a:t>
            </a:r>
          </a:p>
        </p:txBody>
      </p:sp>
      <p:sp>
        <p:nvSpPr>
          <p:cNvPr id="41" name="TextBox 40">
            <a:extLst>
              <a:ext uri="{FF2B5EF4-FFF2-40B4-BE49-F238E27FC236}">
                <a16:creationId xmlns:a16="http://schemas.microsoft.com/office/drawing/2014/main" id="{9C91FB28-DD24-71C9-DFBC-A67C8D51C1A8}"/>
              </a:ext>
            </a:extLst>
          </p:cNvPr>
          <p:cNvSpPr txBox="1"/>
          <p:nvPr/>
        </p:nvSpPr>
        <p:spPr>
          <a:xfrm>
            <a:off x="3456739" y="5244367"/>
            <a:ext cx="2467803" cy="379214"/>
          </a:xfrm>
          <a:prstGeom prst="hexagon">
            <a:avLst/>
          </a:prstGeom>
          <a:solidFill>
            <a:schemeClr val="accent4"/>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1400"/>
              <a:t>Low-Skill Requirement</a:t>
            </a:r>
          </a:p>
        </p:txBody>
      </p:sp>
      <p:sp>
        <p:nvSpPr>
          <p:cNvPr id="42" name="TextBox 41">
            <a:extLst>
              <a:ext uri="{FF2B5EF4-FFF2-40B4-BE49-F238E27FC236}">
                <a16:creationId xmlns:a16="http://schemas.microsoft.com/office/drawing/2014/main" id="{30A34256-C86A-E973-8135-DCDF55584698}"/>
              </a:ext>
            </a:extLst>
          </p:cNvPr>
          <p:cNvSpPr txBox="1"/>
          <p:nvPr/>
        </p:nvSpPr>
        <p:spPr>
          <a:xfrm>
            <a:off x="6409067" y="5244367"/>
            <a:ext cx="1908163" cy="382191"/>
          </a:xfrm>
          <a:prstGeom prst="hexagon">
            <a:avLst/>
          </a:prstGeom>
          <a:solidFill>
            <a:schemeClr val="accent4"/>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1400"/>
              <a:t>High Number</a:t>
            </a:r>
          </a:p>
        </p:txBody>
      </p:sp>
      <p:sp>
        <p:nvSpPr>
          <p:cNvPr id="43" name="TextBox 42">
            <a:extLst>
              <a:ext uri="{FF2B5EF4-FFF2-40B4-BE49-F238E27FC236}">
                <a16:creationId xmlns:a16="http://schemas.microsoft.com/office/drawing/2014/main" id="{8D29CAAD-76D3-0638-C92C-509DA97007AE}"/>
              </a:ext>
            </a:extLst>
          </p:cNvPr>
          <p:cNvSpPr txBox="1"/>
          <p:nvPr/>
        </p:nvSpPr>
        <p:spPr>
          <a:xfrm>
            <a:off x="8739566" y="5249784"/>
            <a:ext cx="2021514" cy="382191"/>
          </a:xfrm>
          <a:prstGeom prst="hexagon">
            <a:avLst/>
          </a:prstGeom>
          <a:solidFill>
            <a:schemeClr val="accent4"/>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AU" sz="1400"/>
              <a:t>High Quality</a:t>
            </a:r>
          </a:p>
        </p:txBody>
      </p:sp>
    </p:spTree>
    <p:extLst>
      <p:ext uri="{BB962C8B-B14F-4D97-AF65-F5344CB8AC3E}">
        <p14:creationId xmlns:p14="http://schemas.microsoft.com/office/powerpoint/2010/main" val="3131126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
                                            <p:bg/>
                                          </p:spTgt>
                                        </p:tgtEl>
                                        <p:attrNameLst>
                                          <p:attrName>style.visibility</p:attrName>
                                        </p:attrNameLst>
                                      </p:cBhvr>
                                      <p:to>
                                        <p:strVal val="visible"/>
                                      </p:to>
                                    </p:set>
                                    <p:animEffect transition="in" filter="dissolve">
                                      <p:cBhvr>
                                        <p:cTn id="7" dur="500"/>
                                        <p:tgtEl>
                                          <p:spTgt spid="38">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8">
                                            <p:txEl>
                                              <p:pRg st="0" end="0"/>
                                            </p:txEl>
                                          </p:spTgt>
                                        </p:tgtEl>
                                        <p:attrNameLst>
                                          <p:attrName>style.visibility</p:attrName>
                                        </p:attrNameLst>
                                      </p:cBhvr>
                                      <p:to>
                                        <p:strVal val="visible"/>
                                      </p:to>
                                    </p:set>
                                    <p:animEffect transition="in" filter="dissolve">
                                      <p:cBhvr>
                                        <p:cTn id="10" dur="500"/>
                                        <p:tgtEl>
                                          <p:spTgt spid="38">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8">
                                            <p:txEl>
                                              <p:pRg st="1" end="1"/>
                                            </p:txEl>
                                          </p:spTgt>
                                        </p:tgtEl>
                                        <p:attrNameLst>
                                          <p:attrName>style.visibility</p:attrName>
                                        </p:attrNameLst>
                                      </p:cBhvr>
                                      <p:to>
                                        <p:strVal val="visible"/>
                                      </p:to>
                                    </p:set>
                                    <p:animEffect transition="in" filter="dissolve">
                                      <p:cBhvr>
                                        <p:cTn id="13" dur="500"/>
                                        <p:tgtEl>
                                          <p:spTgt spid="38">
                                            <p:txEl>
                                              <p:pRg st="1" end="1"/>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8">
                                            <p:txEl>
                                              <p:pRg st="2" end="2"/>
                                            </p:txEl>
                                          </p:spTgt>
                                        </p:tgtEl>
                                        <p:attrNameLst>
                                          <p:attrName>style.visibility</p:attrName>
                                        </p:attrNameLst>
                                      </p:cBhvr>
                                      <p:to>
                                        <p:strVal val="visible"/>
                                      </p:to>
                                    </p:set>
                                    <p:animEffect transition="in" filter="dissolve">
                                      <p:cBhvr>
                                        <p:cTn id="16" dur="500"/>
                                        <p:tgtEl>
                                          <p:spTgt spid="38">
                                            <p:txEl>
                                              <p:pRg st="2" end="2"/>
                                            </p:txEl>
                                          </p:spTgt>
                                        </p:tgtEl>
                                      </p:cBhvr>
                                    </p:animEffect>
                                  </p:childTnLst>
                                </p:cTn>
                              </p:par>
                            </p:childTnLst>
                          </p:cTn>
                        </p:par>
                        <p:par>
                          <p:cTn id="17" fill="hold">
                            <p:stCondLst>
                              <p:cond delay="500"/>
                            </p:stCondLst>
                            <p:childTnLst>
                              <p:par>
                                <p:cTn id="18" presetID="16" presetClass="entr" presetSubtype="37" fill="hold" nodeType="afterEffect">
                                  <p:stCondLst>
                                    <p:cond delay="1000"/>
                                  </p:stCondLst>
                                  <p:childTnLst>
                                    <p:set>
                                      <p:cBhvr>
                                        <p:cTn id="19" dur="1" fill="hold">
                                          <p:stCondLst>
                                            <p:cond delay="0"/>
                                          </p:stCondLst>
                                        </p:cTn>
                                        <p:tgtEl>
                                          <p:spTgt spid="4"/>
                                        </p:tgtEl>
                                        <p:attrNameLst>
                                          <p:attrName>style.visibility</p:attrName>
                                        </p:attrNameLst>
                                      </p:cBhvr>
                                      <p:to>
                                        <p:strVal val="visible"/>
                                      </p:to>
                                    </p:set>
                                    <p:animEffect transition="in" filter="barn(outVertical)">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500"/>
                                        <p:tgtEl>
                                          <p:spTgt spid="63"/>
                                        </p:tgtEl>
                                      </p:cBhvr>
                                    </p:animEffect>
                                  </p:childTnLst>
                                </p:cTn>
                              </p:par>
                            </p:childTnLst>
                          </p:cTn>
                        </p:par>
                        <p:par>
                          <p:cTn id="26" fill="hold">
                            <p:stCondLst>
                              <p:cond delay="500"/>
                            </p:stCondLst>
                            <p:childTnLst>
                              <p:par>
                                <p:cTn id="27" presetID="12" presetClass="entr" presetSubtype="4" fill="hold" grpId="0" nodeType="afterEffect">
                                  <p:stCondLst>
                                    <p:cond delay="100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p:tgtEl>
                                          <p:spTgt spid="40"/>
                                        </p:tgtEl>
                                        <p:attrNameLst>
                                          <p:attrName>ppt_y</p:attrName>
                                        </p:attrNameLst>
                                      </p:cBhvr>
                                      <p:tavLst>
                                        <p:tav tm="0">
                                          <p:val>
                                            <p:strVal val="#ppt_y+#ppt_h*1.125000"/>
                                          </p:val>
                                        </p:tav>
                                        <p:tav tm="100000">
                                          <p:val>
                                            <p:strVal val="#ppt_y"/>
                                          </p:val>
                                        </p:tav>
                                      </p:tavLst>
                                    </p:anim>
                                    <p:animEffect transition="in" filter="wipe(up)">
                                      <p:cBhvr>
                                        <p:cTn id="30" dur="500"/>
                                        <p:tgtEl>
                                          <p:spTgt spid="40"/>
                                        </p:tgtEl>
                                      </p:cBhvr>
                                    </p:animEffect>
                                  </p:childTnLst>
                                </p:cTn>
                              </p:par>
                            </p:childTnLst>
                          </p:cTn>
                        </p:par>
                        <p:par>
                          <p:cTn id="31" fill="hold">
                            <p:stCondLst>
                              <p:cond delay="2000"/>
                            </p:stCondLst>
                            <p:childTnLst>
                              <p:par>
                                <p:cTn id="32" presetID="12" presetClass="entr" presetSubtype="4" fill="hold" grpId="0" nodeType="afterEffect">
                                  <p:stCondLst>
                                    <p:cond delay="500"/>
                                  </p:stCondLst>
                                  <p:childTnLst>
                                    <p:set>
                                      <p:cBhvr>
                                        <p:cTn id="33" dur="1" fill="hold">
                                          <p:stCondLst>
                                            <p:cond delay="0"/>
                                          </p:stCondLst>
                                        </p:cTn>
                                        <p:tgtEl>
                                          <p:spTgt spid="41"/>
                                        </p:tgtEl>
                                        <p:attrNameLst>
                                          <p:attrName>style.visibility</p:attrName>
                                        </p:attrNameLst>
                                      </p:cBhvr>
                                      <p:to>
                                        <p:strVal val="visible"/>
                                      </p:to>
                                    </p:set>
                                    <p:anim calcmode="lin" valueType="num">
                                      <p:cBhvr additive="base">
                                        <p:cTn id="34" dur="500"/>
                                        <p:tgtEl>
                                          <p:spTgt spid="41"/>
                                        </p:tgtEl>
                                        <p:attrNameLst>
                                          <p:attrName>ppt_y</p:attrName>
                                        </p:attrNameLst>
                                      </p:cBhvr>
                                      <p:tavLst>
                                        <p:tav tm="0">
                                          <p:val>
                                            <p:strVal val="#ppt_y+#ppt_h*1.125000"/>
                                          </p:val>
                                        </p:tav>
                                        <p:tav tm="100000">
                                          <p:val>
                                            <p:strVal val="#ppt_y"/>
                                          </p:val>
                                        </p:tav>
                                      </p:tavLst>
                                    </p:anim>
                                    <p:animEffect transition="in" filter="wipe(up)">
                                      <p:cBhvr>
                                        <p:cTn id="35" dur="500"/>
                                        <p:tgtEl>
                                          <p:spTgt spid="41"/>
                                        </p:tgtEl>
                                      </p:cBhvr>
                                    </p:animEffect>
                                  </p:childTnLst>
                                </p:cTn>
                              </p:par>
                            </p:childTnLst>
                          </p:cTn>
                        </p:par>
                        <p:par>
                          <p:cTn id="36" fill="hold">
                            <p:stCondLst>
                              <p:cond delay="3000"/>
                            </p:stCondLst>
                            <p:childTnLst>
                              <p:par>
                                <p:cTn id="37" presetID="12" presetClass="entr" presetSubtype="4" fill="hold" grpId="0" nodeType="afterEffect">
                                  <p:stCondLst>
                                    <p:cond delay="500"/>
                                  </p:stCondLst>
                                  <p:childTnLst>
                                    <p:set>
                                      <p:cBhvr>
                                        <p:cTn id="38" dur="1" fill="hold">
                                          <p:stCondLst>
                                            <p:cond delay="0"/>
                                          </p:stCondLst>
                                        </p:cTn>
                                        <p:tgtEl>
                                          <p:spTgt spid="42"/>
                                        </p:tgtEl>
                                        <p:attrNameLst>
                                          <p:attrName>style.visibility</p:attrName>
                                        </p:attrNameLst>
                                      </p:cBhvr>
                                      <p:to>
                                        <p:strVal val="visible"/>
                                      </p:to>
                                    </p:set>
                                    <p:anim calcmode="lin" valueType="num">
                                      <p:cBhvr additive="base">
                                        <p:cTn id="39" dur="500"/>
                                        <p:tgtEl>
                                          <p:spTgt spid="42"/>
                                        </p:tgtEl>
                                        <p:attrNameLst>
                                          <p:attrName>ppt_y</p:attrName>
                                        </p:attrNameLst>
                                      </p:cBhvr>
                                      <p:tavLst>
                                        <p:tav tm="0">
                                          <p:val>
                                            <p:strVal val="#ppt_y+#ppt_h*1.125000"/>
                                          </p:val>
                                        </p:tav>
                                        <p:tav tm="100000">
                                          <p:val>
                                            <p:strVal val="#ppt_y"/>
                                          </p:val>
                                        </p:tav>
                                      </p:tavLst>
                                    </p:anim>
                                    <p:animEffect transition="in" filter="wipe(up)">
                                      <p:cBhvr>
                                        <p:cTn id="40" dur="500"/>
                                        <p:tgtEl>
                                          <p:spTgt spid="42"/>
                                        </p:tgtEl>
                                      </p:cBhvr>
                                    </p:animEffect>
                                  </p:childTnLst>
                                </p:cTn>
                              </p:par>
                            </p:childTnLst>
                          </p:cTn>
                        </p:par>
                        <p:par>
                          <p:cTn id="41" fill="hold">
                            <p:stCondLst>
                              <p:cond delay="4000"/>
                            </p:stCondLst>
                            <p:childTnLst>
                              <p:par>
                                <p:cTn id="42" presetID="12" presetClass="entr" presetSubtype="4" fill="hold" grpId="0" nodeType="afterEffect">
                                  <p:stCondLst>
                                    <p:cond delay="500"/>
                                  </p:stCondLst>
                                  <p:childTnLst>
                                    <p:set>
                                      <p:cBhvr>
                                        <p:cTn id="43" dur="1" fill="hold">
                                          <p:stCondLst>
                                            <p:cond delay="0"/>
                                          </p:stCondLst>
                                        </p:cTn>
                                        <p:tgtEl>
                                          <p:spTgt spid="43"/>
                                        </p:tgtEl>
                                        <p:attrNameLst>
                                          <p:attrName>style.visibility</p:attrName>
                                        </p:attrNameLst>
                                      </p:cBhvr>
                                      <p:to>
                                        <p:strVal val="visible"/>
                                      </p:to>
                                    </p:set>
                                    <p:anim calcmode="lin" valueType="num">
                                      <p:cBhvr additive="base">
                                        <p:cTn id="44" dur="500"/>
                                        <p:tgtEl>
                                          <p:spTgt spid="43"/>
                                        </p:tgtEl>
                                        <p:attrNameLst>
                                          <p:attrName>ppt_y</p:attrName>
                                        </p:attrNameLst>
                                      </p:cBhvr>
                                      <p:tavLst>
                                        <p:tav tm="0">
                                          <p:val>
                                            <p:strVal val="#ppt_y+#ppt_h*1.125000"/>
                                          </p:val>
                                        </p:tav>
                                        <p:tav tm="100000">
                                          <p:val>
                                            <p:strVal val="#ppt_y"/>
                                          </p:val>
                                        </p:tav>
                                      </p:tavLst>
                                    </p:anim>
                                    <p:animEffect transition="in" filter="wipe(up)">
                                      <p:cBhvr>
                                        <p:cTn id="45" dur="500"/>
                                        <p:tgtEl>
                                          <p:spTgt spid="43"/>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barn(inVertical)">
                                      <p:cBhvr>
                                        <p:cTn id="5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uild="allAtOnce" animBg="1"/>
      <p:bldP spid="63" grpId="0" animBg="1"/>
      <p:bldP spid="16" grpId="0" animBg="1"/>
      <p:bldP spid="40" grpId="0" animBg="1"/>
      <p:bldP spid="41" grpId="0" animBg="1"/>
      <p:bldP spid="42" grpId="0" animBg="1"/>
      <p:bldP spid="4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64C5-152C-02AC-2F2E-04712A2829DE}"/>
            </a:ext>
          </a:extLst>
        </p:cNvPr>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631BE4F8-2131-A040-1049-A0752AF3C9EF}"/>
              </a:ext>
            </a:extLst>
          </p:cNvPr>
          <p:cNvCxnSpPr>
            <a:cxnSpLocks/>
            <a:stCxn id="7" idx="1"/>
            <a:endCxn id="3" idx="3"/>
          </p:cNvCxnSpPr>
          <p:nvPr/>
        </p:nvCxnSpPr>
        <p:spPr>
          <a:xfrm flipH="1">
            <a:off x="4352031" y="5317465"/>
            <a:ext cx="673622" cy="1455"/>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760A706-92EE-8CA1-9E99-99C1A7A9E6CE}"/>
              </a:ext>
            </a:extLst>
          </p:cNvPr>
          <p:cNvCxnSpPr>
            <a:cxnSpLocks/>
            <a:stCxn id="43" idx="3"/>
            <a:endCxn id="41" idx="1"/>
          </p:cNvCxnSpPr>
          <p:nvPr/>
        </p:nvCxnSpPr>
        <p:spPr>
          <a:xfrm flipV="1">
            <a:off x="7166345" y="4095552"/>
            <a:ext cx="687563" cy="4542"/>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D704406-7276-6363-1525-5559A2274A1C}"/>
              </a:ext>
            </a:extLst>
          </p:cNvPr>
          <p:cNvCxnSpPr>
            <a:cxnSpLocks/>
            <a:stCxn id="65" idx="1"/>
            <a:endCxn id="63" idx="3"/>
          </p:cNvCxnSpPr>
          <p:nvPr/>
        </p:nvCxnSpPr>
        <p:spPr>
          <a:xfrm flipH="1" flipV="1">
            <a:off x="4352032" y="2736010"/>
            <a:ext cx="673620" cy="1"/>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0486EB2-4272-1FE7-197F-F87A9EEA7815}"/>
              </a:ext>
            </a:extLst>
          </p:cNvPr>
          <p:cNvCxnSpPr>
            <a:cxnSpLocks/>
            <a:stCxn id="76" idx="3"/>
            <a:endCxn id="74" idx="1"/>
          </p:cNvCxnSpPr>
          <p:nvPr/>
        </p:nvCxnSpPr>
        <p:spPr>
          <a:xfrm>
            <a:off x="7166344" y="1661789"/>
            <a:ext cx="687564" cy="0"/>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8A9E7250-D345-AE45-9834-8BEB8393BC76}"/>
              </a:ext>
            </a:extLst>
          </p:cNvPr>
          <p:cNvSpPr>
            <a:spLocks noGrp="1"/>
          </p:cNvSpPr>
          <p:nvPr>
            <p:ph type="title"/>
          </p:nvPr>
        </p:nvSpPr>
        <p:spPr>
          <a:xfrm>
            <a:off x="119336" y="92075"/>
            <a:ext cx="10801350" cy="469056"/>
          </a:xfrm>
        </p:spPr>
        <p:txBody>
          <a:bodyPr/>
          <a:lstStyle/>
          <a:p>
            <a:r>
              <a:rPr lang="en-AU">
                <a:solidFill>
                  <a:schemeClr val="bg1"/>
                </a:solidFill>
              </a:rPr>
              <a:t>Our Vision: An End-to-End Defensive Pathway</a:t>
            </a:r>
          </a:p>
        </p:txBody>
      </p:sp>
      <p:sp>
        <p:nvSpPr>
          <p:cNvPr id="13" name="Slide Number Placeholder 12">
            <a:extLst>
              <a:ext uri="{FF2B5EF4-FFF2-40B4-BE49-F238E27FC236}">
                <a16:creationId xmlns:a16="http://schemas.microsoft.com/office/drawing/2014/main" id="{F8CFAA5A-B5B4-6F39-09E2-50CCDF234E30}"/>
              </a:ext>
            </a:extLst>
          </p:cNvPr>
          <p:cNvSpPr>
            <a:spLocks noGrp="1"/>
          </p:cNvSpPr>
          <p:nvPr>
            <p:ph type="sldNum" sz="quarter" idx="18"/>
          </p:nvPr>
        </p:nvSpPr>
        <p:spPr/>
        <p:txBody>
          <a:bodyPr/>
          <a:lstStyle/>
          <a:p>
            <a:fld id="{E917DE0E-AFB1-41FD-BC35-27DB61CA125F}" type="slidenum">
              <a:rPr lang="en-AU" smtClean="0"/>
              <a:pPr/>
              <a:t>27</a:t>
            </a:fld>
            <a:endParaRPr lang="en-AU"/>
          </a:p>
        </p:txBody>
      </p:sp>
      <p:grpSp>
        <p:nvGrpSpPr>
          <p:cNvPr id="15" name="Group 14">
            <a:extLst>
              <a:ext uri="{FF2B5EF4-FFF2-40B4-BE49-F238E27FC236}">
                <a16:creationId xmlns:a16="http://schemas.microsoft.com/office/drawing/2014/main" id="{5237C54F-3909-AE3B-80EF-3A3E426D2575}"/>
              </a:ext>
            </a:extLst>
          </p:cNvPr>
          <p:cNvGrpSpPr/>
          <p:nvPr/>
        </p:nvGrpSpPr>
        <p:grpSpPr>
          <a:xfrm>
            <a:off x="6382785" y="603119"/>
            <a:ext cx="738792" cy="898873"/>
            <a:chOff x="10435158" y="1086570"/>
            <a:chExt cx="738792" cy="898873"/>
          </a:xfrm>
        </p:grpSpPr>
        <p:pic>
          <p:nvPicPr>
            <p:cNvPr id="5" name="Graphic 4">
              <a:extLst>
                <a:ext uri="{FF2B5EF4-FFF2-40B4-BE49-F238E27FC236}">
                  <a16:creationId xmlns:a16="http://schemas.microsoft.com/office/drawing/2014/main" id="{B0905436-9D2C-3C4B-1702-52FEE7286A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5158" y="1086570"/>
              <a:ext cx="668004" cy="668004"/>
            </a:xfrm>
            <a:prstGeom prst="rect">
              <a:avLst/>
            </a:prstGeom>
          </p:spPr>
        </p:pic>
        <p:sp>
          <p:nvSpPr>
            <p:cNvPr id="6" name="TextBox 5">
              <a:extLst>
                <a:ext uri="{FF2B5EF4-FFF2-40B4-BE49-F238E27FC236}">
                  <a16:creationId xmlns:a16="http://schemas.microsoft.com/office/drawing/2014/main" id="{E2DB977E-8966-3678-5F10-771820EF4160}"/>
                </a:ext>
              </a:extLst>
            </p:cNvPr>
            <p:cNvSpPr txBox="1"/>
            <p:nvPr/>
          </p:nvSpPr>
          <p:spPr>
            <a:xfrm>
              <a:off x="10435158" y="1646889"/>
              <a:ext cx="738792" cy="338554"/>
            </a:xfrm>
            <a:prstGeom prst="rect">
              <a:avLst/>
            </a:prstGeom>
            <a:noFill/>
          </p:spPr>
          <p:txBody>
            <a:bodyPr wrap="none" rtlCol="0">
              <a:spAutoFit/>
            </a:bodyPr>
            <a:lstStyle/>
            <a:p>
              <a:r>
                <a:rPr lang="en-US" sz="1600"/>
                <a:t>Victim</a:t>
              </a:r>
            </a:p>
          </p:txBody>
        </p:sp>
      </p:grpSp>
      <p:grpSp>
        <p:nvGrpSpPr>
          <p:cNvPr id="14" name="Group 13">
            <a:extLst>
              <a:ext uri="{FF2B5EF4-FFF2-40B4-BE49-F238E27FC236}">
                <a16:creationId xmlns:a16="http://schemas.microsoft.com/office/drawing/2014/main" id="{6146DDA9-4AEE-6DD4-4DAB-8EAAA1E9EACF}"/>
              </a:ext>
            </a:extLst>
          </p:cNvPr>
          <p:cNvGrpSpPr/>
          <p:nvPr/>
        </p:nvGrpSpPr>
        <p:grpSpPr>
          <a:xfrm>
            <a:off x="6266472" y="5853689"/>
            <a:ext cx="971417" cy="1004311"/>
            <a:chOff x="1919536" y="1052736"/>
            <a:chExt cx="971417" cy="1004311"/>
          </a:xfrm>
        </p:grpSpPr>
        <p:pic>
          <p:nvPicPr>
            <p:cNvPr id="9" name="Graphic 8">
              <a:extLst>
                <a:ext uri="{FF2B5EF4-FFF2-40B4-BE49-F238E27FC236}">
                  <a16:creationId xmlns:a16="http://schemas.microsoft.com/office/drawing/2014/main" id="{6E7A7A39-A44B-DDD0-F21F-FA9D538CCF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9536" y="1052736"/>
              <a:ext cx="864096" cy="835034"/>
            </a:xfrm>
            <a:prstGeom prst="rect">
              <a:avLst/>
            </a:prstGeom>
          </p:spPr>
        </p:pic>
        <p:sp>
          <p:nvSpPr>
            <p:cNvPr id="11" name="TextBox 10">
              <a:extLst>
                <a:ext uri="{FF2B5EF4-FFF2-40B4-BE49-F238E27FC236}">
                  <a16:creationId xmlns:a16="http://schemas.microsoft.com/office/drawing/2014/main" id="{35C2C452-E0FF-3819-EC97-7ED9B720002B}"/>
                </a:ext>
              </a:extLst>
            </p:cNvPr>
            <p:cNvSpPr txBox="1"/>
            <p:nvPr/>
          </p:nvSpPr>
          <p:spPr>
            <a:xfrm>
              <a:off x="1956082" y="1718493"/>
              <a:ext cx="934871" cy="338554"/>
            </a:xfrm>
            <a:prstGeom prst="rect">
              <a:avLst/>
            </a:prstGeom>
            <a:noFill/>
          </p:spPr>
          <p:txBody>
            <a:bodyPr wrap="none" rtlCol="0">
              <a:spAutoFit/>
            </a:bodyPr>
            <a:lstStyle/>
            <a:p>
              <a:r>
                <a:rPr lang="en-US" sz="1600"/>
                <a:t>Criminal</a:t>
              </a:r>
            </a:p>
          </p:txBody>
        </p:sp>
      </p:grpSp>
      <p:sp>
        <p:nvSpPr>
          <p:cNvPr id="16" name="Right Arrow 15">
            <a:extLst>
              <a:ext uri="{FF2B5EF4-FFF2-40B4-BE49-F238E27FC236}">
                <a16:creationId xmlns:a16="http://schemas.microsoft.com/office/drawing/2014/main" id="{662A672B-1E85-61F2-1217-5D0039CEDB41}"/>
              </a:ext>
            </a:extLst>
          </p:cNvPr>
          <p:cNvSpPr/>
          <p:nvPr/>
        </p:nvSpPr>
        <p:spPr>
          <a:xfrm rot="16200000">
            <a:off x="3016046" y="3449147"/>
            <a:ext cx="6159906" cy="618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449B629C-7F0D-D8F9-A7F5-191DA298813A}"/>
              </a:ext>
            </a:extLst>
          </p:cNvPr>
          <p:cNvSpPr/>
          <p:nvPr/>
        </p:nvSpPr>
        <p:spPr>
          <a:xfrm>
            <a:off x="200247" y="4715152"/>
            <a:ext cx="4151784" cy="1207535"/>
          </a:xfrm>
          <a:prstGeom prst="roundRect">
            <a:avLst>
              <a:gd name="adj" fmla="val 10357"/>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Defensive Source</a:t>
            </a:r>
            <a:endParaRPr lang="en-US">
              <a:solidFill>
                <a:schemeClr val="tx1"/>
              </a:solidFill>
            </a:endParaRPr>
          </a:p>
          <a:p>
            <a:pPr marL="285750" indent="-285750">
              <a:buFont typeface="Arial" panose="020B0604020202020204" pitchFamily="34" charset="0"/>
              <a:buChar char="•"/>
            </a:pPr>
            <a:r>
              <a:rPr lang="en-US">
                <a:solidFill>
                  <a:schemeClr val="tx1"/>
                </a:solidFill>
              </a:rPr>
              <a:t>Increases the difficulty of generating deepfake with security enhanced source media</a:t>
            </a:r>
          </a:p>
        </p:txBody>
      </p:sp>
      <p:sp>
        <p:nvSpPr>
          <p:cNvPr id="7" name="Rounded Rectangle 6">
            <a:extLst>
              <a:ext uri="{FF2B5EF4-FFF2-40B4-BE49-F238E27FC236}">
                <a16:creationId xmlns:a16="http://schemas.microsoft.com/office/drawing/2014/main" id="{F8F8AE52-DA3E-736B-2E18-DA2EEEFB55C5}"/>
              </a:ext>
            </a:extLst>
          </p:cNvPr>
          <p:cNvSpPr/>
          <p:nvPr/>
        </p:nvSpPr>
        <p:spPr>
          <a:xfrm>
            <a:off x="5025653" y="4977033"/>
            <a:ext cx="2140692" cy="680864"/>
          </a:xfrm>
          <a:prstGeom prst="roundRect">
            <a:avLst>
              <a:gd name="adj" fmla="val 11071"/>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Enhancing the Source</a:t>
            </a:r>
          </a:p>
        </p:txBody>
      </p:sp>
      <p:sp>
        <p:nvSpPr>
          <p:cNvPr id="41" name="Rounded Rectangle 40">
            <a:extLst>
              <a:ext uri="{FF2B5EF4-FFF2-40B4-BE49-F238E27FC236}">
                <a16:creationId xmlns:a16="http://schemas.microsoft.com/office/drawing/2014/main" id="{341EF3F5-A500-32C7-9C4B-BF832CA4DFB9}"/>
              </a:ext>
            </a:extLst>
          </p:cNvPr>
          <p:cNvSpPr/>
          <p:nvPr/>
        </p:nvSpPr>
        <p:spPr>
          <a:xfrm>
            <a:off x="7853908" y="3576955"/>
            <a:ext cx="4120900" cy="1037194"/>
          </a:xfrm>
          <a:prstGeom prst="roundRect">
            <a:avLst>
              <a:gd name="adj" fmla="val 13606"/>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Watermark, provenance, metadata</a:t>
            </a:r>
          </a:p>
          <a:p>
            <a:pPr marL="285750" indent="-285750">
              <a:buFont typeface="Arial" panose="020B0604020202020204" pitchFamily="34" charset="0"/>
              <a:buChar char="•"/>
            </a:pPr>
            <a:r>
              <a:rPr lang="en-US">
                <a:solidFill>
                  <a:schemeClr val="tx1"/>
                </a:solidFill>
              </a:rPr>
              <a:t>Embedded into the material, Generated by tool</a:t>
            </a:r>
          </a:p>
        </p:txBody>
      </p:sp>
      <p:sp>
        <p:nvSpPr>
          <p:cNvPr id="43" name="Rounded Rectangle 42">
            <a:extLst>
              <a:ext uri="{FF2B5EF4-FFF2-40B4-BE49-F238E27FC236}">
                <a16:creationId xmlns:a16="http://schemas.microsoft.com/office/drawing/2014/main" id="{9F6EACDC-726D-D7E7-64C3-42B199731396}"/>
              </a:ext>
            </a:extLst>
          </p:cNvPr>
          <p:cNvSpPr/>
          <p:nvPr/>
        </p:nvSpPr>
        <p:spPr>
          <a:xfrm>
            <a:off x="5025653" y="3741751"/>
            <a:ext cx="2140692" cy="716685"/>
          </a:xfrm>
          <a:prstGeom prst="roundRect">
            <a:avLst>
              <a:gd name="adj" fmla="val 10465"/>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Embedding Provenance</a:t>
            </a:r>
          </a:p>
        </p:txBody>
      </p:sp>
      <p:sp>
        <p:nvSpPr>
          <p:cNvPr id="63" name="Rounded Rectangle 62">
            <a:extLst>
              <a:ext uri="{FF2B5EF4-FFF2-40B4-BE49-F238E27FC236}">
                <a16:creationId xmlns:a16="http://schemas.microsoft.com/office/drawing/2014/main" id="{D3DEF1A0-64E2-9BB5-1009-62E5FBC11BB9}"/>
              </a:ext>
            </a:extLst>
          </p:cNvPr>
          <p:cNvSpPr/>
          <p:nvPr/>
        </p:nvSpPr>
        <p:spPr>
          <a:xfrm>
            <a:off x="231132" y="2076296"/>
            <a:ext cx="4120900" cy="1319428"/>
          </a:xfrm>
          <a:prstGeom prst="roundRect">
            <a:avLst>
              <a:gd name="adj" fmla="val 1041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Detection</a:t>
            </a:r>
          </a:p>
          <a:p>
            <a:pPr marL="285750" indent="-285750">
              <a:buFont typeface="Arial" panose="020B0604020202020204" pitchFamily="34" charset="0"/>
              <a:buChar char="•"/>
            </a:pPr>
            <a:r>
              <a:rPr lang="en-US">
                <a:solidFill>
                  <a:schemeClr val="tx1"/>
                </a:solidFill>
              </a:rPr>
              <a:t>Detecting the whether the material is a deepfake material</a:t>
            </a:r>
          </a:p>
        </p:txBody>
      </p:sp>
      <p:sp>
        <p:nvSpPr>
          <p:cNvPr id="65" name="Rounded Rectangle 64">
            <a:extLst>
              <a:ext uri="{FF2B5EF4-FFF2-40B4-BE49-F238E27FC236}">
                <a16:creationId xmlns:a16="http://schemas.microsoft.com/office/drawing/2014/main" id="{53E3F90D-9D4D-1BE1-D2EC-029DB1CC1B53}"/>
              </a:ext>
            </a:extLst>
          </p:cNvPr>
          <p:cNvSpPr/>
          <p:nvPr/>
        </p:nvSpPr>
        <p:spPr>
          <a:xfrm>
            <a:off x="5025652" y="2252387"/>
            <a:ext cx="2140692" cy="967247"/>
          </a:xfrm>
          <a:prstGeom prst="roundRect">
            <a:avLst>
              <a:gd name="adj" fmla="val 8132"/>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Disrupting Distribution and Transfer</a:t>
            </a:r>
          </a:p>
        </p:txBody>
      </p:sp>
      <p:sp>
        <p:nvSpPr>
          <p:cNvPr id="74" name="Rounded Rectangle 73">
            <a:extLst>
              <a:ext uri="{FF2B5EF4-FFF2-40B4-BE49-F238E27FC236}">
                <a16:creationId xmlns:a16="http://schemas.microsoft.com/office/drawing/2014/main" id="{9B38D81D-9CEC-1F3C-791F-A714D8A1A950}"/>
              </a:ext>
            </a:extLst>
          </p:cNvPr>
          <p:cNvSpPr/>
          <p:nvPr/>
        </p:nvSpPr>
        <p:spPr>
          <a:xfrm>
            <a:off x="7853908" y="1023724"/>
            <a:ext cx="4120900" cy="1276130"/>
          </a:xfrm>
          <a:prstGeom prst="roundRect">
            <a:avLst>
              <a:gd name="adj" fmla="val 11193"/>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Knowledge</a:t>
            </a:r>
            <a:endParaRPr lang="en-US">
              <a:solidFill>
                <a:schemeClr val="tx1"/>
              </a:solidFill>
            </a:endParaRPr>
          </a:p>
          <a:p>
            <a:pPr marL="285750" indent="-285750">
              <a:buFont typeface="Arial" panose="020B0604020202020204" pitchFamily="34" charset="0"/>
              <a:buChar char="•"/>
            </a:pPr>
            <a:r>
              <a:rPr lang="en-US">
                <a:solidFill>
                  <a:schemeClr val="tx1"/>
                </a:solidFill>
              </a:rPr>
              <a:t>Train user about what criminal want and how they should protect them self.</a:t>
            </a:r>
          </a:p>
        </p:txBody>
      </p:sp>
      <p:sp>
        <p:nvSpPr>
          <p:cNvPr id="76" name="Rounded Rectangle 75">
            <a:extLst>
              <a:ext uri="{FF2B5EF4-FFF2-40B4-BE49-F238E27FC236}">
                <a16:creationId xmlns:a16="http://schemas.microsoft.com/office/drawing/2014/main" id="{55CCBF61-D90B-FC2D-7716-077E51E14E4B}"/>
              </a:ext>
            </a:extLst>
          </p:cNvPr>
          <p:cNvSpPr/>
          <p:nvPr/>
        </p:nvSpPr>
        <p:spPr>
          <a:xfrm>
            <a:off x="5025652" y="1492512"/>
            <a:ext cx="2140692" cy="338554"/>
          </a:xfrm>
          <a:prstGeom prst="roundRect">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User awareness</a:t>
            </a:r>
          </a:p>
        </p:txBody>
      </p:sp>
      <p:sp>
        <p:nvSpPr>
          <p:cNvPr id="2" name="Rounded Rectangle 1">
            <a:extLst>
              <a:ext uri="{FF2B5EF4-FFF2-40B4-BE49-F238E27FC236}">
                <a16:creationId xmlns:a16="http://schemas.microsoft.com/office/drawing/2014/main" id="{AC0EBCEC-4215-742C-4760-FBF6901497F9}"/>
              </a:ext>
            </a:extLst>
          </p:cNvPr>
          <p:cNvSpPr/>
          <p:nvPr/>
        </p:nvSpPr>
        <p:spPr>
          <a:xfrm>
            <a:off x="80305" y="4565650"/>
            <a:ext cx="4396445" cy="1484980"/>
          </a:xfrm>
          <a:prstGeom prst="roundRect">
            <a:avLst/>
          </a:prstGeom>
          <a:noFill/>
          <a:ln w="762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2C1F045E-60BC-60F4-ADDE-83A7FA11D323}"/>
              </a:ext>
            </a:extLst>
          </p:cNvPr>
          <p:cNvSpPr txBox="1"/>
          <p:nvPr/>
        </p:nvSpPr>
        <p:spPr>
          <a:xfrm>
            <a:off x="25989" y="658342"/>
            <a:ext cx="4151785" cy="919401"/>
          </a:xfrm>
          <a:prstGeom prst="roundRect">
            <a:avLst/>
          </a:prstGeom>
          <a:solidFill>
            <a:srgbClr val="DDC9EF"/>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AU" sz="1600"/>
              <a:t>Please note that these four steps are the possible steps during the route, it is not an exhaustive list.</a:t>
            </a:r>
          </a:p>
        </p:txBody>
      </p:sp>
    </p:spTree>
    <p:extLst>
      <p:ext uri="{BB962C8B-B14F-4D97-AF65-F5344CB8AC3E}">
        <p14:creationId xmlns:p14="http://schemas.microsoft.com/office/powerpoint/2010/main" val="3008537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1200"/>
                                        <p:tgtEl>
                                          <p:spTgt spid="16"/>
                                        </p:tgtEl>
                                      </p:cBhvr>
                                    </p:animEffect>
                                  </p:childTnLst>
                                </p:cTn>
                              </p:par>
                              <p:par>
                                <p:cTn id="8" presetID="22" presetClass="entr" presetSubtype="4" fill="hold" nodeType="withEffect">
                                  <p:stCondLst>
                                    <p:cond delay="70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76"/>
                                        </p:tgtEl>
                                        <p:attrNameLst>
                                          <p:attrName>style.visibility</p:attrName>
                                        </p:attrNameLst>
                                      </p:cBhvr>
                                      <p:to>
                                        <p:strVal val="visible"/>
                                      </p:to>
                                    </p:set>
                                    <p:anim calcmode="lin" valueType="num">
                                      <p:cBhvr additive="base">
                                        <p:cTn id="18" dur="800"/>
                                        <p:tgtEl>
                                          <p:spTgt spid="76"/>
                                        </p:tgtEl>
                                        <p:attrNameLst>
                                          <p:attrName>ppt_x</p:attrName>
                                        </p:attrNameLst>
                                      </p:cBhvr>
                                      <p:tavLst>
                                        <p:tav tm="0">
                                          <p:val>
                                            <p:strVal val="#ppt_x-#ppt_w*1.125000"/>
                                          </p:val>
                                        </p:tav>
                                        <p:tav tm="100000">
                                          <p:val>
                                            <p:strVal val="#ppt_x"/>
                                          </p:val>
                                        </p:tav>
                                      </p:tavLst>
                                    </p:anim>
                                    <p:animEffect transition="in" filter="wipe(right)">
                                      <p:cBhvr>
                                        <p:cTn id="19" dur="800"/>
                                        <p:tgtEl>
                                          <p:spTgt spid="76"/>
                                        </p:tgtEl>
                                      </p:cBhvr>
                                    </p:animEffect>
                                  </p:childTnLst>
                                </p:cTn>
                              </p:par>
                              <p:par>
                                <p:cTn id="20" presetID="12" presetClass="entr" presetSubtype="2" fill="hold" grpId="0" nodeType="withEffect">
                                  <p:stCondLst>
                                    <p:cond delay="0"/>
                                  </p:stCondLst>
                                  <p:childTnLst>
                                    <p:set>
                                      <p:cBhvr>
                                        <p:cTn id="21" dur="1" fill="hold">
                                          <p:stCondLst>
                                            <p:cond delay="0"/>
                                          </p:stCondLst>
                                        </p:cTn>
                                        <p:tgtEl>
                                          <p:spTgt spid="65"/>
                                        </p:tgtEl>
                                        <p:attrNameLst>
                                          <p:attrName>style.visibility</p:attrName>
                                        </p:attrNameLst>
                                      </p:cBhvr>
                                      <p:to>
                                        <p:strVal val="visible"/>
                                      </p:to>
                                    </p:set>
                                    <p:anim calcmode="lin" valueType="num">
                                      <p:cBhvr additive="base">
                                        <p:cTn id="22" dur="800"/>
                                        <p:tgtEl>
                                          <p:spTgt spid="65"/>
                                        </p:tgtEl>
                                        <p:attrNameLst>
                                          <p:attrName>ppt_x</p:attrName>
                                        </p:attrNameLst>
                                      </p:cBhvr>
                                      <p:tavLst>
                                        <p:tav tm="0">
                                          <p:val>
                                            <p:strVal val="#ppt_x+#ppt_w*1.125000"/>
                                          </p:val>
                                        </p:tav>
                                        <p:tav tm="100000">
                                          <p:val>
                                            <p:strVal val="#ppt_x"/>
                                          </p:val>
                                        </p:tav>
                                      </p:tavLst>
                                    </p:anim>
                                    <p:animEffect transition="in" filter="wipe(left)">
                                      <p:cBhvr>
                                        <p:cTn id="23" dur="800"/>
                                        <p:tgtEl>
                                          <p:spTgt spid="65"/>
                                        </p:tgtEl>
                                      </p:cBhvr>
                                    </p:animEffect>
                                  </p:childTnLst>
                                </p:cTn>
                              </p:par>
                              <p:par>
                                <p:cTn id="24" presetID="12" presetClass="entr" presetSubtype="8" fill="hold" grpId="0" nodeType="withEffect">
                                  <p:stCondLst>
                                    <p:cond delay="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800"/>
                                        <p:tgtEl>
                                          <p:spTgt spid="43"/>
                                        </p:tgtEl>
                                        <p:attrNameLst>
                                          <p:attrName>ppt_x</p:attrName>
                                        </p:attrNameLst>
                                      </p:cBhvr>
                                      <p:tavLst>
                                        <p:tav tm="0">
                                          <p:val>
                                            <p:strVal val="#ppt_x-#ppt_w*1.125000"/>
                                          </p:val>
                                        </p:tav>
                                        <p:tav tm="100000">
                                          <p:val>
                                            <p:strVal val="#ppt_x"/>
                                          </p:val>
                                        </p:tav>
                                      </p:tavLst>
                                    </p:anim>
                                    <p:animEffect transition="in" filter="wipe(right)">
                                      <p:cBhvr>
                                        <p:cTn id="27" dur="800"/>
                                        <p:tgtEl>
                                          <p:spTgt spid="43"/>
                                        </p:tgtEl>
                                      </p:cBhvr>
                                    </p:animEffect>
                                  </p:childTnLst>
                                </p:cTn>
                              </p:par>
                              <p:par>
                                <p:cTn id="28" presetID="12" presetClass="entr" presetSubtype="2"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800"/>
                                        <p:tgtEl>
                                          <p:spTgt spid="7"/>
                                        </p:tgtEl>
                                        <p:attrNameLst>
                                          <p:attrName>ppt_x</p:attrName>
                                        </p:attrNameLst>
                                      </p:cBhvr>
                                      <p:tavLst>
                                        <p:tav tm="0">
                                          <p:val>
                                            <p:strVal val="#ppt_x+#ppt_w*1.125000"/>
                                          </p:val>
                                        </p:tav>
                                        <p:tav tm="100000">
                                          <p:val>
                                            <p:strVal val="#ppt_x"/>
                                          </p:val>
                                        </p:tav>
                                      </p:tavLst>
                                    </p:anim>
                                    <p:animEffect transition="in" filter="wipe(left)">
                                      <p:cBhvr>
                                        <p:cTn id="31" dur="8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nodeType="clickEffect">
                                  <p:stCondLst>
                                    <p:cond delay="0"/>
                                  </p:stCondLst>
                                  <p:childTnLst>
                                    <p:set>
                                      <p:cBhvr>
                                        <p:cTn id="38" dur="1" fill="hold">
                                          <p:stCondLst>
                                            <p:cond delay="0"/>
                                          </p:stCondLst>
                                        </p:cTn>
                                        <p:tgtEl>
                                          <p:spTgt spid="68"/>
                                        </p:tgtEl>
                                        <p:attrNameLst>
                                          <p:attrName>style.visibility</p:attrName>
                                        </p:attrNameLst>
                                      </p:cBhvr>
                                      <p:to>
                                        <p:strVal val="visible"/>
                                      </p:to>
                                    </p:set>
                                    <p:anim calcmode="lin" valueType="num">
                                      <p:cBhvr additive="base">
                                        <p:cTn id="39" dur="500"/>
                                        <p:tgtEl>
                                          <p:spTgt spid="68"/>
                                        </p:tgtEl>
                                        <p:attrNameLst>
                                          <p:attrName>ppt_x</p:attrName>
                                        </p:attrNameLst>
                                      </p:cBhvr>
                                      <p:tavLst>
                                        <p:tav tm="0">
                                          <p:val>
                                            <p:strVal val="#ppt_x+#ppt_w*1.125000"/>
                                          </p:val>
                                        </p:tav>
                                        <p:tav tm="100000">
                                          <p:val>
                                            <p:strVal val="#ppt_x"/>
                                          </p:val>
                                        </p:tav>
                                      </p:tavLst>
                                    </p:anim>
                                    <p:animEffect transition="in" filter="wipe(left)">
                                      <p:cBhvr>
                                        <p:cTn id="40" dur="500"/>
                                        <p:tgtEl>
                                          <p:spTgt spid="68"/>
                                        </p:tgtEl>
                                      </p:cBhvr>
                                    </p:animEffect>
                                  </p:childTnLst>
                                </p:cTn>
                              </p:par>
                              <p:par>
                                <p:cTn id="41" presetID="12" presetClass="entr" presetSubtype="2" fill="hold" nodeType="with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p:tgtEl>
                                          <p:spTgt spid="4"/>
                                        </p:tgtEl>
                                        <p:attrNameLst>
                                          <p:attrName>ppt_x</p:attrName>
                                        </p:attrNameLst>
                                      </p:cBhvr>
                                      <p:tavLst>
                                        <p:tav tm="0">
                                          <p:val>
                                            <p:strVal val="#ppt_x+#ppt_w*1.125000"/>
                                          </p:val>
                                        </p:tav>
                                        <p:tav tm="100000">
                                          <p:val>
                                            <p:strVal val="#ppt_x"/>
                                          </p:val>
                                        </p:tav>
                                      </p:tavLst>
                                    </p:anim>
                                    <p:animEffect transition="in" filter="wipe(left)">
                                      <p:cBhvr>
                                        <p:cTn id="44" dur="500"/>
                                        <p:tgtEl>
                                          <p:spTgt spid="4"/>
                                        </p:tgtEl>
                                      </p:cBhvr>
                                    </p:animEffect>
                                  </p:childTnLst>
                                </p:cTn>
                              </p:par>
                              <p:par>
                                <p:cTn id="45" presetID="12" presetClass="entr" presetSubtype="8" fill="hold" nodeType="withEffect">
                                  <p:stCondLst>
                                    <p:cond delay="0"/>
                                  </p:stCondLst>
                                  <p:childTnLst>
                                    <p:set>
                                      <p:cBhvr>
                                        <p:cTn id="46" dur="1" fill="hold">
                                          <p:stCondLst>
                                            <p:cond delay="0"/>
                                          </p:stCondLst>
                                        </p:cTn>
                                        <p:tgtEl>
                                          <p:spTgt spid="79"/>
                                        </p:tgtEl>
                                        <p:attrNameLst>
                                          <p:attrName>style.visibility</p:attrName>
                                        </p:attrNameLst>
                                      </p:cBhvr>
                                      <p:to>
                                        <p:strVal val="visible"/>
                                      </p:to>
                                    </p:set>
                                    <p:anim calcmode="lin" valueType="num">
                                      <p:cBhvr additive="base">
                                        <p:cTn id="47" dur="500"/>
                                        <p:tgtEl>
                                          <p:spTgt spid="79"/>
                                        </p:tgtEl>
                                        <p:attrNameLst>
                                          <p:attrName>ppt_x</p:attrName>
                                        </p:attrNameLst>
                                      </p:cBhvr>
                                      <p:tavLst>
                                        <p:tav tm="0">
                                          <p:val>
                                            <p:strVal val="#ppt_x-#ppt_w*1.125000"/>
                                          </p:val>
                                        </p:tav>
                                        <p:tav tm="100000">
                                          <p:val>
                                            <p:strVal val="#ppt_x"/>
                                          </p:val>
                                        </p:tav>
                                      </p:tavLst>
                                    </p:anim>
                                    <p:animEffect transition="in" filter="wipe(right)">
                                      <p:cBhvr>
                                        <p:cTn id="48" dur="500"/>
                                        <p:tgtEl>
                                          <p:spTgt spid="79"/>
                                        </p:tgtEl>
                                      </p:cBhvr>
                                    </p:animEffect>
                                  </p:childTnLst>
                                </p:cTn>
                              </p:par>
                              <p:par>
                                <p:cTn id="49" presetID="12" presetClass="entr" presetSubtype="8" fill="hold" nodeType="withEffect">
                                  <p:stCondLst>
                                    <p:cond delay="0"/>
                                  </p:stCondLst>
                                  <p:childTnLst>
                                    <p:set>
                                      <p:cBhvr>
                                        <p:cTn id="50" dur="1" fill="hold">
                                          <p:stCondLst>
                                            <p:cond delay="0"/>
                                          </p:stCondLst>
                                        </p:cTn>
                                        <p:tgtEl>
                                          <p:spTgt spid="47"/>
                                        </p:tgtEl>
                                        <p:attrNameLst>
                                          <p:attrName>style.visibility</p:attrName>
                                        </p:attrNameLst>
                                      </p:cBhvr>
                                      <p:to>
                                        <p:strVal val="visible"/>
                                      </p:to>
                                    </p:set>
                                    <p:anim calcmode="lin" valueType="num">
                                      <p:cBhvr additive="base">
                                        <p:cTn id="51" dur="500"/>
                                        <p:tgtEl>
                                          <p:spTgt spid="47"/>
                                        </p:tgtEl>
                                        <p:attrNameLst>
                                          <p:attrName>ppt_x</p:attrName>
                                        </p:attrNameLst>
                                      </p:cBhvr>
                                      <p:tavLst>
                                        <p:tav tm="0">
                                          <p:val>
                                            <p:strVal val="#ppt_x-#ppt_w*1.125000"/>
                                          </p:val>
                                        </p:tav>
                                        <p:tav tm="100000">
                                          <p:val>
                                            <p:strVal val="#ppt_x"/>
                                          </p:val>
                                        </p:tav>
                                      </p:tavLst>
                                    </p:anim>
                                    <p:animEffect transition="in" filter="wipe(right)">
                                      <p:cBhvr>
                                        <p:cTn id="52" dur="500"/>
                                        <p:tgtEl>
                                          <p:spTgt spid="4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200"/>
                                  </p:stCondLst>
                                  <p:childTnLst>
                                    <p:set>
                                      <p:cBhvr>
                                        <p:cTn id="56" dur="1" fill="hold">
                                          <p:stCondLst>
                                            <p:cond delay="0"/>
                                          </p:stCondLst>
                                        </p:cTn>
                                        <p:tgtEl>
                                          <p:spTgt spid="74"/>
                                        </p:tgtEl>
                                        <p:attrNameLst>
                                          <p:attrName>style.visibility</p:attrName>
                                        </p:attrNameLst>
                                      </p:cBhvr>
                                      <p:to>
                                        <p:strVal val="visible"/>
                                      </p:to>
                                    </p:set>
                                    <p:animEffect transition="in" filter="wipe(left)">
                                      <p:cBhvr>
                                        <p:cTn id="57" dur="1000"/>
                                        <p:tgtEl>
                                          <p:spTgt spid="74"/>
                                        </p:tgtEl>
                                      </p:cBhvr>
                                    </p:animEffect>
                                  </p:childTnLst>
                                </p:cTn>
                              </p:par>
                              <p:par>
                                <p:cTn id="58" presetID="22" presetClass="entr" presetSubtype="2" fill="hold" grpId="0" nodeType="withEffect">
                                  <p:stCondLst>
                                    <p:cond delay="200"/>
                                  </p:stCondLst>
                                  <p:childTnLst>
                                    <p:set>
                                      <p:cBhvr>
                                        <p:cTn id="59" dur="1" fill="hold">
                                          <p:stCondLst>
                                            <p:cond delay="0"/>
                                          </p:stCondLst>
                                        </p:cTn>
                                        <p:tgtEl>
                                          <p:spTgt spid="63"/>
                                        </p:tgtEl>
                                        <p:attrNameLst>
                                          <p:attrName>style.visibility</p:attrName>
                                        </p:attrNameLst>
                                      </p:cBhvr>
                                      <p:to>
                                        <p:strVal val="visible"/>
                                      </p:to>
                                    </p:set>
                                    <p:animEffect transition="in" filter="wipe(right)">
                                      <p:cBhvr>
                                        <p:cTn id="60" dur="1000"/>
                                        <p:tgtEl>
                                          <p:spTgt spid="63"/>
                                        </p:tgtEl>
                                      </p:cBhvr>
                                    </p:animEffect>
                                  </p:childTnLst>
                                </p:cTn>
                              </p:par>
                              <p:par>
                                <p:cTn id="61" presetID="22" presetClass="entr" presetSubtype="8" fill="hold" grpId="0" nodeType="withEffect">
                                  <p:stCondLst>
                                    <p:cond delay="200"/>
                                  </p:stCondLst>
                                  <p:childTnLst>
                                    <p:set>
                                      <p:cBhvr>
                                        <p:cTn id="62" dur="1" fill="hold">
                                          <p:stCondLst>
                                            <p:cond delay="0"/>
                                          </p:stCondLst>
                                        </p:cTn>
                                        <p:tgtEl>
                                          <p:spTgt spid="41"/>
                                        </p:tgtEl>
                                        <p:attrNameLst>
                                          <p:attrName>style.visibility</p:attrName>
                                        </p:attrNameLst>
                                      </p:cBhvr>
                                      <p:to>
                                        <p:strVal val="visible"/>
                                      </p:to>
                                    </p:set>
                                    <p:animEffect transition="in" filter="wipe(left)">
                                      <p:cBhvr>
                                        <p:cTn id="63" dur="1000"/>
                                        <p:tgtEl>
                                          <p:spTgt spid="41"/>
                                        </p:tgtEl>
                                      </p:cBhvr>
                                    </p:animEffect>
                                  </p:childTnLst>
                                </p:cTn>
                              </p:par>
                              <p:par>
                                <p:cTn id="64" presetID="22" presetClass="entr" presetSubtype="2" fill="hold" grpId="0" nodeType="withEffect">
                                  <p:stCondLst>
                                    <p:cond delay="200"/>
                                  </p:stCondLst>
                                  <p:childTnLst>
                                    <p:set>
                                      <p:cBhvr>
                                        <p:cTn id="65" dur="1" fill="hold">
                                          <p:stCondLst>
                                            <p:cond delay="0"/>
                                          </p:stCondLst>
                                        </p:cTn>
                                        <p:tgtEl>
                                          <p:spTgt spid="3"/>
                                        </p:tgtEl>
                                        <p:attrNameLst>
                                          <p:attrName>style.visibility</p:attrName>
                                        </p:attrNameLst>
                                      </p:cBhvr>
                                      <p:to>
                                        <p:strVal val="visible"/>
                                      </p:to>
                                    </p:set>
                                    <p:animEffect transition="in" filter="wipe(right)">
                                      <p:cBhvr>
                                        <p:cTn id="66" dur="1000"/>
                                        <p:tgtEl>
                                          <p:spTgt spid="3"/>
                                        </p:tgtEl>
                                      </p:cBhvr>
                                    </p:animEffect>
                                  </p:childTnLst>
                                </p:cTn>
                              </p:par>
                            </p:childTnLst>
                          </p:cTn>
                        </p:par>
                      </p:childTnLst>
                    </p:cTn>
                  </p:par>
                  <p:par>
                    <p:cTn id="67" fill="hold">
                      <p:stCondLst>
                        <p:cond delay="indefinite"/>
                      </p:stCondLst>
                      <p:childTnLst>
                        <p:par>
                          <p:cTn id="68" fill="hold">
                            <p:stCondLst>
                              <p:cond delay="0"/>
                            </p:stCondLst>
                            <p:childTnLst>
                              <p:par>
                                <p:cTn id="69" presetID="21" presetClass="entr" presetSubtype="1"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wheel(1)">
                                      <p:cBhvr>
                                        <p:cTn id="71"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 grpId="0" animBg="1"/>
      <p:bldP spid="7" grpId="0" animBg="1"/>
      <p:bldP spid="41" grpId="0" animBg="1"/>
      <p:bldP spid="43" grpId="0" animBg="1"/>
      <p:bldP spid="63" grpId="0" animBg="1"/>
      <p:bldP spid="65" grpId="0" animBg="1"/>
      <p:bldP spid="74" grpId="0" animBg="1"/>
      <p:bldP spid="76" grpId="0" animBg="1"/>
      <p:bldP spid="2"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8F61C-23D8-733C-5979-4D6B9BD93DA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26658FE-900A-71A3-AC97-80F247399D95}"/>
              </a:ext>
            </a:extLst>
          </p:cNvPr>
          <p:cNvSpPr>
            <a:spLocks noGrp="1"/>
          </p:cNvSpPr>
          <p:nvPr>
            <p:ph type="title"/>
          </p:nvPr>
        </p:nvSpPr>
        <p:spPr>
          <a:xfrm>
            <a:off x="101849" y="79624"/>
            <a:ext cx="9738567" cy="469056"/>
          </a:xfrm>
        </p:spPr>
        <p:txBody>
          <a:bodyPr/>
          <a:lstStyle/>
          <a:p>
            <a:r>
              <a:rPr lang="en-AU">
                <a:solidFill>
                  <a:schemeClr val="bg1"/>
                </a:solidFill>
              </a:rPr>
              <a:t>Defensive Source Enhancement</a:t>
            </a:r>
          </a:p>
        </p:txBody>
      </p:sp>
      <p:sp>
        <p:nvSpPr>
          <p:cNvPr id="13" name="Slide Number Placeholder 12">
            <a:extLst>
              <a:ext uri="{FF2B5EF4-FFF2-40B4-BE49-F238E27FC236}">
                <a16:creationId xmlns:a16="http://schemas.microsoft.com/office/drawing/2014/main" id="{6EA5D6B9-B602-A715-2396-BA636E703DBF}"/>
              </a:ext>
            </a:extLst>
          </p:cNvPr>
          <p:cNvSpPr>
            <a:spLocks noGrp="1"/>
          </p:cNvSpPr>
          <p:nvPr>
            <p:ph type="sldNum" sz="quarter" idx="18"/>
          </p:nvPr>
        </p:nvSpPr>
        <p:spPr>
          <a:xfrm>
            <a:off x="11119073" y="6459476"/>
            <a:ext cx="288032" cy="240219"/>
          </a:xfrm>
        </p:spPr>
        <p:txBody>
          <a:bodyPr/>
          <a:lstStyle/>
          <a:p>
            <a:fld id="{E917DE0E-AFB1-41FD-BC35-27DB61CA125F}" type="slidenum">
              <a:rPr lang="en-AU" smtClean="0"/>
              <a:pPr/>
              <a:t>28</a:t>
            </a:fld>
            <a:endParaRPr lang="en-AU"/>
          </a:p>
        </p:txBody>
      </p:sp>
      <p:sp>
        <p:nvSpPr>
          <p:cNvPr id="14" name="Content Placeholder 8">
            <a:extLst>
              <a:ext uri="{FF2B5EF4-FFF2-40B4-BE49-F238E27FC236}">
                <a16:creationId xmlns:a16="http://schemas.microsoft.com/office/drawing/2014/main" id="{8EF74A75-BCC2-C8AD-70C3-400D2C8BE6CE}"/>
              </a:ext>
            </a:extLst>
          </p:cNvPr>
          <p:cNvSpPr txBox="1">
            <a:spLocks/>
          </p:cNvSpPr>
          <p:nvPr/>
        </p:nvSpPr>
        <p:spPr>
          <a:xfrm>
            <a:off x="694159" y="5789371"/>
            <a:ext cx="11018539" cy="445432"/>
          </a:xfrm>
          <a:prstGeom prst="roundRect">
            <a:avLst/>
          </a:prstGeom>
          <a:solidFill>
            <a:srgbClr val="2EA836">
              <a:alpha val="29804"/>
            </a:srgbClr>
          </a:solidFill>
          <a:ln>
            <a:solidFill>
              <a:schemeClr val="accent1"/>
            </a:solidFill>
          </a:ln>
        </p:spPr>
        <p:style>
          <a:lnRef idx="2">
            <a:schemeClr val="accent1"/>
          </a:lnRef>
          <a:fillRef idx="1">
            <a:schemeClr val="lt1"/>
          </a:fillRef>
          <a:effectRef idx="0">
            <a:schemeClr val="accent1"/>
          </a:effectRef>
          <a:fontRef idx="minor">
            <a:schemeClr val="dk1"/>
          </a:fontRef>
        </p:style>
        <p:txBody>
          <a:bodyPr vert="horz" lIns="0" tIns="0" rIns="0" bIns="0" rtlCol="0" anchor="ctr">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AU"/>
              <a:t>Sole reliance on these techniques is risky.</a:t>
            </a:r>
            <a:endParaRPr lang="en-AU" b="1" u="sng"/>
          </a:p>
        </p:txBody>
      </p:sp>
      <p:sp>
        <p:nvSpPr>
          <p:cNvPr id="19" name="Rounded Rectangle 18">
            <a:extLst>
              <a:ext uri="{FF2B5EF4-FFF2-40B4-BE49-F238E27FC236}">
                <a16:creationId xmlns:a16="http://schemas.microsoft.com/office/drawing/2014/main" id="{C6C131CE-4D19-E719-D8FE-6CB7BC3694FD}"/>
              </a:ext>
            </a:extLst>
          </p:cNvPr>
          <p:cNvSpPr/>
          <p:nvPr/>
        </p:nvSpPr>
        <p:spPr>
          <a:xfrm>
            <a:off x="694160" y="702261"/>
            <a:ext cx="11018539" cy="755976"/>
          </a:xfrm>
          <a:prstGeom prst="roundRect">
            <a:avLst/>
          </a:prstGeom>
          <a:solidFill>
            <a:srgbClr val="2EA836">
              <a:alpha val="29804"/>
            </a:srgbClr>
          </a:solidFill>
        </p:spPr>
        <p:style>
          <a:lnRef idx="2">
            <a:schemeClr val="accent1"/>
          </a:lnRef>
          <a:fillRef idx="1">
            <a:schemeClr val="lt1"/>
          </a:fillRef>
          <a:effectRef idx="0">
            <a:schemeClr val="accent1"/>
          </a:effectRef>
          <a:fontRef idx="minor">
            <a:schemeClr val="dk1"/>
          </a:fontRef>
        </p:style>
        <p:txBody>
          <a:bodyPr tIns="0" rtlCol="0" anchor="ctr"/>
          <a:lstStyle/>
          <a:p>
            <a:pPr marL="612" lvl="1" indent="0">
              <a:buNone/>
            </a:pPr>
            <a:r>
              <a:rPr lang="en-AU" sz="2400" b="1"/>
              <a:t>2 current approaches to </a:t>
            </a:r>
            <a:r>
              <a:rPr lang="en-AU" sz="2400" b="1" u="sng"/>
              <a:t>prevent</a:t>
            </a:r>
            <a:r>
              <a:rPr lang="en-AU" sz="2400" b="1"/>
              <a:t> the use of your photo to generate Deepfake images</a:t>
            </a:r>
          </a:p>
        </p:txBody>
      </p:sp>
      <p:sp>
        <p:nvSpPr>
          <p:cNvPr id="23" name="Rounded Rectangle 22">
            <a:extLst>
              <a:ext uri="{FF2B5EF4-FFF2-40B4-BE49-F238E27FC236}">
                <a16:creationId xmlns:a16="http://schemas.microsoft.com/office/drawing/2014/main" id="{A80AE128-70A1-61A1-DB8E-6064AD0D6387}"/>
              </a:ext>
            </a:extLst>
          </p:cNvPr>
          <p:cNvSpPr/>
          <p:nvPr/>
        </p:nvSpPr>
        <p:spPr>
          <a:xfrm>
            <a:off x="694159" y="4842343"/>
            <a:ext cx="11018539" cy="895073"/>
          </a:xfrm>
          <a:prstGeom prst="roundRect">
            <a:avLst>
              <a:gd name="adj" fmla="val 10863"/>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tIns="0" rtlCol="0" anchor="ctr"/>
          <a:lstStyle/>
          <a:p>
            <a:pPr algn="ctr"/>
            <a:r>
              <a:rPr lang="en-AU" sz="1400" b="1" u="sng"/>
              <a:t>Limitations:</a:t>
            </a:r>
          </a:p>
          <a:p>
            <a:r>
              <a:rPr lang="en-AU" sz="1400"/>
              <a:t>Depending on the technology used to create the deepfake, these preventative approaches </a:t>
            </a:r>
            <a:r>
              <a:rPr lang="en-AU" sz="1400" b="1"/>
              <a:t>could be bypassed </a:t>
            </a:r>
            <a:r>
              <a:rPr lang="en-AU" sz="1400"/>
              <a:t>by these workarounds:</a:t>
            </a:r>
          </a:p>
          <a:p>
            <a:pPr marL="8550" indent="-285750">
              <a:buFont typeface="Arial" panose="020B0604020202020204" pitchFamily="34" charset="0"/>
              <a:buChar char="•"/>
            </a:pPr>
            <a:r>
              <a:rPr lang="en-AU" sz="1400"/>
              <a:t>Simple screen shot, AI-based purification, crop, recompression</a:t>
            </a:r>
          </a:p>
          <a:p>
            <a:pPr marL="8550" indent="-285750">
              <a:buFont typeface="Arial" panose="020B0604020202020204" pitchFamily="34" charset="0"/>
              <a:buChar char="•"/>
            </a:pPr>
            <a:r>
              <a:rPr lang="en-AU" sz="1400"/>
              <a:t>Recompression, physical recapture</a:t>
            </a:r>
          </a:p>
        </p:txBody>
      </p:sp>
      <p:grpSp>
        <p:nvGrpSpPr>
          <p:cNvPr id="6" name="Group 5">
            <a:extLst>
              <a:ext uri="{FF2B5EF4-FFF2-40B4-BE49-F238E27FC236}">
                <a16:creationId xmlns:a16="http://schemas.microsoft.com/office/drawing/2014/main" id="{09CFF4A3-A5E4-5F0A-6ECD-F848034B1AA7}"/>
              </a:ext>
            </a:extLst>
          </p:cNvPr>
          <p:cNvGrpSpPr/>
          <p:nvPr/>
        </p:nvGrpSpPr>
        <p:grpSpPr>
          <a:xfrm>
            <a:off x="6312024" y="1543037"/>
            <a:ext cx="5400676" cy="3231136"/>
            <a:chOff x="6312024" y="1565159"/>
            <a:chExt cx="5400676" cy="3231136"/>
          </a:xfrm>
        </p:grpSpPr>
        <p:sp>
          <p:nvSpPr>
            <p:cNvPr id="4" name="Rounded Rectangle 3">
              <a:extLst>
                <a:ext uri="{FF2B5EF4-FFF2-40B4-BE49-F238E27FC236}">
                  <a16:creationId xmlns:a16="http://schemas.microsoft.com/office/drawing/2014/main" id="{89F5ECE1-C250-0C2C-C78D-402C055198FB}"/>
                </a:ext>
              </a:extLst>
            </p:cNvPr>
            <p:cNvSpPr/>
            <p:nvPr/>
          </p:nvSpPr>
          <p:spPr>
            <a:xfrm>
              <a:off x="6312024" y="1565159"/>
              <a:ext cx="5400676" cy="3231136"/>
            </a:xfrm>
            <a:prstGeom prst="roundRect">
              <a:avLst>
                <a:gd name="adj" fmla="val 5256"/>
              </a:avLst>
            </a:prstGeom>
            <a:solidFill>
              <a:srgbClr val="00A2C7">
                <a:alpha val="29804"/>
              </a:srgbClr>
            </a:solidFill>
          </p:spPr>
          <p:style>
            <a:lnRef idx="2">
              <a:schemeClr val="accent1"/>
            </a:lnRef>
            <a:fillRef idx="1">
              <a:schemeClr val="lt1"/>
            </a:fillRef>
            <a:effectRef idx="0">
              <a:schemeClr val="accent1"/>
            </a:effectRef>
            <a:fontRef idx="minor">
              <a:schemeClr val="dk1"/>
            </a:fontRef>
          </p:style>
          <p:txBody>
            <a:bodyPr tIns="0" rtlCol="0" anchor="t"/>
            <a:lstStyle/>
            <a:p>
              <a:pPr indent="-554400" algn="ctr"/>
              <a:r>
                <a:rPr lang="en-AU" sz="1600" b="1" u="sng">
                  <a:solidFill>
                    <a:schemeClr val="tx1"/>
                  </a:solidFill>
                </a:rPr>
                <a:t>Nullifying Disruption</a:t>
              </a:r>
            </a:p>
            <a:p>
              <a:pPr algn="ctr"/>
              <a:endParaRPr lang="en-AU" sz="1400">
                <a:solidFill>
                  <a:schemeClr val="tx1"/>
                </a:solidFill>
              </a:endParaRPr>
            </a:p>
            <a:p>
              <a:pPr algn="ctr"/>
              <a:r>
                <a:rPr lang="en-AU" sz="1400">
                  <a:solidFill>
                    <a:schemeClr val="tx1"/>
                  </a:solidFill>
                </a:rPr>
                <a:t>Make output either fail, or close to the input [45]</a:t>
              </a:r>
            </a:p>
          </p:txBody>
        </p:sp>
        <p:pic>
          <p:nvPicPr>
            <p:cNvPr id="11" name="Picture 10">
              <a:extLst>
                <a:ext uri="{FF2B5EF4-FFF2-40B4-BE49-F238E27FC236}">
                  <a16:creationId xmlns:a16="http://schemas.microsoft.com/office/drawing/2014/main" id="{77546068-EA1F-A9CC-0FD7-565AE5449253}"/>
                </a:ext>
              </a:extLst>
            </p:cNvPr>
            <p:cNvPicPr>
              <a:picLocks noChangeAspect="1"/>
            </p:cNvPicPr>
            <p:nvPr/>
          </p:nvPicPr>
          <p:blipFill>
            <a:blip r:embed="rId3"/>
            <a:stretch>
              <a:fillRect/>
            </a:stretch>
          </p:blipFill>
          <p:spPr>
            <a:xfrm>
              <a:off x="6665233" y="2598192"/>
              <a:ext cx="1661616" cy="1661616"/>
            </a:xfrm>
            <a:prstGeom prst="rect">
              <a:avLst/>
            </a:prstGeom>
          </p:spPr>
        </p:pic>
        <p:pic>
          <p:nvPicPr>
            <p:cNvPr id="15" name="Picture 14">
              <a:extLst>
                <a:ext uri="{FF2B5EF4-FFF2-40B4-BE49-F238E27FC236}">
                  <a16:creationId xmlns:a16="http://schemas.microsoft.com/office/drawing/2014/main" id="{4B9D8605-B04C-83AE-F1A6-2240E121EB38}"/>
                </a:ext>
              </a:extLst>
            </p:cNvPr>
            <p:cNvPicPr>
              <a:picLocks noChangeAspect="1"/>
            </p:cNvPicPr>
            <p:nvPr/>
          </p:nvPicPr>
          <p:blipFill>
            <a:blip r:embed="rId4"/>
            <a:stretch>
              <a:fillRect/>
            </a:stretch>
          </p:blipFill>
          <p:spPr>
            <a:xfrm>
              <a:off x="9623229" y="2598192"/>
              <a:ext cx="1661616" cy="1661616"/>
            </a:xfrm>
            <a:prstGeom prst="rect">
              <a:avLst/>
            </a:prstGeom>
          </p:spPr>
        </p:pic>
        <p:sp>
          <p:nvSpPr>
            <p:cNvPr id="16" name="Right Arrow 15">
              <a:extLst>
                <a:ext uri="{FF2B5EF4-FFF2-40B4-BE49-F238E27FC236}">
                  <a16:creationId xmlns:a16="http://schemas.microsoft.com/office/drawing/2014/main" id="{BBB1B8DF-1D36-A1E6-3726-FF1FC20C864D}"/>
                </a:ext>
              </a:extLst>
            </p:cNvPr>
            <p:cNvSpPr/>
            <p:nvPr/>
          </p:nvSpPr>
          <p:spPr>
            <a:xfrm>
              <a:off x="8414657" y="3180727"/>
              <a:ext cx="1208572" cy="6292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Content Placeholder 8">
              <a:extLst>
                <a:ext uri="{FF2B5EF4-FFF2-40B4-BE49-F238E27FC236}">
                  <a16:creationId xmlns:a16="http://schemas.microsoft.com/office/drawing/2014/main" id="{6CAA832D-DEE2-F6FF-966F-FE22C12C46A5}"/>
                </a:ext>
              </a:extLst>
            </p:cNvPr>
            <p:cNvSpPr txBox="1">
              <a:spLocks/>
            </p:cNvSpPr>
            <p:nvPr/>
          </p:nvSpPr>
          <p:spPr>
            <a:xfrm>
              <a:off x="6403975" y="4366730"/>
              <a:ext cx="5093864" cy="414265"/>
            </a:xfrm>
            <a:prstGeom prst="roundRect">
              <a:avLst/>
            </a:prstGeom>
            <a:solidFill>
              <a:srgbClr val="2EA836">
                <a:alpha val="29804"/>
              </a:srgbClr>
            </a:solidFill>
            <a:ln>
              <a:solidFill>
                <a:schemeClr val="accent1"/>
              </a:solidFill>
            </a:ln>
          </p:spPr>
          <p:style>
            <a:lnRef idx="2">
              <a:schemeClr val="accent1"/>
            </a:lnRef>
            <a:fillRef idx="1">
              <a:schemeClr val="lt1"/>
            </a:fillRef>
            <a:effectRef idx="0">
              <a:schemeClr val="accent1"/>
            </a:effectRef>
            <a:fontRef idx="minor">
              <a:schemeClr val="dk1"/>
            </a:fontRef>
          </p:style>
          <p:txBody>
            <a:bodyPr vert="horz" lIns="0" tIns="0" rIns="0" bIns="0" rtlCol="0" anchor="ctr">
              <a:normAutofit fontScale="92500"/>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AU" b="1" u="sng"/>
                <a:t>Make AI Fail when it attempts to manipulate face</a:t>
              </a:r>
            </a:p>
          </p:txBody>
        </p:sp>
      </p:grpSp>
      <p:grpSp>
        <p:nvGrpSpPr>
          <p:cNvPr id="5" name="Group 4">
            <a:extLst>
              <a:ext uri="{FF2B5EF4-FFF2-40B4-BE49-F238E27FC236}">
                <a16:creationId xmlns:a16="http://schemas.microsoft.com/office/drawing/2014/main" id="{3D0062E7-BF66-5057-FC0B-66B7BE2EBA2B}"/>
              </a:ext>
            </a:extLst>
          </p:cNvPr>
          <p:cNvGrpSpPr/>
          <p:nvPr/>
        </p:nvGrpSpPr>
        <p:grpSpPr>
          <a:xfrm>
            <a:off x="694161" y="1543894"/>
            <a:ext cx="5400676" cy="3231136"/>
            <a:chOff x="694161" y="1566016"/>
            <a:chExt cx="5400676" cy="3231136"/>
          </a:xfrm>
        </p:grpSpPr>
        <p:sp>
          <p:nvSpPr>
            <p:cNvPr id="2" name="Rounded Rectangle 1">
              <a:extLst>
                <a:ext uri="{FF2B5EF4-FFF2-40B4-BE49-F238E27FC236}">
                  <a16:creationId xmlns:a16="http://schemas.microsoft.com/office/drawing/2014/main" id="{908FE881-A8B2-71AF-CDB8-1624643FE9D2}"/>
                </a:ext>
              </a:extLst>
            </p:cNvPr>
            <p:cNvSpPr/>
            <p:nvPr/>
          </p:nvSpPr>
          <p:spPr>
            <a:xfrm>
              <a:off x="694161" y="1566016"/>
              <a:ext cx="5400676" cy="3231136"/>
            </a:xfrm>
            <a:prstGeom prst="roundRect">
              <a:avLst>
                <a:gd name="adj" fmla="val 5256"/>
              </a:avLst>
            </a:prstGeom>
            <a:solidFill>
              <a:srgbClr val="00A2C7">
                <a:alpha val="29804"/>
              </a:srgbClr>
            </a:solidFill>
          </p:spPr>
          <p:style>
            <a:lnRef idx="2">
              <a:schemeClr val="accent1"/>
            </a:lnRef>
            <a:fillRef idx="1">
              <a:schemeClr val="lt1"/>
            </a:fillRef>
            <a:effectRef idx="0">
              <a:schemeClr val="accent1"/>
            </a:effectRef>
            <a:fontRef idx="minor">
              <a:schemeClr val="dk1"/>
            </a:fontRef>
          </p:style>
          <p:txBody>
            <a:bodyPr tIns="0" rtlCol="0" anchor="t"/>
            <a:lstStyle/>
            <a:p>
              <a:pPr indent="-554400" algn="ctr"/>
              <a:r>
                <a:rPr lang="en-AU" sz="1600" b="1" u="sng">
                  <a:solidFill>
                    <a:schemeClr val="tx1"/>
                  </a:solidFill>
                </a:rPr>
                <a:t>Distorting Disruption</a:t>
              </a:r>
            </a:p>
            <a:p>
              <a:pPr algn="ctr"/>
              <a:endParaRPr lang="en-AU" sz="1400">
                <a:solidFill>
                  <a:schemeClr val="tx1"/>
                </a:solidFill>
              </a:endParaRPr>
            </a:p>
            <a:p>
              <a:pPr algn="ctr"/>
              <a:r>
                <a:rPr lang="en-AU" sz="1400">
                  <a:solidFill>
                    <a:schemeClr val="tx1"/>
                  </a:solidFill>
                </a:rPr>
                <a:t>Make output Distorted [44]</a:t>
              </a:r>
            </a:p>
          </p:txBody>
        </p:sp>
        <p:pic>
          <p:nvPicPr>
            <p:cNvPr id="9" name="Picture 8">
              <a:extLst>
                <a:ext uri="{FF2B5EF4-FFF2-40B4-BE49-F238E27FC236}">
                  <a16:creationId xmlns:a16="http://schemas.microsoft.com/office/drawing/2014/main" id="{C6D4920B-E574-3536-E78F-E8161B36F97F}"/>
                </a:ext>
              </a:extLst>
            </p:cNvPr>
            <p:cNvPicPr>
              <a:picLocks noChangeAspect="1"/>
            </p:cNvPicPr>
            <p:nvPr/>
          </p:nvPicPr>
          <p:blipFill>
            <a:blip r:embed="rId5"/>
            <a:stretch>
              <a:fillRect/>
            </a:stretch>
          </p:blipFill>
          <p:spPr>
            <a:xfrm>
              <a:off x="883681" y="2388369"/>
              <a:ext cx="5087650" cy="1994060"/>
            </a:xfrm>
            <a:prstGeom prst="rect">
              <a:avLst/>
            </a:prstGeom>
          </p:spPr>
        </p:pic>
        <p:sp>
          <p:nvSpPr>
            <p:cNvPr id="18" name="Content Placeholder 8">
              <a:extLst>
                <a:ext uri="{FF2B5EF4-FFF2-40B4-BE49-F238E27FC236}">
                  <a16:creationId xmlns:a16="http://schemas.microsoft.com/office/drawing/2014/main" id="{E4A0B579-52FD-26FB-F568-D053ABFA343A}"/>
                </a:ext>
              </a:extLst>
            </p:cNvPr>
            <p:cNvSpPr txBox="1">
              <a:spLocks/>
            </p:cNvSpPr>
            <p:nvPr/>
          </p:nvSpPr>
          <p:spPr>
            <a:xfrm>
              <a:off x="847567" y="4358483"/>
              <a:ext cx="5093864" cy="414265"/>
            </a:xfrm>
            <a:prstGeom prst="roundRect">
              <a:avLst/>
            </a:prstGeom>
            <a:solidFill>
              <a:srgbClr val="2EA836">
                <a:alpha val="29804"/>
              </a:srgbClr>
            </a:solidFill>
            <a:ln>
              <a:solidFill>
                <a:schemeClr val="accent1"/>
              </a:solidFill>
            </a:ln>
          </p:spPr>
          <p:style>
            <a:lnRef idx="2">
              <a:schemeClr val="accent1"/>
            </a:lnRef>
            <a:fillRef idx="1">
              <a:schemeClr val="lt1"/>
            </a:fillRef>
            <a:effectRef idx="0">
              <a:schemeClr val="accent1"/>
            </a:effectRef>
            <a:fontRef idx="minor">
              <a:schemeClr val="dk1"/>
            </a:fontRef>
          </p:style>
          <p:txBody>
            <a:bodyPr vert="horz" lIns="0" tIns="0" rIns="0" bIns="0" rtlCol="0" anchor="ctr">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AU" b="1" u="sng"/>
                <a:t>Disrupt the output</a:t>
              </a:r>
            </a:p>
          </p:txBody>
        </p:sp>
      </p:grpSp>
      <p:sp>
        <p:nvSpPr>
          <p:cNvPr id="3" name="TextBox 2">
            <a:extLst>
              <a:ext uri="{FF2B5EF4-FFF2-40B4-BE49-F238E27FC236}">
                <a16:creationId xmlns:a16="http://schemas.microsoft.com/office/drawing/2014/main" id="{2AE212C5-3963-32A0-2AE5-15E0F919EBDA}"/>
              </a:ext>
            </a:extLst>
          </p:cNvPr>
          <p:cNvSpPr txBox="1"/>
          <p:nvPr/>
        </p:nvSpPr>
        <p:spPr>
          <a:xfrm>
            <a:off x="479302" y="6225642"/>
            <a:ext cx="10710248" cy="707886"/>
          </a:xfrm>
          <a:prstGeom prst="rect">
            <a:avLst/>
          </a:prstGeom>
          <a:noFill/>
        </p:spPr>
        <p:txBody>
          <a:bodyPr wrap="square" rtlCol="0">
            <a:spAutoFit/>
          </a:bodyPr>
          <a:lstStyle/>
          <a:p>
            <a:pPr lvl="0">
              <a:defRPr/>
            </a:pPr>
            <a:r>
              <a:rPr lang="en-AU" sz="800"/>
              <a:t>[44] N. Ruiz, S. A. </a:t>
            </a:r>
            <a:r>
              <a:rPr lang="en-AU" sz="800" err="1"/>
              <a:t>Bargal</a:t>
            </a:r>
            <a:r>
              <a:rPr lang="en-AU" sz="800"/>
              <a:t>, and S. </a:t>
            </a:r>
            <a:r>
              <a:rPr lang="en-AU" sz="800" err="1"/>
              <a:t>Sclaroff</a:t>
            </a:r>
            <a:r>
              <a:rPr lang="en-AU" sz="800"/>
              <a:t>, “Disrupting Deepfakes: Adversarial Attacks Against Conditional Image Translation Networks and Facial Manipulation Systems,” in </a:t>
            </a:r>
            <a:r>
              <a:rPr lang="en-AU" sz="800" i="1"/>
              <a:t>Computer Vision – ECCV 2020 Workshops</a:t>
            </a:r>
            <a:r>
              <a:rPr lang="en-AU" sz="800"/>
              <a:t>, vol. 12538, A. Bartoli and A. </a:t>
            </a:r>
            <a:r>
              <a:rPr lang="en-AU" sz="800" err="1"/>
              <a:t>Fusiello</a:t>
            </a:r>
            <a:r>
              <a:rPr lang="en-AU" sz="800"/>
              <a:t>, Eds., in Lecture Notes in Computer Science, vol. 12538. , Cham: Springer International Publishing, 2020, pp. 236–251. </a:t>
            </a:r>
            <a:r>
              <a:rPr lang="en-AU" sz="800" err="1"/>
              <a:t>doi</a:t>
            </a:r>
            <a:r>
              <a:rPr lang="en-AU" sz="800"/>
              <a:t>: </a:t>
            </a:r>
            <a:r>
              <a:rPr lang="en-AU" sz="800">
                <a:hlinkClick r:id="rId6"/>
              </a:rPr>
              <a:t>10.1007/978-3-030-66823-5_14</a:t>
            </a:r>
            <a:r>
              <a:rPr lang="en-AU" sz="800"/>
              <a:t>.</a:t>
            </a:r>
          </a:p>
          <a:p>
            <a:pPr lvl="0">
              <a:defRPr/>
            </a:pPr>
            <a:r>
              <a:rPr lang="en-AU" sz="800"/>
              <a:t>[45] C.-Y. Yeh, H.-W. Chen, S.-L. Tsai, and S.-D. Wang, “Disrupting Image-Translation-Based </a:t>
            </a:r>
            <a:r>
              <a:rPr lang="en-AU" sz="800" err="1"/>
              <a:t>DeepFake</a:t>
            </a:r>
            <a:r>
              <a:rPr lang="en-AU" sz="800"/>
              <a:t> Algorithms with Adversarial Attacks,” in </a:t>
            </a:r>
            <a:r>
              <a:rPr lang="en-AU" sz="800" i="1"/>
              <a:t>2020 IEEE Winter Applications of Computer Vision Workshops (WACVW)</a:t>
            </a:r>
            <a:r>
              <a:rPr lang="en-AU" sz="800"/>
              <a:t>, Snowmass Village, CO, USA: IEEE, Mar. 2020, pp. 53–62. </a:t>
            </a:r>
            <a:r>
              <a:rPr lang="en-AU" sz="800" err="1"/>
              <a:t>doi</a:t>
            </a:r>
            <a:r>
              <a:rPr lang="en-AU" sz="800"/>
              <a:t>: </a:t>
            </a:r>
            <a:r>
              <a:rPr lang="en-AU" sz="800">
                <a:hlinkClick r:id="rId7"/>
              </a:rPr>
              <a:t>10.1109/WACVW50321.2020.9096939</a:t>
            </a:r>
            <a:r>
              <a:rPr lang="en-AU" sz="800"/>
              <a:t>.</a:t>
            </a:r>
          </a:p>
          <a:p>
            <a:endParaRPr lang="en-US" sz="800"/>
          </a:p>
        </p:txBody>
      </p:sp>
    </p:spTree>
    <p:extLst>
      <p:ext uri="{BB962C8B-B14F-4D97-AF65-F5344CB8AC3E}">
        <p14:creationId xmlns:p14="http://schemas.microsoft.com/office/powerpoint/2010/main" val="319477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
                                            <p:bg/>
                                          </p:spTgt>
                                        </p:tgtEl>
                                        <p:attrNameLst>
                                          <p:attrName>style.visibility</p:attrName>
                                        </p:attrNameLst>
                                      </p:cBhvr>
                                      <p:to>
                                        <p:strVal val="visible"/>
                                      </p:to>
                                    </p:set>
                                    <p:animEffect transition="in" filter="wipe(up)">
                                      <p:cBhvr>
                                        <p:cTn id="22" dur="500"/>
                                        <p:tgtEl>
                                          <p:spTgt spid="23">
                                            <p:bg/>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23">
                                            <p:txEl>
                                              <p:pRg st="0" end="0"/>
                                            </p:txEl>
                                          </p:spTgt>
                                        </p:tgtEl>
                                        <p:attrNameLst>
                                          <p:attrName>style.visibility</p:attrName>
                                        </p:attrNameLst>
                                      </p:cBhvr>
                                      <p:to>
                                        <p:strVal val="visible"/>
                                      </p:to>
                                    </p:set>
                                    <p:animEffect transition="in" filter="wipe(up)">
                                      <p:cBhvr>
                                        <p:cTn id="25" dur="500"/>
                                        <p:tgtEl>
                                          <p:spTgt spid="23">
                                            <p:txEl>
                                              <p:pRg st="0" end="0"/>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23">
                                            <p:txEl>
                                              <p:pRg st="1" end="1"/>
                                            </p:txEl>
                                          </p:spTgt>
                                        </p:tgtEl>
                                        <p:attrNameLst>
                                          <p:attrName>style.visibility</p:attrName>
                                        </p:attrNameLst>
                                      </p:cBhvr>
                                      <p:to>
                                        <p:strVal val="visible"/>
                                      </p:to>
                                    </p:set>
                                    <p:animEffect transition="in" filter="wipe(up)">
                                      <p:cBhvr>
                                        <p:cTn id="28" dur="500"/>
                                        <p:tgtEl>
                                          <p:spTgt spid="23">
                                            <p:txEl>
                                              <p:pRg st="1" end="1"/>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3">
                                            <p:txEl>
                                              <p:pRg st="2" end="2"/>
                                            </p:txEl>
                                          </p:spTgt>
                                        </p:tgtEl>
                                        <p:attrNameLst>
                                          <p:attrName>style.visibility</p:attrName>
                                        </p:attrNameLst>
                                      </p:cBhvr>
                                      <p:to>
                                        <p:strVal val="visible"/>
                                      </p:to>
                                    </p:set>
                                    <p:animEffect transition="in" filter="wipe(up)">
                                      <p:cBhvr>
                                        <p:cTn id="31" dur="500"/>
                                        <p:tgtEl>
                                          <p:spTgt spid="23">
                                            <p:txEl>
                                              <p:pRg st="2" end="2"/>
                                            </p:txEl>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3">
                                            <p:txEl>
                                              <p:pRg st="3" end="3"/>
                                            </p:txEl>
                                          </p:spTgt>
                                        </p:tgtEl>
                                        <p:attrNameLst>
                                          <p:attrName>style.visibility</p:attrName>
                                        </p:attrNameLst>
                                      </p:cBhvr>
                                      <p:to>
                                        <p:strVal val="visible"/>
                                      </p:to>
                                    </p:set>
                                    <p:animEffect transition="in" filter="wipe(up)">
                                      <p:cBhvr>
                                        <p:cTn id="34" dur="500"/>
                                        <p:tgtEl>
                                          <p:spTgt spid="2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up)">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3" grpId="0" uiExpand="1" build="allAtOnce"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D5CD3-7A03-FADF-2D4B-C5CE252416CC}"/>
            </a:ext>
          </a:extLst>
        </p:cNvPr>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1B1F8AD7-9A65-2D54-5EFD-0EBA3CF1EBD4}"/>
              </a:ext>
            </a:extLst>
          </p:cNvPr>
          <p:cNvCxnSpPr>
            <a:cxnSpLocks/>
            <a:stCxn id="7" idx="1"/>
            <a:endCxn id="3" idx="3"/>
          </p:cNvCxnSpPr>
          <p:nvPr/>
        </p:nvCxnSpPr>
        <p:spPr>
          <a:xfrm flipH="1">
            <a:off x="4352031" y="5317465"/>
            <a:ext cx="673622" cy="1455"/>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BB88C4B-B3D9-4AB8-639E-8556AA6B0744}"/>
              </a:ext>
            </a:extLst>
          </p:cNvPr>
          <p:cNvCxnSpPr>
            <a:cxnSpLocks/>
            <a:stCxn id="43" idx="3"/>
            <a:endCxn id="41" idx="1"/>
          </p:cNvCxnSpPr>
          <p:nvPr/>
        </p:nvCxnSpPr>
        <p:spPr>
          <a:xfrm flipV="1">
            <a:off x="7166345" y="4095552"/>
            <a:ext cx="687563" cy="4542"/>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8EABA3A-FCCF-166B-F4D8-E37AC9592392}"/>
              </a:ext>
            </a:extLst>
          </p:cNvPr>
          <p:cNvCxnSpPr>
            <a:cxnSpLocks/>
            <a:stCxn id="65" idx="1"/>
            <a:endCxn id="63" idx="3"/>
          </p:cNvCxnSpPr>
          <p:nvPr/>
        </p:nvCxnSpPr>
        <p:spPr>
          <a:xfrm flipH="1" flipV="1">
            <a:off x="4352032" y="2736010"/>
            <a:ext cx="673620" cy="1"/>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E93378F-3606-C3F1-C1FB-27A3D7ACFDAE}"/>
              </a:ext>
            </a:extLst>
          </p:cNvPr>
          <p:cNvCxnSpPr>
            <a:cxnSpLocks/>
            <a:stCxn id="76" idx="3"/>
            <a:endCxn id="74" idx="1"/>
          </p:cNvCxnSpPr>
          <p:nvPr/>
        </p:nvCxnSpPr>
        <p:spPr>
          <a:xfrm>
            <a:off x="7166344" y="1661789"/>
            <a:ext cx="687564" cy="0"/>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975967C1-BA45-C31B-AA69-53F79F3159CB}"/>
              </a:ext>
            </a:extLst>
          </p:cNvPr>
          <p:cNvSpPr>
            <a:spLocks noGrp="1"/>
          </p:cNvSpPr>
          <p:nvPr>
            <p:ph type="title"/>
          </p:nvPr>
        </p:nvSpPr>
        <p:spPr>
          <a:xfrm>
            <a:off x="119336" y="92075"/>
            <a:ext cx="10801350" cy="469056"/>
          </a:xfrm>
        </p:spPr>
        <p:txBody>
          <a:bodyPr/>
          <a:lstStyle/>
          <a:p>
            <a:r>
              <a:rPr lang="en-AU">
                <a:solidFill>
                  <a:schemeClr val="bg1"/>
                </a:solidFill>
              </a:rPr>
              <a:t>Our Vision: An End-to-End Defensive Pathway</a:t>
            </a:r>
          </a:p>
        </p:txBody>
      </p:sp>
      <p:sp>
        <p:nvSpPr>
          <p:cNvPr id="13" name="Slide Number Placeholder 12">
            <a:extLst>
              <a:ext uri="{FF2B5EF4-FFF2-40B4-BE49-F238E27FC236}">
                <a16:creationId xmlns:a16="http://schemas.microsoft.com/office/drawing/2014/main" id="{2FD3E0CB-6472-C225-9AC8-FDEDCE06D6BD}"/>
              </a:ext>
            </a:extLst>
          </p:cNvPr>
          <p:cNvSpPr>
            <a:spLocks noGrp="1"/>
          </p:cNvSpPr>
          <p:nvPr>
            <p:ph type="sldNum" sz="quarter" idx="18"/>
          </p:nvPr>
        </p:nvSpPr>
        <p:spPr/>
        <p:txBody>
          <a:bodyPr/>
          <a:lstStyle/>
          <a:p>
            <a:fld id="{E917DE0E-AFB1-41FD-BC35-27DB61CA125F}" type="slidenum">
              <a:rPr lang="en-AU" smtClean="0"/>
              <a:pPr/>
              <a:t>29</a:t>
            </a:fld>
            <a:endParaRPr lang="en-AU"/>
          </a:p>
        </p:txBody>
      </p:sp>
      <p:grpSp>
        <p:nvGrpSpPr>
          <p:cNvPr id="15" name="Group 14">
            <a:extLst>
              <a:ext uri="{FF2B5EF4-FFF2-40B4-BE49-F238E27FC236}">
                <a16:creationId xmlns:a16="http://schemas.microsoft.com/office/drawing/2014/main" id="{D2D8B0EB-30FB-1151-FEFC-1DEE19CCB2CD}"/>
              </a:ext>
            </a:extLst>
          </p:cNvPr>
          <p:cNvGrpSpPr/>
          <p:nvPr/>
        </p:nvGrpSpPr>
        <p:grpSpPr>
          <a:xfrm>
            <a:off x="6382785" y="603119"/>
            <a:ext cx="738792" cy="898873"/>
            <a:chOff x="10435158" y="1086570"/>
            <a:chExt cx="738792" cy="898873"/>
          </a:xfrm>
        </p:grpSpPr>
        <p:pic>
          <p:nvPicPr>
            <p:cNvPr id="5" name="Graphic 4">
              <a:extLst>
                <a:ext uri="{FF2B5EF4-FFF2-40B4-BE49-F238E27FC236}">
                  <a16:creationId xmlns:a16="http://schemas.microsoft.com/office/drawing/2014/main" id="{BB17C9FE-E740-F304-CB25-E1F1CDA23E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5158" y="1086570"/>
              <a:ext cx="668004" cy="668004"/>
            </a:xfrm>
            <a:prstGeom prst="rect">
              <a:avLst/>
            </a:prstGeom>
          </p:spPr>
        </p:pic>
        <p:sp>
          <p:nvSpPr>
            <p:cNvPr id="6" name="TextBox 5">
              <a:extLst>
                <a:ext uri="{FF2B5EF4-FFF2-40B4-BE49-F238E27FC236}">
                  <a16:creationId xmlns:a16="http://schemas.microsoft.com/office/drawing/2014/main" id="{23D4CFBB-3EDE-C249-AE67-7080116FD405}"/>
                </a:ext>
              </a:extLst>
            </p:cNvPr>
            <p:cNvSpPr txBox="1"/>
            <p:nvPr/>
          </p:nvSpPr>
          <p:spPr>
            <a:xfrm>
              <a:off x="10435158" y="1646889"/>
              <a:ext cx="738792" cy="338554"/>
            </a:xfrm>
            <a:prstGeom prst="rect">
              <a:avLst/>
            </a:prstGeom>
            <a:noFill/>
          </p:spPr>
          <p:txBody>
            <a:bodyPr wrap="none" rtlCol="0">
              <a:spAutoFit/>
            </a:bodyPr>
            <a:lstStyle/>
            <a:p>
              <a:r>
                <a:rPr lang="en-US" sz="1600"/>
                <a:t>Victim</a:t>
              </a:r>
            </a:p>
          </p:txBody>
        </p:sp>
      </p:grpSp>
      <p:grpSp>
        <p:nvGrpSpPr>
          <p:cNvPr id="14" name="Group 13">
            <a:extLst>
              <a:ext uri="{FF2B5EF4-FFF2-40B4-BE49-F238E27FC236}">
                <a16:creationId xmlns:a16="http://schemas.microsoft.com/office/drawing/2014/main" id="{CDE30EAE-6EB3-6E64-5855-4396B92A5CA0}"/>
              </a:ext>
            </a:extLst>
          </p:cNvPr>
          <p:cNvGrpSpPr/>
          <p:nvPr/>
        </p:nvGrpSpPr>
        <p:grpSpPr>
          <a:xfrm>
            <a:off x="6266472" y="5853689"/>
            <a:ext cx="971417" cy="1004311"/>
            <a:chOff x="1919536" y="1052736"/>
            <a:chExt cx="971417" cy="1004311"/>
          </a:xfrm>
        </p:grpSpPr>
        <p:pic>
          <p:nvPicPr>
            <p:cNvPr id="9" name="Graphic 8">
              <a:extLst>
                <a:ext uri="{FF2B5EF4-FFF2-40B4-BE49-F238E27FC236}">
                  <a16:creationId xmlns:a16="http://schemas.microsoft.com/office/drawing/2014/main" id="{9629DB42-8A3A-F922-C83F-42A8126AC0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9536" y="1052736"/>
              <a:ext cx="864096" cy="835034"/>
            </a:xfrm>
            <a:prstGeom prst="rect">
              <a:avLst/>
            </a:prstGeom>
          </p:spPr>
        </p:pic>
        <p:sp>
          <p:nvSpPr>
            <p:cNvPr id="11" name="TextBox 10">
              <a:extLst>
                <a:ext uri="{FF2B5EF4-FFF2-40B4-BE49-F238E27FC236}">
                  <a16:creationId xmlns:a16="http://schemas.microsoft.com/office/drawing/2014/main" id="{043F9922-4D71-3544-783D-705C9AA27C93}"/>
                </a:ext>
              </a:extLst>
            </p:cNvPr>
            <p:cNvSpPr txBox="1"/>
            <p:nvPr/>
          </p:nvSpPr>
          <p:spPr>
            <a:xfrm>
              <a:off x="1956082" y="1718493"/>
              <a:ext cx="934871" cy="338554"/>
            </a:xfrm>
            <a:prstGeom prst="rect">
              <a:avLst/>
            </a:prstGeom>
            <a:noFill/>
          </p:spPr>
          <p:txBody>
            <a:bodyPr wrap="none" rtlCol="0">
              <a:spAutoFit/>
            </a:bodyPr>
            <a:lstStyle/>
            <a:p>
              <a:r>
                <a:rPr lang="en-US" sz="1600"/>
                <a:t>Criminal</a:t>
              </a:r>
            </a:p>
          </p:txBody>
        </p:sp>
      </p:grpSp>
      <p:sp>
        <p:nvSpPr>
          <p:cNvPr id="16" name="Right Arrow 15">
            <a:extLst>
              <a:ext uri="{FF2B5EF4-FFF2-40B4-BE49-F238E27FC236}">
                <a16:creationId xmlns:a16="http://schemas.microsoft.com/office/drawing/2014/main" id="{41D51310-CFF4-FE6C-5DAC-AE0E1C8E4BD8}"/>
              </a:ext>
            </a:extLst>
          </p:cNvPr>
          <p:cNvSpPr/>
          <p:nvPr/>
        </p:nvSpPr>
        <p:spPr>
          <a:xfrm rot="16200000">
            <a:off x="3016046" y="3449147"/>
            <a:ext cx="6159906" cy="618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47885026-60F6-762E-D8BF-97B298552DB1}"/>
              </a:ext>
            </a:extLst>
          </p:cNvPr>
          <p:cNvSpPr/>
          <p:nvPr/>
        </p:nvSpPr>
        <p:spPr>
          <a:xfrm>
            <a:off x="200247" y="4715152"/>
            <a:ext cx="4151784" cy="1207535"/>
          </a:xfrm>
          <a:prstGeom prst="roundRect">
            <a:avLst>
              <a:gd name="adj" fmla="val 10357"/>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Defensive Source</a:t>
            </a:r>
            <a:endParaRPr lang="en-US">
              <a:solidFill>
                <a:schemeClr val="tx1"/>
              </a:solidFill>
            </a:endParaRPr>
          </a:p>
          <a:p>
            <a:pPr marL="285750" indent="-285750">
              <a:buFont typeface="Arial" panose="020B0604020202020204" pitchFamily="34" charset="0"/>
              <a:buChar char="•"/>
            </a:pPr>
            <a:r>
              <a:rPr lang="en-US">
                <a:solidFill>
                  <a:schemeClr val="tx1"/>
                </a:solidFill>
              </a:rPr>
              <a:t>Increases the difficulty of generating deepfake with security enhanced source media</a:t>
            </a:r>
          </a:p>
        </p:txBody>
      </p:sp>
      <p:sp>
        <p:nvSpPr>
          <p:cNvPr id="7" name="Rounded Rectangle 6">
            <a:extLst>
              <a:ext uri="{FF2B5EF4-FFF2-40B4-BE49-F238E27FC236}">
                <a16:creationId xmlns:a16="http://schemas.microsoft.com/office/drawing/2014/main" id="{59C631A8-F497-3BC1-1F9A-90A00D22FC62}"/>
              </a:ext>
            </a:extLst>
          </p:cNvPr>
          <p:cNvSpPr/>
          <p:nvPr/>
        </p:nvSpPr>
        <p:spPr>
          <a:xfrm>
            <a:off x="5025653" y="4977033"/>
            <a:ext cx="2140692" cy="680864"/>
          </a:xfrm>
          <a:prstGeom prst="roundRect">
            <a:avLst>
              <a:gd name="adj" fmla="val 11071"/>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Enhancing the Source</a:t>
            </a:r>
          </a:p>
        </p:txBody>
      </p:sp>
      <p:sp>
        <p:nvSpPr>
          <p:cNvPr id="41" name="Rounded Rectangle 40">
            <a:extLst>
              <a:ext uri="{FF2B5EF4-FFF2-40B4-BE49-F238E27FC236}">
                <a16:creationId xmlns:a16="http://schemas.microsoft.com/office/drawing/2014/main" id="{D9D173B2-43B2-4A10-1380-3BF3F9F5E9F9}"/>
              </a:ext>
            </a:extLst>
          </p:cNvPr>
          <p:cNvSpPr/>
          <p:nvPr/>
        </p:nvSpPr>
        <p:spPr>
          <a:xfrm>
            <a:off x="7853908" y="3576955"/>
            <a:ext cx="4120900" cy="1037194"/>
          </a:xfrm>
          <a:prstGeom prst="roundRect">
            <a:avLst>
              <a:gd name="adj" fmla="val 13606"/>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Watermark, provenance, metadata</a:t>
            </a:r>
          </a:p>
          <a:p>
            <a:pPr marL="285750" indent="-285750">
              <a:buFont typeface="Arial" panose="020B0604020202020204" pitchFamily="34" charset="0"/>
              <a:buChar char="•"/>
            </a:pPr>
            <a:r>
              <a:rPr lang="en-US">
                <a:solidFill>
                  <a:schemeClr val="tx1"/>
                </a:solidFill>
              </a:rPr>
              <a:t>Embedded into the material, Generated by tool</a:t>
            </a:r>
          </a:p>
        </p:txBody>
      </p:sp>
      <p:sp>
        <p:nvSpPr>
          <p:cNvPr id="43" name="Rounded Rectangle 42">
            <a:extLst>
              <a:ext uri="{FF2B5EF4-FFF2-40B4-BE49-F238E27FC236}">
                <a16:creationId xmlns:a16="http://schemas.microsoft.com/office/drawing/2014/main" id="{18BA1923-4E15-EC04-F2DF-11698F7D40FF}"/>
              </a:ext>
            </a:extLst>
          </p:cNvPr>
          <p:cNvSpPr/>
          <p:nvPr/>
        </p:nvSpPr>
        <p:spPr>
          <a:xfrm>
            <a:off x="5025653" y="3741751"/>
            <a:ext cx="2140692" cy="716685"/>
          </a:xfrm>
          <a:prstGeom prst="roundRect">
            <a:avLst>
              <a:gd name="adj" fmla="val 10465"/>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Embedding Provenance</a:t>
            </a:r>
          </a:p>
        </p:txBody>
      </p:sp>
      <p:sp>
        <p:nvSpPr>
          <p:cNvPr id="63" name="Rounded Rectangle 62">
            <a:extLst>
              <a:ext uri="{FF2B5EF4-FFF2-40B4-BE49-F238E27FC236}">
                <a16:creationId xmlns:a16="http://schemas.microsoft.com/office/drawing/2014/main" id="{17D5D20F-F966-2F40-7CC3-12F200C7A17A}"/>
              </a:ext>
            </a:extLst>
          </p:cNvPr>
          <p:cNvSpPr/>
          <p:nvPr/>
        </p:nvSpPr>
        <p:spPr>
          <a:xfrm>
            <a:off x="231132" y="2076296"/>
            <a:ext cx="4120900" cy="1319428"/>
          </a:xfrm>
          <a:prstGeom prst="roundRect">
            <a:avLst>
              <a:gd name="adj" fmla="val 1041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Detection</a:t>
            </a:r>
          </a:p>
          <a:p>
            <a:pPr marL="285750" indent="-285750">
              <a:buFont typeface="Arial" panose="020B0604020202020204" pitchFamily="34" charset="0"/>
              <a:buChar char="•"/>
            </a:pPr>
            <a:r>
              <a:rPr lang="en-US">
                <a:solidFill>
                  <a:schemeClr val="tx1"/>
                </a:solidFill>
              </a:rPr>
              <a:t>Detecting the whether the material is a deepfake material</a:t>
            </a:r>
          </a:p>
        </p:txBody>
      </p:sp>
      <p:sp>
        <p:nvSpPr>
          <p:cNvPr id="65" name="Rounded Rectangle 64">
            <a:extLst>
              <a:ext uri="{FF2B5EF4-FFF2-40B4-BE49-F238E27FC236}">
                <a16:creationId xmlns:a16="http://schemas.microsoft.com/office/drawing/2014/main" id="{8BE425DC-E501-988E-1C4F-447B5C238994}"/>
              </a:ext>
            </a:extLst>
          </p:cNvPr>
          <p:cNvSpPr/>
          <p:nvPr/>
        </p:nvSpPr>
        <p:spPr>
          <a:xfrm>
            <a:off x="5025652" y="2252387"/>
            <a:ext cx="2140692" cy="967247"/>
          </a:xfrm>
          <a:prstGeom prst="roundRect">
            <a:avLst>
              <a:gd name="adj" fmla="val 8132"/>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Disrupting Distribution and Transfer</a:t>
            </a:r>
          </a:p>
        </p:txBody>
      </p:sp>
      <p:sp>
        <p:nvSpPr>
          <p:cNvPr id="74" name="Rounded Rectangle 73">
            <a:extLst>
              <a:ext uri="{FF2B5EF4-FFF2-40B4-BE49-F238E27FC236}">
                <a16:creationId xmlns:a16="http://schemas.microsoft.com/office/drawing/2014/main" id="{8656BA89-EF6F-8C97-097A-A986694D88F7}"/>
              </a:ext>
            </a:extLst>
          </p:cNvPr>
          <p:cNvSpPr/>
          <p:nvPr/>
        </p:nvSpPr>
        <p:spPr>
          <a:xfrm>
            <a:off x="7853908" y="1023724"/>
            <a:ext cx="4120900" cy="1276130"/>
          </a:xfrm>
          <a:prstGeom prst="roundRect">
            <a:avLst>
              <a:gd name="adj" fmla="val 11193"/>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Knowledge</a:t>
            </a:r>
            <a:endParaRPr lang="en-US">
              <a:solidFill>
                <a:schemeClr val="tx1"/>
              </a:solidFill>
            </a:endParaRPr>
          </a:p>
          <a:p>
            <a:pPr marL="285750" indent="-285750">
              <a:buFont typeface="Arial" panose="020B0604020202020204" pitchFamily="34" charset="0"/>
              <a:buChar char="•"/>
            </a:pPr>
            <a:r>
              <a:rPr lang="en-US">
                <a:solidFill>
                  <a:schemeClr val="tx1"/>
                </a:solidFill>
              </a:rPr>
              <a:t>Train user about what criminal want and how they should protect them self.</a:t>
            </a:r>
          </a:p>
        </p:txBody>
      </p:sp>
      <p:sp>
        <p:nvSpPr>
          <p:cNvPr id="76" name="Rounded Rectangle 75">
            <a:extLst>
              <a:ext uri="{FF2B5EF4-FFF2-40B4-BE49-F238E27FC236}">
                <a16:creationId xmlns:a16="http://schemas.microsoft.com/office/drawing/2014/main" id="{9FE4036E-C04C-F03A-CE67-6FFB5CC113C7}"/>
              </a:ext>
            </a:extLst>
          </p:cNvPr>
          <p:cNvSpPr/>
          <p:nvPr/>
        </p:nvSpPr>
        <p:spPr>
          <a:xfrm>
            <a:off x="5025652" y="1492512"/>
            <a:ext cx="2140692" cy="338554"/>
          </a:xfrm>
          <a:prstGeom prst="roundRect">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User awareness</a:t>
            </a:r>
          </a:p>
        </p:txBody>
      </p:sp>
      <p:sp>
        <p:nvSpPr>
          <p:cNvPr id="2" name="Rounded Rectangle 1">
            <a:extLst>
              <a:ext uri="{FF2B5EF4-FFF2-40B4-BE49-F238E27FC236}">
                <a16:creationId xmlns:a16="http://schemas.microsoft.com/office/drawing/2014/main" id="{F92E528E-775B-1949-0DF3-44B5C2FD7FD0}"/>
              </a:ext>
            </a:extLst>
          </p:cNvPr>
          <p:cNvSpPr/>
          <p:nvPr/>
        </p:nvSpPr>
        <p:spPr>
          <a:xfrm>
            <a:off x="7729979" y="3457607"/>
            <a:ext cx="4382601" cy="1276130"/>
          </a:xfrm>
          <a:prstGeom prst="roundRect">
            <a:avLst/>
          </a:prstGeom>
          <a:noFill/>
          <a:ln w="762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8A65AC07-B77C-1870-5A85-775D243DA9DE}"/>
              </a:ext>
            </a:extLst>
          </p:cNvPr>
          <p:cNvSpPr txBox="1"/>
          <p:nvPr/>
        </p:nvSpPr>
        <p:spPr>
          <a:xfrm>
            <a:off x="25989" y="658342"/>
            <a:ext cx="4151785" cy="919401"/>
          </a:xfrm>
          <a:prstGeom prst="roundRect">
            <a:avLst/>
          </a:prstGeom>
          <a:solidFill>
            <a:srgbClr val="DDC9EF"/>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AU" sz="1600"/>
              <a:t>Please note that these four steps are the possible steps during the route, it is not an exhaustive list.</a:t>
            </a:r>
          </a:p>
        </p:txBody>
      </p:sp>
    </p:spTree>
    <p:extLst>
      <p:ext uri="{BB962C8B-B14F-4D97-AF65-F5344CB8AC3E}">
        <p14:creationId xmlns:p14="http://schemas.microsoft.com/office/powerpoint/2010/main" val="1907286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0007C-D827-9A11-93B4-8450160C6FB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AC16236-5C54-6C7E-8267-6479EEB1561E}"/>
              </a:ext>
            </a:extLst>
          </p:cNvPr>
          <p:cNvSpPr>
            <a:spLocks noGrp="1"/>
          </p:cNvSpPr>
          <p:nvPr>
            <p:ph type="title"/>
          </p:nvPr>
        </p:nvSpPr>
        <p:spPr>
          <a:xfrm>
            <a:off x="125126" y="73794"/>
            <a:ext cx="10801350" cy="469056"/>
          </a:xfrm>
        </p:spPr>
        <p:txBody>
          <a:bodyPr>
            <a:normAutofit/>
          </a:bodyPr>
          <a:lstStyle/>
          <a:p>
            <a:r>
              <a:rPr lang="en-AU">
                <a:solidFill>
                  <a:schemeClr val="bg1"/>
                </a:solidFill>
              </a:rPr>
              <a:t>Authenticity Proof </a:t>
            </a:r>
            <a:r>
              <a:rPr lang="en-AU">
                <a:solidFill>
                  <a:schemeClr val="bg1"/>
                </a:solidFill>
                <a:sym typeface="Wingdings" pitchFamily="2" charset="2"/>
              </a:rPr>
              <a:t> Provenance</a:t>
            </a:r>
            <a:endParaRPr lang="en-AU">
              <a:solidFill>
                <a:schemeClr val="bg1"/>
              </a:solidFill>
            </a:endParaRPr>
          </a:p>
        </p:txBody>
      </p:sp>
      <p:sp>
        <p:nvSpPr>
          <p:cNvPr id="13" name="Slide Number Placeholder 12">
            <a:extLst>
              <a:ext uri="{FF2B5EF4-FFF2-40B4-BE49-F238E27FC236}">
                <a16:creationId xmlns:a16="http://schemas.microsoft.com/office/drawing/2014/main" id="{6470ACFA-A7BD-5E80-71E8-B55208B9C7A2}"/>
              </a:ext>
            </a:extLst>
          </p:cNvPr>
          <p:cNvSpPr>
            <a:spLocks noGrp="1"/>
          </p:cNvSpPr>
          <p:nvPr>
            <p:ph type="sldNum" sz="quarter" idx="18"/>
          </p:nvPr>
        </p:nvSpPr>
        <p:spPr>
          <a:xfrm>
            <a:off x="11119073" y="6459476"/>
            <a:ext cx="288032" cy="240219"/>
          </a:xfrm>
        </p:spPr>
        <p:txBody>
          <a:bodyPr/>
          <a:lstStyle/>
          <a:p>
            <a:fld id="{E917DE0E-AFB1-41FD-BC35-27DB61CA125F}" type="slidenum">
              <a:rPr lang="en-AU" smtClean="0"/>
              <a:pPr/>
              <a:t>30</a:t>
            </a:fld>
            <a:endParaRPr lang="en-AU"/>
          </a:p>
        </p:txBody>
      </p:sp>
      <p:sp>
        <p:nvSpPr>
          <p:cNvPr id="2" name="TextBox 1">
            <a:extLst>
              <a:ext uri="{FF2B5EF4-FFF2-40B4-BE49-F238E27FC236}">
                <a16:creationId xmlns:a16="http://schemas.microsoft.com/office/drawing/2014/main" id="{68A23003-8D43-3FB0-EAB5-00108320F7EB}"/>
              </a:ext>
            </a:extLst>
          </p:cNvPr>
          <p:cNvSpPr txBox="1"/>
          <p:nvPr/>
        </p:nvSpPr>
        <p:spPr>
          <a:xfrm>
            <a:off x="402198" y="6060524"/>
            <a:ext cx="5436604" cy="230832"/>
          </a:xfrm>
          <a:prstGeom prst="rect">
            <a:avLst/>
          </a:prstGeom>
          <a:noFill/>
        </p:spPr>
        <p:txBody>
          <a:bodyPr wrap="square" rtlCol="0">
            <a:spAutoFit/>
          </a:bodyPr>
          <a:lstStyle/>
          <a:p>
            <a:r>
              <a:rPr lang="en-US" sz="900"/>
              <a:t>[46] https://</a:t>
            </a:r>
            <a:r>
              <a:rPr lang="en-US" sz="900" err="1"/>
              <a:t>fineart-restoration.co.uk</a:t>
            </a:r>
            <a:r>
              <a:rPr lang="en-US" sz="900"/>
              <a:t>/news/preserving-provenance-oil-painting-labels-notes-and-stamps/</a:t>
            </a:r>
          </a:p>
        </p:txBody>
      </p:sp>
      <p:grpSp>
        <p:nvGrpSpPr>
          <p:cNvPr id="19" name="Group 18">
            <a:extLst>
              <a:ext uri="{FF2B5EF4-FFF2-40B4-BE49-F238E27FC236}">
                <a16:creationId xmlns:a16="http://schemas.microsoft.com/office/drawing/2014/main" id="{21C8B063-6F47-DF3C-1EA1-AFDC5F10546D}"/>
              </a:ext>
            </a:extLst>
          </p:cNvPr>
          <p:cNvGrpSpPr/>
          <p:nvPr/>
        </p:nvGrpSpPr>
        <p:grpSpPr>
          <a:xfrm>
            <a:off x="4311055" y="1771361"/>
            <a:ext cx="3749586" cy="3734857"/>
            <a:chOff x="4322927" y="1986887"/>
            <a:chExt cx="3749586" cy="3734857"/>
          </a:xfrm>
        </p:grpSpPr>
        <p:sp>
          <p:nvSpPr>
            <p:cNvPr id="15" name="Rounded Rectangle 14">
              <a:extLst>
                <a:ext uri="{FF2B5EF4-FFF2-40B4-BE49-F238E27FC236}">
                  <a16:creationId xmlns:a16="http://schemas.microsoft.com/office/drawing/2014/main" id="{F6A2624C-9DEE-2B7F-A4C3-8637EF0008BC}"/>
                </a:ext>
              </a:extLst>
            </p:cNvPr>
            <p:cNvSpPr/>
            <p:nvPr/>
          </p:nvSpPr>
          <p:spPr>
            <a:xfrm>
              <a:off x="4322927" y="1986887"/>
              <a:ext cx="3749586" cy="3734857"/>
            </a:xfrm>
            <a:prstGeom prst="roundRect">
              <a:avLst>
                <a:gd name="adj" fmla="val 6112"/>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tIns="0" rtlCol="0" anchor="b"/>
            <a:lstStyle/>
            <a:p>
              <a:r>
                <a:rPr lang="en-AU"/>
                <a:t>Two 14th century oil paintings on panel from the front (recto) and behind (verso) – the labels on the reverse list their historic cataloguing notes and museum references </a:t>
              </a:r>
              <a:endParaRPr lang="en-US"/>
            </a:p>
          </p:txBody>
        </p:sp>
        <p:pic>
          <p:nvPicPr>
            <p:cNvPr id="3" name="Picture 2">
              <a:extLst>
                <a:ext uri="{FF2B5EF4-FFF2-40B4-BE49-F238E27FC236}">
                  <a16:creationId xmlns:a16="http://schemas.microsoft.com/office/drawing/2014/main" id="{94388E3E-959E-5247-0DB8-767A2D24FB73}"/>
                </a:ext>
              </a:extLst>
            </p:cNvPr>
            <p:cNvPicPr>
              <a:picLocks noChangeAspect="1"/>
            </p:cNvPicPr>
            <p:nvPr/>
          </p:nvPicPr>
          <p:blipFill>
            <a:blip r:embed="rId3"/>
            <a:stretch>
              <a:fillRect/>
            </a:stretch>
          </p:blipFill>
          <p:spPr>
            <a:xfrm>
              <a:off x="4641970" y="2195736"/>
              <a:ext cx="3111500" cy="1371600"/>
            </a:xfrm>
            <a:prstGeom prst="rect">
              <a:avLst/>
            </a:prstGeom>
          </p:spPr>
        </p:pic>
      </p:grpSp>
      <p:grpSp>
        <p:nvGrpSpPr>
          <p:cNvPr id="18" name="Group 17">
            <a:extLst>
              <a:ext uri="{FF2B5EF4-FFF2-40B4-BE49-F238E27FC236}">
                <a16:creationId xmlns:a16="http://schemas.microsoft.com/office/drawing/2014/main" id="{58781A6E-759D-9964-8FF9-DD8A96B7074C}"/>
              </a:ext>
            </a:extLst>
          </p:cNvPr>
          <p:cNvGrpSpPr/>
          <p:nvPr/>
        </p:nvGrpSpPr>
        <p:grpSpPr>
          <a:xfrm>
            <a:off x="390326" y="1776485"/>
            <a:ext cx="3749586" cy="3729733"/>
            <a:chOff x="402198" y="1992011"/>
            <a:chExt cx="3749586" cy="3729733"/>
          </a:xfrm>
        </p:grpSpPr>
        <p:sp>
          <p:nvSpPr>
            <p:cNvPr id="14" name="Rounded Rectangle 13">
              <a:extLst>
                <a:ext uri="{FF2B5EF4-FFF2-40B4-BE49-F238E27FC236}">
                  <a16:creationId xmlns:a16="http://schemas.microsoft.com/office/drawing/2014/main" id="{48ECEF8F-A3A3-8E3B-8FC3-47FD041625FD}"/>
                </a:ext>
              </a:extLst>
            </p:cNvPr>
            <p:cNvSpPr/>
            <p:nvPr/>
          </p:nvSpPr>
          <p:spPr>
            <a:xfrm>
              <a:off x="402198" y="1992011"/>
              <a:ext cx="3749586" cy="3729733"/>
            </a:xfrm>
            <a:prstGeom prst="roundRect">
              <a:avLst>
                <a:gd name="adj" fmla="val 6666"/>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tIns="0" rtlCol="0" anchor="b"/>
            <a:lstStyle/>
            <a:p>
              <a:r>
                <a:rPr lang="en-US"/>
                <a:t>Handwritten note on the back of a canvas from 19</a:t>
              </a:r>
              <a:r>
                <a:rPr lang="en-US" baseline="30000"/>
                <a:t>th</a:t>
              </a:r>
              <a:r>
                <a:rPr lang="en-US"/>
                <a:t> century restorer, recording transferred the paint from panel to canvas in 1864.</a:t>
              </a:r>
            </a:p>
          </p:txBody>
        </p:sp>
        <p:pic>
          <p:nvPicPr>
            <p:cNvPr id="4" name="Picture 3">
              <a:extLst>
                <a:ext uri="{FF2B5EF4-FFF2-40B4-BE49-F238E27FC236}">
                  <a16:creationId xmlns:a16="http://schemas.microsoft.com/office/drawing/2014/main" id="{9D453B83-184A-6300-F7EA-88D2C5F121E3}"/>
                </a:ext>
              </a:extLst>
            </p:cNvPr>
            <p:cNvPicPr>
              <a:picLocks noChangeAspect="1"/>
            </p:cNvPicPr>
            <p:nvPr/>
          </p:nvPicPr>
          <p:blipFill>
            <a:blip r:embed="rId4"/>
            <a:stretch>
              <a:fillRect/>
            </a:stretch>
          </p:blipFill>
          <p:spPr>
            <a:xfrm>
              <a:off x="730135" y="2195736"/>
              <a:ext cx="3111500" cy="1371600"/>
            </a:xfrm>
            <a:prstGeom prst="rect">
              <a:avLst/>
            </a:prstGeom>
          </p:spPr>
        </p:pic>
      </p:grpSp>
      <p:grpSp>
        <p:nvGrpSpPr>
          <p:cNvPr id="20" name="Group 19">
            <a:extLst>
              <a:ext uri="{FF2B5EF4-FFF2-40B4-BE49-F238E27FC236}">
                <a16:creationId xmlns:a16="http://schemas.microsoft.com/office/drawing/2014/main" id="{3CE43704-7F78-61BB-D1CD-20BA077BF446}"/>
              </a:ext>
            </a:extLst>
          </p:cNvPr>
          <p:cNvGrpSpPr/>
          <p:nvPr/>
        </p:nvGrpSpPr>
        <p:grpSpPr>
          <a:xfrm>
            <a:off x="8190950" y="1773313"/>
            <a:ext cx="3749586" cy="3734857"/>
            <a:chOff x="8202822" y="1988839"/>
            <a:chExt cx="3749586" cy="3734857"/>
          </a:xfrm>
        </p:grpSpPr>
        <p:sp>
          <p:nvSpPr>
            <p:cNvPr id="16" name="Rounded Rectangle 15">
              <a:extLst>
                <a:ext uri="{FF2B5EF4-FFF2-40B4-BE49-F238E27FC236}">
                  <a16:creationId xmlns:a16="http://schemas.microsoft.com/office/drawing/2014/main" id="{E0447F36-5B49-3CD2-169E-67FD8B07AB21}"/>
                </a:ext>
              </a:extLst>
            </p:cNvPr>
            <p:cNvSpPr/>
            <p:nvPr/>
          </p:nvSpPr>
          <p:spPr>
            <a:xfrm>
              <a:off x="8202822" y="1988839"/>
              <a:ext cx="3749586" cy="3734857"/>
            </a:xfrm>
            <a:prstGeom prst="roundRect">
              <a:avLst>
                <a:gd name="adj" fmla="val 5558"/>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tIns="0" rtlCol="0" anchor="b"/>
            <a:lstStyle/>
            <a:p>
              <a:r>
                <a:rPr lang="en-AU"/>
                <a:t>An example of the various labels on the back of a painting. These labels may collect over time in sales, exhibitions and museum care.</a:t>
              </a:r>
              <a:endParaRPr lang="en-US"/>
            </a:p>
          </p:txBody>
        </p:sp>
        <p:pic>
          <p:nvPicPr>
            <p:cNvPr id="7" name="Picture 6">
              <a:extLst>
                <a:ext uri="{FF2B5EF4-FFF2-40B4-BE49-F238E27FC236}">
                  <a16:creationId xmlns:a16="http://schemas.microsoft.com/office/drawing/2014/main" id="{074C2ABE-70ED-6590-C932-2B60A5222A9A}"/>
                </a:ext>
              </a:extLst>
            </p:cNvPr>
            <p:cNvPicPr>
              <a:picLocks noChangeAspect="1"/>
            </p:cNvPicPr>
            <p:nvPr/>
          </p:nvPicPr>
          <p:blipFill>
            <a:blip r:embed="rId5"/>
            <a:stretch>
              <a:fillRect/>
            </a:stretch>
          </p:blipFill>
          <p:spPr>
            <a:xfrm>
              <a:off x="8522496" y="2197878"/>
              <a:ext cx="3110869" cy="1369458"/>
            </a:xfrm>
            <a:prstGeom prst="rect">
              <a:avLst/>
            </a:prstGeom>
          </p:spPr>
        </p:pic>
      </p:grpSp>
      <p:sp>
        <p:nvSpPr>
          <p:cNvPr id="21" name="Rounded Rectangle 20">
            <a:extLst>
              <a:ext uri="{FF2B5EF4-FFF2-40B4-BE49-F238E27FC236}">
                <a16:creationId xmlns:a16="http://schemas.microsoft.com/office/drawing/2014/main" id="{43F0D43D-2019-D083-4C4F-3CE22774FDB6}"/>
              </a:ext>
            </a:extLst>
          </p:cNvPr>
          <p:cNvSpPr/>
          <p:nvPr/>
        </p:nvSpPr>
        <p:spPr>
          <a:xfrm>
            <a:off x="390326" y="746575"/>
            <a:ext cx="11550210" cy="821061"/>
          </a:xfrm>
          <a:prstGeom prst="roundRect">
            <a:avLst>
              <a:gd name="adj" fmla="val 18323"/>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tIns="0" rtlCol="0" anchor="ctr"/>
          <a:lstStyle/>
          <a:p>
            <a:r>
              <a:rPr lang="en-AU"/>
              <a:t>Provenance (the origins and derivation history of data) has become more popular as a deepfake defence technique.</a:t>
            </a:r>
          </a:p>
          <a:p>
            <a:pPr marL="285750" indent="-285750">
              <a:buFont typeface="Arial" panose="020B0604020202020204" pitchFamily="34" charset="0"/>
              <a:buChar char="•"/>
            </a:pPr>
            <a:r>
              <a:rPr lang="en-AU"/>
              <a:t>Here are some original usage examples of Provenance: </a:t>
            </a:r>
          </a:p>
        </p:txBody>
      </p:sp>
      <p:sp>
        <p:nvSpPr>
          <p:cNvPr id="5" name="TextBox 4">
            <a:extLst>
              <a:ext uri="{FF2B5EF4-FFF2-40B4-BE49-F238E27FC236}">
                <a16:creationId xmlns:a16="http://schemas.microsoft.com/office/drawing/2014/main" id="{C1E56FA1-3679-3530-092F-B13FC4155D48}"/>
              </a:ext>
            </a:extLst>
          </p:cNvPr>
          <p:cNvSpPr txBox="1"/>
          <p:nvPr/>
        </p:nvSpPr>
        <p:spPr>
          <a:xfrm>
            <a:off x="7720523" y="5660828"/>
            <a:ext cx="3969420" cy="369332"/>
          </a:xfrm>
          <a:prstGeom prst="rect">
            <a:avLst/>
          </a:prstGeom>
          <a:noFill/>
        </p:spPr>
        <p:txBody>
          <a:bodyPr wrap="none" rtlCol="0">
            <a:spAutoFit/>
          </a:bodyPr>
          <a:lstStyle/>
          <a:p>
            <a:r>
              <a:rPr lang="en-US">
                <a:solidFill>
                  <a:srgbClr val="7030A0"/>
                </a:solidFill>
              </a:rPr>
              <a:t>However, these can also be faked. </a:t>
            </a:r>
            <a:r>
              <a:rPr lang="en-US">
                <a:solidFill>
                  <a:srgbClr val="7030A0"/>
                </a:solidFill>
                <a:sym typeface="Wingdings" pitchFamily="2" charset="2"/>
              </a:rPr>
              <a:t></a:t>
            </a:r>
            <a:endParaRPr lang="en-US">
              <a:solidFill>
                <a:srgbClr val="7030A0"/>
              </a:solidFill>
            </a:endParaRPr>
          </a:p>
        </p:txBody>
      </p:sp>
    </p:spTree>
    <p:extLst>
      <p:ext uri="{BB962C8B-B14F-4D97-AF65-F5344CB8AC3E}">
        <p14:creationId xmlns:p14="http://schemas.microsoft.com/office/powerpoint/2010/main" val="191874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p:tgtEl>
                                          <p:spTgt spid="21"/>
                                        </p:tgtEl>
                                        <p:attrNameLst>
                                          <p:attrName>ppt_y</p:attrName>
                                        </p:attrNameLst>
                                      </p:cBhvr>
                                      <p:tavLst>
                                        <p:tav tm="0">
                                          <p:val>
                                            <p:strVal val="#ppt_y-#ppt_h*1.125000"/>
                                          </p:val>
                                        </p:tav>
                                        <p:tav tm="100000">
                                          <p:val>
                                            <p:strVal val="#ppt_y"/>
                                          </p:val>
                                        </p:tav>
                                      </p:tavLst>
                                    </p:anim>
                                    <p:animEffect transition="in" filter="wipe(down)">
                                      <p:cBhvr>
                                        <p:cTn id="8" dur="500"/>
                                        <p:tgtEl>
                                          <p:spTgt spid="21"/>
                                        </p:tgtEl>
                                      </p:cBhvr>
                                    </p:animEffect>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edge">
                                      <p:cBhvr>
                                        <p:cTn id="13" dur="2000"/>
                                        <p:tgtEl>
                                          <p:spTgt spid="19"/>
                                        </p:tgtEl>
                                      </p:cBhvr>
                                    </p:animEffect>
                                  </p:childTnLst>
                                </p:cTn>
                              </p:par>
                              <p:par>
                                <p:cTn id="14" presetID="2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edge">
                                      <p:cBhvr>
                                        <p:cTn id="16" dur="2000"/>
                                        <p:tgtEl>
                                          <p:spTgt spid="18"/>
                                        </p:tgtEl>
                                      </p:cBhvr>
                                    </p:animEffect>
                                  </p:childTnLst>
                                </p:cTn>
                              </p:par>
                              <p:par>
                                <p:cTn id="17" presetID="2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edge">
                                      <p:cBhvr>
                                        <p:cTn id="19" dur="20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73889-F5FD-95C4-44FD-4BAF989DA20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593A3BB-93D8-521E-10AB-8F875C8683B7}"/>
              </a:ext>
            </a:extLst>
          </p:cNvPr>
          <p:cNvSpPr>
            <a:spLocks noGrp="1"/>
          </p:cNvSpPr>
          <p:nvPr>
            <p:ph type="title"/>
          </p:nvPr>
        </p:nvSpPr>
        <p:spPr>
          <a:xfrm>
            <a:off x="119336" y="73794"/>
            <a:ext cx="10682014" cy="469056"/>
          </a:xfrm>
        </p:spPr>
        <p:txBody>
          <a:bodyPr>
            <a:normAutofit/>
          </a:bodyPr>
          <a:lstStyle/>
          <a:p>
            <a:r>
              <a:rPr lang="en-AU">
                <a:solidFill>
                  <a:schemeClr val="bg1"/>
                </a:solidFill>
              </a:rPr>
              <a:t>Authenticity Proof via Digital Data Provenance</a:t>
            </a:r>
          </a:p>
        </p:txBody>
      </p:sp>
      <p:sp>
        <p:nvSpPr>
          <p:cNvPr id="13" name="Slide Number Placeholder 12">
            <a:extLst>
              <a:ext uri="{FF2B5EF4-FFF2-40B4-BE49-F238E27FC236}">
                <a16:creationId xmlns:a16="http://schemas.microsoft.com/office/drawing/2014/main" id="{9FFCEB93-17A9-BFE0-9593-F219DA273DE7}"/>
              </a:ext>
            </a:extLst>
          </p:cNvPr>
          <p:cNvSpPr>
            <a:spLocks noGrp="1"/>
          </p:cNvSpPr>
          <p:nvPr>
            <p:ph type="sldNum" sz="quarter" idx="18"/>
          </p:nvPr>
        </p:nvSpPr>
        <p:spPr>
          <a:xfrm>
            <a:off x="11119073" y="6459476"/>
            <a:ext cx="288032" cy="240219"/>
          </a:xfrm>
        </p:spPr>
        <p:txBody>
          <a:bodyPr/>
          <a:lstStyle/>
          <a:p>
            <a:fld id="{E917DE0E-AFB1-41FD-BC35-27DB61CA125F}" type="slidenum">
              <a:rPr lang="en-AU" smtClean="0"/>
              <a:pPr/>
              <a:t>31</a:t>
            </a:fld>
            <a:endParaRPr lang="en-AU"/>
          </a:p>
        </p:txBody>
      </p:sp>
      <p:sp>
        <p:nvSpPr>
          <p:cNvPr id="24" name="Rounded Rectangle 23">
            <a:extLst>
              <a:ext uri="{FF2B5EF4-FFF2-40B4-BE49-F238E27FC236}">
                <a16:creationId xmlns:a16="http://schemas.microsoft.com/office/drawing/2014/main" id="{DCA65FD4-19BB-ABC4-92FF-8A1F30A8B96B}"/>
              </a:ext>
            </a:extLst>
          </p:cNvPr>
          <p:cNvSpPr/>
          <p:nvPr/>
        </p:nvSpPr>
        <p:spPr>
          <a:xfrm>
            <a:off x="4799856" y="4711849"/>
            <a:ext cx="7272808" cy="1257471"/>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000" lvl="1" algn="ctr"/>
            <a:r>
              <a:rPr lang="en-AU" sz="2400" b="1" u="sng">
                <a:solidFill>
                  <a:schemeClr val="tx1"/>
                </a:solidFill>
              </a:rPr>
              <a:t>C2PA [12]</a:t>
            </a:r>
          </a:p>
          <a:p>
            <a:pPr marL="180000" lvl="1"/>
            <a:r>
              <a:rPr lang="en-AU">
                <a:solidFill>
                  <a:schemeClr val="tx1"/>
                </a:solidFill>
              </a:rPr>
              <a:t>Recently, the consortium C2PA standardised how contents provenance claims are recorded, signed and verified</a:t>
            </a:r>
          </a:p>
        </p:txBody>
      </p:sp>
      <p:sp>
        <p:nvSpPr>
          <p:cNvPr id="4" name="TextBox 3">
            <a:extLst>
              <a:ext uri="{FF2B5EF4-FFF2-40B4-BE49-F238E27FC236}">
                <a16:creationId xmlns:a16="http://schemas.microsoft.com/office/drawing/2014/main" id="{FD698351-16DD-07C8-358F-7A8D95CB0022}"/>
              </a:ext>
            </a:extLst>
          </p:cNvPr>
          <p:cNvSpPr txBox="1"/>
          <p:nvPr/>
        </p:nvSpPr>
        <p:spPr>
          <a:xfrm>
            <a:off x="2495600" y="672337"/>
            <a:ext cx="6388287" cy="461665"/>
          </a:xfrm>
          <a:prstGeom prst="rect">
            <a:avLst/>
          </a:prstGeom>
          <a:noFill/>
        </p:spPr>
        <p:txBody>
          <a:bodyPr wrap="none" rtlCol="0">
            <a:spAutoFit/>
          </a:bodyPr>
          <a:lstStyle/>
          <a:p>
            <a:r>
              <a:rPr lang="en-AU" sz="2400" b="1" u="sng"/>
              <a:t>Digital data provenance can also be used. </a:t>
            </a:r>
          </a:p>
        </p:txBody>
      </p:sp>
      <p:sp>
        <p:nvSpPr>
          <p:cNvPr id="5" name="Rounded Rectangle 4">
            <a:extLst>
              <a:ext uri="{FF2B5EF4-FFF2-40B4-BE49-F238E27FC236}">
                <a16:creationId xmlns:a16="http://schemas.microsoft.com/office/drawing/2014/main" id="{4F63C793-7F6D-9767-19C9-E322A1C70C8D}"/>
              </a:ext>
            </a:extLst>
          </p:cNvPr>
          <p:cNvSpPr/>
          <p:nvPr/>
        </p:nvSpPr>
        <p:spPr>
          <a:xfrm>
            <a:off x="4799856" y="1528165"/>
            <a:ext cx="7272808" cy="2836274"/>
          </a:xfrm>
          <a:prstGeom prst="roundRect">
            <a:avLst>
              <a:gd name="adj" fmla="val 5676"/>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550" indent="-285750">
              <a:buFont typeface="Arial" panose="020B0604020202020204" pitchFamily="34" charset="0"/>
              <a:buChar char="•"/>
            </a:pPr>
            <a:r>
              <a:rPr lang="en-AU" sz="2400" b="1" u="sng">
                <a:solidFill>
                  <a:schemeClr val="tx1"/>
                </a:solidFill>
              </a:rPr>
              <a:t>Ordinary Metadata</a:t>
            </a:r>
            <a:endParaRPr lang="en-AU" sz="2400" b="1" u="sng">
              <a:solidFill>
                <a:schemeClr val="tx1"/>
              </a:solidFill>
              <a:latin typeface="Arial"/>
              <a:cs typeface="Arial"/>
            </a:endParaRPr>
          </a:p>
          <a:p>
            <a:pPr marL="465750" lvl="1" indent="-285750">
              <a:buFont typeface="Arial" panose="020B0604020202020204" pitchFamily="34" charset="0"/>
              <a:buChar char="•"/>
            </a:pPr>
            <a:r>
              <a:rPr lang="en-AU">
                <a:solidFill>
                  <a:srgbClr val="242124"/>
                </a:solidFill>
                <a:latin typeface="Arial"/>
                <a:ea typeface="Arial"/>
                <a:cs typeface="Arial"/>
              </a:rPr>
              <a:t>Like physical counterparts, unsigned EXIF and XMP can be easily tampered</a:t>
            </a:r>
          </a:p>
          <a:p>
            <a:pPr marL="8550" indent="-285750">
              <a:buFont typeface="Arial" panose="020B0604020202020204" pitchFamily="34" charset="0"/>
              <a:buChar char="•"/>
            </a:pPr>
            <a:endParaRPr lang="en-AU">
              <a:solidFill>
                <a:srgbClr val="242124"/>
              </a:solidFill>
              <a:latin typeface="Arial"/>
              <a:ea typeface="Arial"/>
              <a:cs typeface="Arial"/>
            </a:endParaRPr>
          </a:p>
          <a:p>
            <a:pPr marL="8550" indent="-285750">
              <a:buFont typeface="Arial" panose="020B0604020202020204" pitchFamily="34" charset="0"/>
              <a:buChar char="•"/>
            </a:pPr>
            <a:r>
              <a:rPr lang="en-AU" sz="2400" b="1" u="sng">
                <a:solidFill>
                  <a:srgbClr val="242124"/>
                </a:solidFill>
                <a:latin typeface="Arial"/>
                <a:ea typeface="Arial"/>
                <a:cs typeface="Arial"/>
              </a:rPr>
              <a:t>Provenance</a:t>
            </a:r>
          </a:p>
          <a:p>
            <a:pPr marL="465750" lvl="1" indent="-285750">
              <a:buFont typeface="Arial" panose="020B0604020202020204" pitchFamily="34" charset="0"/>
              <a:buChar char="•"/>
            </a:pPr>
            <a:r>
              <a:rPr lang="en-AU">
                <a:solidFill>
                  <a:schemeClr val="tx1"/>
                </a:solidFill>
              </a:rPr>
              <a:t>Provenance for media file designed to contains the history(lineage).</a:t>
            </a:r>
          </a:p>
          <a:p>
            <a:pPr marL="465750" lvl="1" indent="-285750">
              <a:buFont typeface="Arial" panose="020B0604020202020204" pitchFamily="34" charset="0"/>
              <a:buChar char="•"/>
            </a:pPr>
            <a:r>
              <a:rPr lang="en-AU">
                <a:solidFill>
                  <a:schemeClr val="tx1"/>
                </a:solidFill>
              </a:rPr>
              <a:t>however, how to ensures the trustworthy of provenance is challenge</a:t>
            </a:r>
          </a:p>
        </p:txBody>
      </p:sp>
      <p:grpSp>
        <p:nvGrpSpPr>
          <p:cNvPr id="3" name="Group 2">
            <a:extLst>
              <a:ext uri="{FF2B5EF4-FFF2-40B4-BE49-F238E27FC236}">
                <a16:creationId xmlns:a16="http://schemas.microsoft.com/office/drawing/2014/main" id="{0B129A51-8253-2E6A-0D93-EF1AAF583FA1}"/>
              </a:ext>
            </a:extLst>
          </p:cNvPr>
          <p:cNvGrpSpPr/>
          <p:nvPr/>
        </p:nvGrpSpPr>
        <p:grpSpPr>
          <a:xfrm>
            <a:off x="-1231244" y="1154091"/>
            <a:ext cx="7137400" cy="4932699"/>
            <a:chOff x="-1231244" y="1154091"/>
            <a:chExt cx="7137400" cy="4932699"/>
          </a:xfrm>
        </p:grpSpPr>
        <p:pic>
          <p:nvPicPr>
            <p:cNvPr id="10" name="Graphic 9" descr="Paper outline">
              <a:extLst>
                <a:ext uri="{FF2B5EF4-FFF2-40B4-BE49-F238E27FC236}">
                  <a16:creationId xmlns:a16="http://schemas.microsoft.com/office/drawing/2014/main" id="{BA964F22-C939-E5F0-05A2-0CE35E0B00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1244" y="1154091"/>
              <a:ext cx="7137400" cy="4932699"/>
            </a:xfrm>
            <a:prstGeom prst="rect">
              <a:avLst/>
            </a:prstGeom>
          </p:spPr>
        </p:pic>
        <p:sp>
          <p:nvSpPr>
            <p:cNvPr id="11" name="TextBox 10">
              <a:extLst>
                <a:ext uri="{FF2B5EF4-FFF2-40B4-BE49-F238E27FC236}">
                  <a16:creationId xmlns:a16="http://schemas.microsoft.com/office/drawing/2014/main" id="{E68279E1-AE22-4F0F-861E-7D639DD20005}"/>
                </a:ext>
              </a:extLst>
            </p:cNvPr>
            <p:cNvSpPr txBox="1"/>
            <p:nvPr/>
          </p:nvSpPr>
          <p:spPr>
            <a:xfrm>
              <a:off x="191344" y="2003456"/>
              <a:ext cx="2760692" cy="523220"/>
            </a:xfrm>
            <a:prstGeom prst="rect">
              <a:avLst/>
            </a:prstGeom>
            <a:noFill/>
          </p:spPr>
          <p:txBody>
            <a:bodyPr wrap="none" rtlCol="0">
              <a:spAutoFit/>
            </a:bodyPr>
            <a:lstStyle/>
            <a:p>
              <a:r>
                <a:rPr lang="en-US" sz="2800" b="1" u="sng"/>
                <a:t>Media </a:t>
              </a:r>
              <a:r>
                <a:rPr lang="en-US" sz="2800" b="1" u="sng" err="1"/>
                <a:t>File.jpeg</a:t>
              </a:r>
              <a:endParaRPr lang="en-US" sz="2800" b="1" u="sng"/>
            </a:p>
          </p:txBody>
        </p:sp>
      </p:grpSp>
      <p:sp>
        <p:nvSpPr>
          <p:cNvPr id="14" name="Rounded Rectangle 13">
            <a:extLst>
              <a:ext uri="{FF2B5EF4-FFF2-40B4-BE49-F238E27FC236}">
                <a16:creationId xmlns:a16="http://schemas.microsoft.com/office/drawing/2014/main" id="{22BB1EDB-7E2F-E8E1-88ED-1FF8F7A0D7B1}"/>
              </a:ext>
            </a:extLst>
          </p:cNvPr>
          <p:cNvSpPr/>
          <p:nvPr/>
        </p:nvSpPr>
        <p:spPr>
          <a:xfrm>
            <a:off x="343109" y="2951533"/>
            <a:ext cx="3988695" cy="628736"/>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b="1" u="sng">
                <a:solidFill>
                  <a:schemeClr val="tx1"/>
                </a:solidFill>
              </a:rPr>
              <a:t>Digital content raw data</a:t>
            </a:r>
            <a:br>
              <a:rPr lang="en-AU">
                <a:solidFill>
                  <a:schemeClr val="tx1"/>
                </a:solidFill>
              </a:rPr>
            </a:br>
            <a:r>
              <a:rPr lang="en-AU">
                <a:solidFill>
                  <a:schemeClr val="tx1"/>
                </a:solidFill>
              </a:rPr>
              <a:t>pixels, audio or video</a:t>
            </a:r>
          </a:p>
        </p:txBody>
      </p:sp>
      <p:sp>
        <p:nvSpPr>
          <p:cNvPr id="15" name="Rounded Rectangle 14">
            <a:extLst>
              <a:ext uri="{FF2B5EF4-FFF2-40B4-BE49-F238E27FC236}">
                <a16:creationId xmlns:a16="http://schemas.microsoft.com/office/drawing/2014/main" id="{B888AFD1-E261-421E-9704-224427478557}"/>
              </a:ext>
            </a:extLst>
          </p:cNvPr>
          <p:cNvSpPr/>
          <p:nvPr/>
        </p:nvSpPr>
        <p:spPr>
          <a:xfrm>
            <a:off x="350295" y="3899260"/>
            <a:ext cx="3988695" cy="628736"/>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u="sng">
                <a:solidFill>
                  <a:schemeClr val="tx1"/>
                </a:solidFill>
              </a:rPr>
              <a:t>Metadata</a:t>
            </a:r>
          </a:p>
          <a:p>
            <a:r>
              <a:rPr lang="en-US" sz="1600">
                <a:solidFill>
                  <a:schemeClr val="tx1"/>
                </a:solidFill>
              </a:rPr>
              <a:t>Ordinary metadata with extra information</a:t>
            </a:r>
          </a:p>
        </p:txBody>
      </p:sp>
      <p:sp>
        <p:nvSpPr>
          <p:cNvPr id="17" name="Rounded Rectangle 16">
            <a:extLst>
              <a:ext uri="{FF2B5EF4-FFF2-40B4-BE49-F238E27FC236}">
                <a16:creationId xmlns:a16="http://schemas.microsoft.com/office/drawing/2014/main" id="{E93D56B1-183C-167C-F7E3-9AEC5FD9E2E8}"/>
              </a:ext>
            </a:extLst>
          </p:cNvPr>
          <p:cNvSpPr/>
          <p:nvPr/>
        </p:nvSpPr>
        <p:spPr>
          <a:xfrm>
            <a:off x="343109" y="4797152"/>
            <a:ext cx="3988695" cy="628736"/>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u="sng">
                <a:solidFill>
                  <a:schemeClr val="tx1"/>
                </a:solidFill>
              </a:rPr>
              <a:t>Watermark or fingerprint</a:t>
            </a:r>
          </a:p>
        </p:txBody>
      </p:sp>
      <p:sp>
        <p:nvSpPr>
          <p:cNvPr id="2" name="TextBox 1">
            <a:extLst>
              <a:ext uri="{FF2B5EF4-FFF2-40B4-BE49-F238E27FC236}">
                <a16:creationId xmlns:a16="http://schemas.microsoft.com/office/drawing/2014/main" id="{BE0AD78E-86B6-1F84-7293-0D31EC57DED0}"/>
              </a:ext>
            </a:extLst>
          </p:cNvPr>
          <p:cNvSpPr txBox="1"/>
          <p:nvPr/>
        </p:nvSpPr>
        <p:spPr>
          <a:xfrm>
            <a:off x="685800" y="6477000"/>
            <a:ext cx="5557932" cy="230832"/>
          </a:xfrm>
          <a:prstGeom prst="rect">
            <a:avLst/>
          </a:prstGeom>
          <a:noFill/>
        </p:spPr>
        <p:txBody>
          <a:bodyPr wrap="none" rtlCol="0">
            <a:spAutoFit/>
          </a:bodyPr>
          <a:lstStyle/>
          <a:p>
            <a:r>
              <a:rPr lang="en-AU" sz="900"/>
              <a:t>[12] </a:t>
            </a:r>
            <a:r>
              <a:rPr lang="en-AU" sz="900">
                <a:hlinkClick r:id="rId4"/>
              </a:rPr>
              <a:t>https://c2pa.org/c2pa-releases-specification-of-worlds-first-industry-standard-for-content-provenance/</a:t>
            </a:r>
            <a:endParaRPr lang="en-AU" sz="900"/>
          </a:p>
        </p:txBody>
      </p:sp>
    </p:spTree>
    <p:extLst>
      <p:ext uri="{BB962C8B-B14F-4D97-AF65-F5344CB8AC3E}">
        <p14:creationId xmlns:p14="http://schemas.microsoft.com/office/powerpoint/2010/main" val="2507020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up)">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up)">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5">
                                            <p:bg/>
                                          </p:spTgt>
                                        </p:tgtEl>
                                        <p:attrNameLst>
                                          <p:attrName>style.visibility</p:attrName>
                                        </p:attrNameLst>
                                      </p:cBhvr>
                                      <p:to>
                                        <p:strVal val="visible"/>
                                      </p:to>
                                    </p:set>
                                    <p:animEffect transition="in" filter="wipe(up)">
                                      <p:cBhvr>
                                        <p:cTn id="28" dur="500"/>
                                        <p:tgtEl>
                                          <p:spTgt spid="5">
                                            <p:bg/>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fade">
                                      <p:cBhvr>
                                        <p:cTn id="33" dur="500"/>
                                        <p:tgtEl>
                                          <p:spTgt spid="5">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animEffect transition="in" filter="fade">
                                      <p:cBhvr>
                                        <p:cTn id="36" dur="500"/>
                                        <p:tgtEl>
                                          <p:spTgt spid="5">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Effect transition="in" filter="fade">
                                      <p:cBhvr>
                                        <p:cTn id="41" dur="500"/>
                                        <p:tgtEl>
                                          <p:spTgt spid="5">
                                            <p:txEl>
                                              <p:pRg st="3" end="3"/>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
                                            <p:txEl>
                                              <p:pRg st="4" end="4"/>
                                            </p:txEl>
                                          </p:spTgt>
                                        </p:tgtEl>
                                        <p:attrNameLst>
                                          <p:attrName>style.visibility</p:attrName>
                                        </p:attrNameLst>
                                      </p:cBhvr>
                                      <p:to>
                                        <p:strVal val="visible"/>
                                      </p:to>
                                    </p:set>
                                    <p:animEffect transition="in" filter="fade">
                                      <p:cBhvr>
                                        <p:cTn id="44" dur="500"/>
                                        <p:tgtEl>
                                          <p:spTgt spid="5">
                                            <p:txEl>
                                              <p:pRg st="4" end="4"/>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fade">
                                      <p:cBhvr>
                                        <p:cTn id="47" dur="500"/>
                                        <p:tgtEl>
                                          <p:spTgt spid="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up)">
                                      <p:cBhvr>
                                        <p:cTn id="5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 grpId="0" uiExpand="1" build="p" animBg="1"/>
      <p:bldP spid="14" grpId="0" animBg="1"/>
      <p:bldP spid="15"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E771837-F88B-4228-9085-7BA9238BB8FE}"/>
              </a:ext>
            </a:extLst>
          </p:cNvPr>
          <p:cNvSpPr>
            <a:spLocks noGrp="1"/>
          </p:cNvSpPr>
          <p:nvPr>
            <p:ph type="title"/>
          </p:nvPr>
        </p:nvSpPr>
        <p:spPr>
          <a:xfrm>
            <a:off x="67375" y="73794"/>
            <a:ext cx="10801350" cy="469056"/>
          </a:xfrm>
        </p:spPr>
        <p:txBody>
          <a:bodyPr>
            <a:normAutofit/>
          </a:bodyPr>
          <a:lstStyle/>
          <a:p>
            <a:r>
              <a:rPr>
                <a:solidFill>
                  <a:schemeClr val="bg1"/>
                </a:solidFill>
              </a:rPr>
              <a:t>Authenticity </a:t>
            </a:r>
            <a:r>
              <a:rPr lang="en-AU">
                <a:solidFill>
                  <a:schemeClr val="bg1"/>
                </a:solidFill>
              </a:rPr>
              <a:t>P</a:t>
            </a:r>
            <a:r>
              <a:rPr>
                <a:solidFill>
                  <a:schemeClr val="bg1"/>
                </a:solidFill>
              </a:rPr>
              <a:t>roof: </a:t>
            </a:r>
            <a:r>
              <a:rPr lang="en-AU">
                <a:solidFill>
                  <a:schemeClr val="bg1"/>
                </a:solidFill>
              </a:rPr>
              <a:t>C2PA</a:t>
            </a:r>
            <a:endParaRPr>
              <a:solidFill>
                <a:schemeClr val="bg1"/>
              </a:solidFill>
            </a:endParaRPr>
          </a:p>
        </p:txBody>
      </p:sp>
      <p:sp>
        <p:nvSpPr>
          <p:cNvPr id="13" name="Slide Number Placeholder 12">
            <a:extLst>
              <a:ext uri="{FF2B5EF4-FFF2-40B4-BE49-F238E27FC236}">
                <a16:creationId xmlns:a16="http://schemas.microsoft.com/office/drawing/2014/main" id="{491BE5AB-7FC6-7315-6915-95B1C0B61FEC}"/>
              </a:ext>
            </a:extLst>
          </p:cNvPr>
          <p:cNvSpPr>
            <a:spLocks noGrp="1"/>
          </p:cNvSpPr>
          <p:nvPr>
            <p:ph type="sldNum" idx="18"/>
          </p:nvPr>
        </p:nvSpPr>
        <p:spPr>
          <a:xfrm>
            <a:off x="11119073" y="6459476"/>
            <a:ext cx="288032" cy="240219"/>
          </a:xfrm>
        </p:spPr>
        <p:txBody>
          <a:bodyPr/>
          <a:lstStyle/>
          <a:p>
            <a:fld id="{E917DE0E-AFB1-41FD-BC35-27DB61CA125F}" type="slidenum">
              <a:rPr/>
              <a:t>32</a:t>
            </a:fld>
            <a:endParaRPr/>
          </a:p>
        </p:txBody>
      </p:sp>
      <p:sp>
        <p:nvSpPr>
          <p:cNvPr id="61" name="TextBox 60">
            <a:extLst>
              <a:ext uri="{FF2B5EF4-FFF2-40B4-BE49-F238E27FC236}">
                <a16:creationId xmlns:a16="http://schemas.microsoft.com/office/drawing/2014/main" id="{8129CB37-B7B9-C400-3A62-4FF184C57981}"/>
              </a:ext>
            </a:extLst>
          </p:cNvPr>
          <p:cNvSpPr txBox="1"/>
          <p:nvPr/>
        </p:nvSpPr>
        <p:spPr>
          <a:xfrm>
            <a:off x="-25544" y="6329282"/>
            <a:ext cx="7993887" cy="5078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AU" sz="900"/>
              <a:t>[12] </a:t>
            </a:r>
            <a:r>
              <a:rPr lang="en-AU" sz="900">
                <a:hlinkClick r:id="rId3"/>
              </a:rPr>
              <a:t>https://c2pa.org/c2pa-releases-specification-of-worlds-first-industry-standard-for-content-provenance/</a:t>
            </a:r>
            <a:endParaRPr lang="en-AU" sz="900"/>
          </a:p>
          <a:p>
            <a:pPr marL="0" marR="0" lvl="0" indent="0" algn="l" defTabSz="914400" rtl="0" eaLnBrk="1" fontAlgn="auto" latinLnBrk="0" hangingPunct="1">
              <a:lnSpc>
                <a:spcPct val="100000"/>
              </a:lnSpc>
              <a:spcBef>
                <a:spcPts val="0"/>
              </a:spcBef>
              <a:spcAft>
                <a:spcPts val="0"/>
              </a:spcAft>
              <a:buClrTx/>
              <a:buSzTx/>
              <a:buFontTx/>
              <a:buNone/>
              <a:tabLst/>
              <a:defRPr/>
            </a:pPr>
            <a:r>
              <a:rPr lang="en-AU" sz="900"/>
              <a:t>[47] Coalition for Content Provenance and Authenticity, ‘Content Credentials: C2PA Technical Specification,’ ver. 2.4, Apr. 2026. [Online]. Available: https://spec.c2pa.org/specifications/specifications/2.4/specs/C2PA_Specification.html</a:t>
            </a:r>
          </a:p>
        </p:txBody>
      </p:sp>
      <p:sp>
        <p:nvSpPr>
          <p:cNvPr id="6" name="Rounded Rectangle 5">
            <a:extLst>
              <a:ext uri="{FF2B5EF4-FFF2-40B4-BE49-F238E27FC236}">
                <a16:creationId xmlns:a16="http://schemas.microsoft.com/office/drawing/2014/main" id="{C00589E8-77AB-CBBA-DCE6-483E0BC7823D}"/>
              </a:ext>
            </a:extLst>
          </p:cNvPr>
          <p:cNvSpPr/>
          <p:nvPr/>
        </p:nvSpPr>
        <p:spPr>
          <a:xfrm>
            <a:off x="5786647" y="716914"/>
            <a:ext cx="6226552" cy="4152246"/>
          </a:xfrm>
          <a:prstGeom prst="roundRect">
            <a:avLst>
              <a:gd name="adj" fmla="val 3239"/>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b="1" u="sng">
                <a:solidFill>
                  <a:schemeClr val="tx1"/>
                </a:solidFill>
              </a:rPr>
              <a:t>C2PA</a:t>
            </a:r>
          </a:p>
          <a:p>
            <a:endParaRPr lang="en-AU" b="1">
              <a:solidFill>
                <a:schemeClr val="tx1"/>
              </a:solidFill>
            </a:endParaRPr>
          </a:p>
          <a:p>
            <a:r>
              <a:rPr lang="en-AU" b="1">
                <a:solidFill>
                  <a:schemeClr val="tx1"/>
                </a:solidFill>
              </a:rPr>
              <a:t>C</a:t>
            </a:r>
            <a:r>
              <a:rPr lang="en-AU">
                <a:solidFill>
                  <a:schemeClr val="tx1"/>
                </a:solidFill>
              </a:rPr>
              <a:t>oalition for </a:t>
            </a:r>
            <a:r>
              <a:rPr lang="en-AU" b="1">
                <a:solidFill>
                  <a:schemeClr val="tx1"/>
                </a:solidFill>
              </a:rPr>
              <a:t>C</a:t>
            </a:r>
            <a:r>
              <a:rPr lang="en-AU">
                <a:solidFill>
                  <a:schemeClr val="tx1"/>
                </a:solidFill>
              </a:rPr>
              <a:t>ontent </a:t>
            </a:r>
            <a:r>
              <a:rPr lang="en-AU" b="1">
                <a:solidFill>
                  <a:schemeClr val="tx1"/>
                </a:solidFill>
              </a:rPr>
              <a:t>P</a:t>
            </a:r>
            <a:r>
              <a:rPr lang="en-AU">
                <a:solidFill>
                  <a:schemeClr val="tx1"/>
                </a:solidFill>
              </a:rPr>
              <a:t>rovenance and </a:t>
            </a:r>
            <a:r>
              <a:rPr lang="en-AU" b="1">
                <a:solidFill>
                  <a:schemeClr val="tx1"/>
                </a:solidFill>
              </a:rPr>
              <a:t>A</a:t>
            </a:r>
            <a:r>
              <a:rPr lang="en-AU">
                <a:solidFill>
                  <a:schemeClr val="tx1"/>
                </a:solidFill>
              </a:rPr>
              <a:t>uthenticity (</a:t>
            </a:r>
            <a:r>
              <a:rPr lang="en-AU" b="1">
                <a:solidFill>
                  <a:schemeClr val="tx1"/>
                </a:solidFill>
              </a:rPr>
              <a:t>C2PA</a:t>
            </a:r>
            <a:r>
              <a:rPr lang="en-AU">
                <a:solidFill>
                  <a:schemeClr val="tx1"/>
                </a:solidFill>
              </a:rPr>
              <a:t>)[12][47] is an open technical standard for:</a:t>
            </a:r>
          </a:p>
          <a:p>
            <a:endParaRPr lang="en-AU">
              <a:solidFill>
                <a:schemeClr val="tx1"/>
              </a:solidFill>
            </a:endParaRPr>
          </a:p>
          <a:p>
            <a:pPr marL="285750" indent="-285750">
              <a:spcAft>
                <a:spcPts val="600"/>
              </a:spcAft>
              <a:buFont typeface="Arial" panose="020B0604020202020204" pitchFamily="34" charset="0"/>
              <a:buChar char="•"/>
            </a:pPr>
            <a:r>
              <a:rPr lang="en-AU">
                <a:solidFill>
                  <a:schemeClr val="tx1"/>
                </a:solidFill>
              </a:rPr>
              <a:t>Recording and verifying the provenance of digital media</a:t>
            </a:r>
            <a:endParaRPr lang="en-AU">
              <a:solidFill>
                <a:schemeClr val="tx1"/>
              </a:solidFill>
              <a:ea typeface="Arial"/>
              <a:cs typeface="Arial"/>
            </a:endParaRPr>
          </a:p>
          <a:p>
            <a:pPr marL="285750" indent="-285750">
              <a:spcAft>
                <a:spcPts val="600"/>
              </a:spcAft>
              <a:buFont typeface="Arial" panose="020B0604020202020204" pitchFamily="34" charset="0"/>
              <a:buChar char="•"/>
            </a:pPr>
            <a:r>
              <a:rPr lang="en-AU">
                <a:solidFill>
                  <a:schemeClr val="tx1"/>
                </a:solidFill>
                <a:ea typeface="Arial"/>
                <a:cs typeface="Arial"/>
              </a:rPr>
              <a:t>defines a standard for attaching cryptographically verifiable provenance to digital media</a:t>
            </a:r>
          </a:p>
        </p:txBody>
      </p:sp>
      <p:sp>
        <p:nvSpPr>
          <p:cNvPr id="10" name="Rounded Rectangle 9">
            <a:extLst>
              <a:ext uri="{FF2B5EF4-FFF2-40B4-BE49-F238E27FC236}">
                <a16:creationId xmlns:a16="http://schemas.microsoft.com/office/drawing/2014/main" id="{965C90B7-10B8-7FB7-B3E8-C9E52469A700}"/>
              </a:ext>
            </a:extLst>
          </p:cNvPr>
          <p:cNvSpPr/>
          <p:nvPr/>
        </p:nvSpPr>
        <p:spPr>
          <a:xfrm>
            <a:off x="46641" y="5068756"/>
            <a:ext cx="12098718" cy="634334"/>
          </a:xfrm>
          <a:prstGeom prst="roundRect">
            <a:avLst>
              <a:gd name="adj" fmla="val 6331"/>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a:solidFill>
                  <a:schemeClr val="tx1"/>
                </a:solidFill>
              </a:rPr>
              <a:t>Watermarks or fingerprints can act as soft bindings(</a:t>
            </a:r>
            <a:r>
              <a:rPr lang="en-AU" i="1">
                <a:solidFill>
                  <a:schemeClr val="tx1"/>
                </a:solidFill>
              </a:rPr>
              <a:t>cf.</a:t>
            </a:r>
            <a:r>
              <a:rPr lang="en-AU">
                <a:solidFill>
                  <a:schemeClr val="tx1"/>
                </a:solidFill>
              </a:rPr>
              <a:t> Clause 2.3.13 in the standard), which help locate an external C2PA Manifest and reconnect media with externally stored content credentials (e.g. C2PA manifest or provenance)</a:t>
            </a:r>
          </a:p>
        </p:txBody>
      </p:sp>
      <p:sp>
        <p:nvSpPr>
          <p:cNvPr id="15" name="Rounded Rectangle 14">
            <a:extLst>
              <a:ext uri="{FF2B5EF4-FFF2-40B4-BE49-F238E27FC236}">
                <a16:creationId xmlns:a16="http://schemas.microsoft.com/office/drawing/2014/main" id="{9F26CBBA-01D7-B276-0214-B59220A2238B}"/>
              </a:ext>
            </a:extLst>
          </p:cNvPr>
          <p:cNvSpPr/>
          <p:nvPr/>
        </p:nvSpPr>
        <p:spPr>
          <a:xfrm>
            <a:off x="46640" y="5866685"/>
            <a:ext cx="11966559" cy="393196"/>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Note: Validation checks the signature and content binding, it </a:t>
            </a:r>
            <a:r>
              <a:rPr lang="en-US" b="1" u="sng">
                <a:solidFill>
                  <a:schemeClr val="tx1"/>
                </a:solidFill>
              </a:rPr>
              <a:t>does not</a:t>
            </a:r>
            <a:r>
              <a:rPr lang="en-US">
                <a:solidFill>
                  <a:schemeClr val="tx1"/>
                </a:solidFill>
              </a:rPr>
              <a:t> establish the semantic truth of the media</a:t>
            </a:r>
          </a:p>
        </p:txBody>
      </p:sp>
      <p:sp>
        <p:nvSpPr>
          <p:cNvPr id="16" name="C2PA Manifest outer container">
            <a:extLst>
              <a:ext uri="{FF2B5EF4-FFF2-40B4-BE49-F238E27FC236}">
                <a16:creationId xmlns:a16="http://schemas.microsoft.com/office/drawing/2014/main" id="{304DD2A2-028E-7F1A-873E-AAC630512107}"/>
              </a:ext>
            </a:extLst>
          </p:cNvPr>
          <p:cNvSpPr>
            <a:spLocks noGrp="1"/>
          </p:cNvSpPr>
          <p:nvPr/>
        </p:nvSpPr>
        <p:spPr>
          <a:xfrm>
            <a:off x="53899" y="716915"/>
            <a:ext cx="5329279" cy="4152246"/>
          </a:xfrm>
          <a:prstGeom prst="roundRect">
            <a:avLst>
              <a:gd name="adj" fmla="val 2469"/>
            </a:avLst>
          </a:prstGeom>
          <a:solidFill>
            <a:srgbClr val="EEF5EA"/>
          </a:solidFill>
          <a:ln w="19050">
            <a:solidFill>
              <a:srgbClr val="78A66D"/>
            </a:solidFill>
            <a:prstDash val="solid"/>
          </a:ln>
        </p:spPr>
        <p:txBody>
          <a:bodyPr/>
          <a:lstStyle/>
          <a:p>
            <a:pPr algn="ctr"/>
            <a:r>
              <a:rPr lang="en-AU" b="1">
                <a:solidFill>
                  <a:srgbClr val="28232C"/>
                </a:solidFill>
                <a:ea typeface="Arial"/>
                <a:cs typeface="Arial"/>
              </a:rPr>
              <a:t>C2PA MANIFEST</a:t>
            </a:r>
          </a:p>
        </p:txBody>
      </p:sp>
      <p:sp>
        <p:nvSpPr>
          <p:cNvPr id="17" name="Claim Signature block">
            <a:extLst>
              <a:ext uri="{FF2B5EF4-FFF2-40B4-BE49-F238E27FC236}">
                <a16:creationId xmlns:a16="http://schemas.microsoft.com/office/drawing/2014/main" id="{810860A0-B912-0C39-43D0-F6A69C0B3516}"/>
              </a:ext>
            </a:extLst>
          </p:cNvPr>
          <p:cNvSpPr>
            <a:spLocks noGrp="1"/>
          </p:cNvSpPr>
          <p:nvPr/>
        </p:nvSpPr>
        <p:spPr>
          <a:xfrm>
            <a:off x="141030" y="1227664"/>
            <a:ext cx="5129697" cy="472691"/>
          </a:xfrm>
          <a:prstGeom prst="roundRect">
            <a:avLst>
              <a:gd name="adj" fmla="val 13333"/>
            </a:avLst>
          </a:prstGeom>
          <a:solidFill>
            <a:srgbClr val="FCE8C9"/>
          </a:solidFill>
          <a:ln w="14288">
            <a:solidFill>
              <a:srgbClr val="D49A32"/>
            </a:solidFill>
            <a:prstDash val="solid"/>
          </a:ln>
        </p:spPr>
        <p:txBody>
          <a:bodyPr anchor="ctr"/>
          <a:lstStyle/>
          <a:p>
            <a:r>
              <a:rPr lang="en-AU" b="1"/>
              <a:t>Claim Signature</a:t>
            </a:r>
          </a:p>
        </p:txBody>
      </p:sp>
      <p:sp>
        <p:nvSpPr>
          <p:cNvPr id="18" name="Claim Signature explanation">
            <a:extLst>
              <a:ext uri="{FF2B5EF4-FFF2-40B4-BE49-F238E27FC236}">
                <a16:creationId xmlns:a16="http://schemas.microsoft.com/office/drawing/2014/main" id="{50A7CE68-C053-EE28-10A4-BA884D12790D}"/>
              </a:ext>
            </a:extLst>
          </p:cNvPr>
          <p:cNvSpPr>
            <a:spLocks noGrp="1"/>
          </p:cNvSpPr>
          <p:nvPr/>
        </p:nvSpPr>
        <p:spPr>
          <a:xfrm>
            <a:off x="2096793" y="1282413"/>
            <a:ext cx="2566305" cy="377529"/>
          </a:xfrm>
          <a:prstGeom prst="rect">
            <a:avLst/>
          </a:prstGeom>
          <a:noFill/>
          <a:ln w="0">
            <a:noFill/>
            <a:prstDash val="solid"/>
          </a:ln>
        </p:spPr>
        <p:txBody>
          <a:bodyPr lIns="19050" tIns="0" rIns="19050" bIns="0" anchor="ctr">
            <a:noAutofit/>
          </a:bodyPr>
          <a:lstStyle/>
          <a:p>
            <a:pPr>
              <a:defRPr b="0" i="0">
                <a:solidFill>
                  <a:srgbClr val="28232C"/>
                </a:solidFill>
                <a:latin typeface="Arial"/>
                <a:ea typeface="Arial"/>
                <a:cs typeface="Arial"/>
              </a:defRPr>
            </a:pPr>
            <a:r>
              <a:rPr sz="1400" b="0" i="0">
                <a:solidFill>
                  <a:srgbClr val="28232C"/>
                </a:solidFill>
                <a:latin typeface="Arial"/>
                <a:ea typeface="Arial"/>
                <a:cs typeface="Arial"/>
              </a:rPr>
              <a:t>Digital signature</a:t>
            </a:r>
            <a:r>
              <a:rPr lang="en-AU" sz="1400" b="0" i="0">
                <a:solidFill>
                  <a:srgbClr val="28232C"/>
                </a:solidFill>
                <a:latin typeface="Arial"/>
                <a:ea typeface="Arial"/>
                <a:cs typeface="Arial"/>
              </a:rPr>
              <a:t> over the claim</a:t>
            </a:r>
            <a:endParaRPr sz="1400" b="0" i="0">
              <a:solidFill>
                <a:srgbClr val="28232C"/>
              </a:solidFill>
              <a:latin typeface="Arial"/>
              <a:ea typeface="Arial"/>
              <a:cs typeface="Arial"/>
            </a:endParaRPr>
          </a:p>
        </p:txBody>
      </p:sp>
      <p:sp>
        <p:nvSpPr>
          <p:cNvPr id="19" name="Claim block">
            <a:extLst>
              <a:ext uri="{FF2B5EF4-FFF2-40B4-BE49-F238E27FC236}">
                <a16:creationId xmlns:a16="http://schemas.microsoft.com/office/drawing/2014/main" id="{61C59E10-3B6D-D465-835C-46BA2B44A46D}"/>
              </a:ext>
            </a:extLst>
          </p:cNvPr>
          <p:cNvSpPr>
            <a:spLocks noGrp="1"/>
          </p:cNvSpPr>
          <p:nvPr/>
        </p:nvSpPr>
        <p:spPr>
          <a:xfrm>
            <a:off x="141030" y="1832949"/>
            <a:ext cx="5129697" cy="472691"/>
          </a:xfrm>
          <a:prstGeom prst="roundRect">
            <a:avLst>
              <a:gd name="adj" fmla="val 13333"/>
            </a:avLst>
          </a:prstGeom>
          <a:solidFill>
            <a:srgbClr val="F6DBDA"/>
          </a:solidFill>
          <a:ln w="14288">
            <a:solidFill>
              <a:srgbClr val="B75A56"/>
            </a:solidFill>
            <a:prstDash val="solid"/>
          </a:ln>
        </p:spPr>
        <p:txBody>
          <a:bodyPr anchor="ctr"/>
          <a:lstStyle/>
          <a:p>
            <a:r>
              <a:rPr lang="en-AU" b="1"/>
              <a:t>Claim</a:t>
            </a:r>
          </a:p>
        </p:txBody>
      </p:sp>
      <p:sp>
        <p:nvSpPr>
          <p:cNvPr id="20" name="Claim explanation">
            <a:extLst>
              <a:ext uri="{FF2B5EF4-FFF2-40B4-BE49-F238E27FC236}">
                <a16:creationId xmlns:a16="http://schemas.microsoft.com/office/drawing/2014/main" id="{8F3DF1CD-D267-5CA5-D51D-FC42DE1C4284}"/>
              </a:ext>
            </a:extLst>
          </p:cNvPr>
          <p:cNvSpPr>
            <a:spLocks noGrp="1"/>
          </p:cNvSpPr>
          <p:nvPr/>
        </p:nvSpPr>
        <p:spPr>
          <a:xfrm>
            <a:off x="2096793" y="1888293"/>
            <a:ext cx="2566305" cy="376450"/>
          </a:xfrm>
          <a:prstGeom prst="rect">
            <a:avLst/>
          </a:prstGeom>
          <a:noFill/>
          <a:ln w="0">
            <a:noFill/>
            <a:prstDash val="solid"/>
          </a:ln>
        </p:spPr>
        <p:txBody>
          <a:bodyPr lIns="19050" tIns="0" rIns="19050" bIns="0" anchor="ctr">
            <a:noAutofit/>
          </a:bodyPr>
          <a:lstStyle/>
          <a:p>
            <a:pPr>
              <a:defRPr b="0" i="0">
                <a:solidFill>
                  <a:srgbClr val="28232C"/>
                </a:solidFill>
                <a:latin typeface="Arial"/>
                <a:ea typeface="Arial"/>
                <a:cs typeface="Arial"/>
              </a:defRPr>
            </a:pPr>
            <a:r>
              <a:rPr lang="en-AU" sz="1400" b="0" i="0">
                <a:solidFill>
                  <a:srgbClr val="28232C"/>
                </a:solidFill>
                <a:latin typeface="Arial"/>
                <a:ea typeface="Arial"/>
                <a:cs typeface="Arial"/>
              </a:rPr>
              <a:t>Hashed reference</a:t>
            </a:r>
            <a:r>
              <a:rPr sz="1400" b="0" i="0">
                <a:solidFill>
                  <a:srgbClr val="28232C"/>
                </a:solidFill>
                <a:latin typeface="Arial"/>
                <a:ea typeface="Arial"/>
                <a:cs typeface="Arial"/>
              </a:rPr>
              <a:t> </a:t>
            </a:r>
            <a:r>
              <a:rPr lang="en-AU" sz="1400" b="0" i="0">
                <a:solidFill>
                  <a:srgbClr val="28232C"/>
                </a:solidFill>
                <a:latin typeface="Arial"/>
                <a:ea typeface="Arial"/>
                <a:cs typeface="Arial"/>
              </a:rPr>
              <a:t>the </a:t>
            </a:r>
            <a:r>
              <a:rPr sz="1400" b="0" i="0">
                <a:solidFill>
                  <a:srgbClr val="28232C"/>
                </a:solidFill>
                <a:latin typeface="Arial"/>
                <a:ea typeface="Arial"/>
                <a:cs typeface="Arial"/>
              </a:rPr>
              <a:t>assertions</a:t>
            </a:r>
            <a:r>
              <a:rPr lang="en-AU" sz="1400" b="0" i="0">
                <a:solidFill>
                  <a:srgbClr val="28232C"/>
                </a:solidFill>
                <a:latin typeface="Arial"/>
                <a:ea typeface="Arial"/>
                <a:cs typeface="Arial"/>
              </a:rPr>
              <a:t> and content binding</a:t>
            </a:r>
            <a:endParaRPr sz="1400" b="0" i="0">
              <a:solidFill>
                <a:srgbClr val="28232C"/>
              </a:solidFill>
              <a:latin typeface="Arial"/>
              <a:ea typeface="Arial"/>
              <a:cs typeface="Arial"/>
            </a:endParaRPr>
          </a:p>
        </p:txBody>
      </p:sp>
      <p:sp>
        <p:nvSpPr>
          <p:cNvPr id="21" name="Assertions block">
            <a:extLst>
              <a:ext uri="{FF2B5EF4-FFF2-40B4-BE49-F238E27FC236}">
                <a16:creationId xmlns:a16="http://schemas.microsoft.com/office/drawing/2014/main" id="{85FE9AE3-B5B1-FADA-582E-8FDBF0E3BB59}"/>
              </a:ext>
            </a:extLst>
          </p:cNvPr>
          <p:cNvSpPr>
            <a:spLocks noGrp="1"/>
          </p:cNvSpPr>
          <p:nvPr/>
        </p:nvSpPr>
        <p:spPr>
          <a:xfrm>
            <a:off x="141030" y="2456062"/>
            <a:ext cx="5129697" cy="2322880"/>
          </a:xfrm>
          <a:prstGeom prst="roundRect">
            <a:avLst>
              <a:gd name="adj" fmla="val 7273"/>
            </a:avLst>
          </a:prstGeom>
          <a:solidFill>
            <a:srgbClr val="DCECF8"/>
          </a:solidFill>
          <a:ln w="14288">
            <a:solidFill>
              <a:srgbClr val="397CAD"/>
            </a:solidFill>
            <a:prstDash val="solid"/>
          </a:ln>
        </p:spPr>
        <p:txBody>
          <a:bodyPr/>
          <a:lstStyle/>
          <a:p>
            <a:r>
              <a:rPr lang="en-AU" b="1">
                <a:solidFill>
                  <a:srgbClr val="28232C"/>
                </a:solidFill>
                <a:ea typeface="Arial"/>
                <a:cs typeface="Arial"/>
              </a:rPr>
              <a:t>Assertion Store</a:t>
            </a:r>
          </a:p>
          <a:p>
            <a:endParaRPr lang="en-AU"/>
          </a:p>
        </p:txBody>
      </p:sp>
      <p:sp>
        <p:nvSpPr>
          <p:cNvPr id="22" name="Content binding (hash) assertion">
            <a:extLst>
              <a:ext uri="{FF2B5EF4-FFF2-40B4-BE49-F238E27FC236}">
                <a16:creationId xmlns:a16="http://schemas.microsoft.com/office/drawing/2014/main" id="{2107EA66-C22E-0C1E-B068-7A0FB9DBD2DD}"/>
              </a:ext>
            </a:extLst>
          </p:cNvPr>
          <p:cNvSpPr>
            <a:spLocks noGrp="1"/>
          </p:cNvSpPr>
          <p:nvPr/>
        </p:nvSpPr>
        <p:spPr>
          <a:xfrm>
            <a:off x="965872" y="2864552"/>
            <a:ext cx="1584176"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Hard binding</a:t>
            </a:r>
          </a:p>
        </p:txBody>
      </p:sp>
      <p:sp>
        <p:nvSpPr>
          <p:cNvPr id="23" name="Origin / edits assertion">
            <a:extLst>
              <a:ext uri="{FF2B5EF4-FFF2-40B4-BE49-F238E27FC236}">
                <a16:creationId xmlns:a16="http://schemas.microsoft.com/office/drawing/2014/main" id="{52B49A52-13F0-6397-502C-EB10574402E3}"/>
              </a:ext>
            </a:extLst>
          </p:cNvPr>
          <p:cNvSpPr>
            <a:spLocks noGrp="1"/>
          </p:cNvSpPr>
          <p:nvPr/>
        </p:nvSpPr>
        <p:spPr>
          <a:xfrm>
            <a:off x="2711625" y="2861394"/>
            <a:ext cx="1584176" cy="550300"/>
          </a:xfrm>
          <a:prstGeom prst="roundRect">
            <a:avLst>
              <a:gd name="adj" fmla="val 17778"/>
            </a:avLst>
          </a:prstGeom>
          <a:solidFill>
            <a:srgbClr val="FFFFFF"/>
          </a:solidFill>
          <a:ln w="9525">
            <a:solidFill>
              <a:srgbClr val="397CAD"/>
            </a:solidFill>
            <a:prstDash val="solid"/>
          </a:ln>
        </p:spPr>
        <p:txBody>
          <a:bodyPr anchor="ctr"/>
          <a:lstStyle/>
          <a:p>
            <a:pPr algn="ctr">
              <a:defRPr sz="1275">
                <a:solidFill>
                  <a:srgbClr val="242124"/>
                </a:solidFill>
                <a:latin typeface="Arial"/>
                <a:ea typeface="Arial"/>
                <a:cs typeface="Arial"/>
              </a:defRPr>
            </a:pPr>
            <a:r>
              <a:rPr lang="en-AU" sz="1400" b="1">
                <a:solidFill>
                  <a:srgbClr val="242124"/>
                </a:solidFill>
                <a:latin typeface="Arial"/>
                <a:ea typeface="Arial"/>
                <a:cs typeface="Arial"/>
              </a:rPr>
              <a:t>Actions and ingredients</a:t>
            </a:r>
          </a:p>
        </p:txBody>
      </p:sp>
      <p:sp>
        <p:nvSpPr>
          <p:cNvPr id="24" name="AI use assertion">
            <a:extLst>
              <a:ext uri="{FF2B5EF4-FFF2-40B4-BE49-F238E27FC236}">
                <a16:creationId xmlns:a16="http://schemas.microsoft.com/office/drawing/2014/main" id="{3B3D7806-C731-AA92-F60C-48CFBA434E28}"/>
              </a:ext>
            </a:extLst>
          </p:cNvPr>
          <p:cNvSpPr>
            <a:spLocks noGrp="1"/>
          </p:cNvSpPr>
          <p:nvPr/>
        </p:nvSpPr>
        <p:spPr>
          <a:xfrm>
            <a:off x="2711624" y="3502958"/>
            <a:ext cx="1584177"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AI disclosure</a:t>
            </a:r>
          </a:p>
        </p:txBody>
      </p:sp>
      <p:sp>
        <p:nvSpPr>
          <p:cNvPr id="25" name="Claim explanation">
            <a:extLst>
              <a:ext uri="{FF2B5EF4-FFF2-40B4-BE49-F238E27FC236}">
                <a16:creationId xmlns:a16="http://schemas.microsoft.com/office/drawing/2014/main" id="{057A1CB5-3537-1D6E-DE90-763216814ACB}"/>
              </a:ext>
            </a:extLst>
          </p:cNvPr>
          <p:cNvSpPr>
            <a:spLocks noGrp="1"/>
          </p:cNvSpPr>
          <p:nvPr/>
        </p:nvSpPr>
        <p:spPr>
          <a:xfrm>
            <a:off x="2096793" y="2566330"/>
            <a:ext cx="3173934" cy="244624"/>
          </a:xfrm>
          <a:prstGeom prst="rect">
            <a:avLst/>
          </a:prstGeom>
          <a:noFill/>
          <a:ln w="0">
            <a:noFill/>
            <a:prstDash val="solid"/>
          </a:ln>
        </p:spPr>
        <p:txBody>
          <a:bodyPr lIns="19050" tIns="0" rIns="19050" bIns="0" anchor="ctr">
            <a:noAutofit/>
          </a:bodyPr>
          <a:lstStyle/>
          <a:p>
            <a:pPr>
              <a:defRPr b="0" i="0">
                <a:solidFill>
                  <a:srgbClr val="28232C"/>
                </a:solidFill>
                <a:latin typeface="Arial"/>
                <a:ea typeface="Arial"/>
                <a:cs typeface="Arial"/>
              </a:defRPr>
            </a:pPr>
            <a:r>
              <a:rPr lang="en-AU" sz="1400" b="0" i="0">
                <a:solidFill>
                  <a:srgbClr val="28232C"/>
                </a:solidFill>
                <a:latin typeface="Arial"/>
                <a:ea typeface="Arial"/>
                <a:cs typeface="Arial"/>
              </a:rPr>
              <a:t>Declared statements about the asset</a:t>
            </a:r>
            <a:endParaRPr sz="1400" b="0" i="0">
              <a:solidFill>
                <a:srgbClr val="28232C"/>
              </a:solidFill>
              <a:latin typeface="Arial"/>
              <a:ea typeface="Arial"/>
              <a:cs typeface="Arial"/>
            </a:endParaRPr>
          </a:p>
        </p:txBody>
      </p:sp>
      <p:sp>
        <p:nvSpPr>
          <p:cNvPr id="26" name="AI use assertion">
            <a:extLst>
              <a:ext uri="{FF2B5EF4-FFF2-40B4-BE49-F238E27FC236}">
                <a16:creationId xmlns:a16="http://schemas.microsoft.com/office/drawing/2014/main" id="{08735A34-23EE-F5B0-063E-8764D11B565E}"/>
              </a:ext>
            </a:extLst>
          </p:cNvPr>
          <p:cNvSpPr>
            <a:spLocks noGrp="1"/>
          </p:cNvSpPr>
          <p:nvPr/>
        </p:nvSpPr>
        <p:spPr>
          <a:xfrm>
            <a:off x="965871" y="4149168"/>
            <a:ext cx="1584177"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Soft binding</a:t>
            </a:r>
          </a:p>
        </p:txBody>
      </p:sp>
      <p:sp>
        <p:nvSpPr>
          <p:cNvPr id="27" name="AI use assertion">
            <a:extLst>
              <a:ext uri="{FF2B5EF4-FFF2-40B4-BE49-F238E27FC236}">
                <a16:creationId xmlns:a16="http://schemas.microsoft.com/office/drawing/2014/main" id="{6D15013A-9412-28CD-5DCE-798A15930E59}"/>
              </a:ext>
            </a:extLst>
          </p:cNvPr>
          <p:cNvSpPr>
            <a:spLocks noGrp="1"/>
          </p:cNvSpPr>
          <p:nvPr/>
        </p:nvSpPr>
        <p:spPr>
          <a:xfrm>
            <a:off x="964546" y="3508071"/>
            <a:ext cx="1584177"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Metadata</a:t>
            </a:r>
          </a:p>
        </p:txBody>
      </p:sp>
      <p:sp>
        <p:nvSpPr>
          <p:cNvPr id="28" name="AI use assertion">
            <a:extLst>
              <a:ext uri="{FF2B5EF4-FFF2-40B4-BE49-F238E27FC236}">
                <a16:creationId xmlns:a16="http://schemas.microsoft.com/office/drawing/2014/main" id="{52E333F7-B27A-C66A-70FA-333CD59186AC}"/>
              </a:ext>
            </a:extLst>
          </p:cNvPr>
          <p:cNvSpPr>
            <a:spLocks noGrp="1"/>
          </p:cNvSpPr>
          <p:nvPr/>
        </p:nvSpPr>
        <p:spPr>
          <a:xfrm>
            <a:off x="2716116" y="4140411"/>
            <a:ext cx="1584177"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And more…</a:t>
            </a:r>
          </a:p>
        </p:txBody>
      </p:sp>
    </p:spTree>
    <p:extLst>
      <p:ext uri="{BB962C8B-B14F-4D97-AF65-F5344CB8AC3E}">
        <p14:creationId xmlns:p14="http://schemas.microsoft.com/office/powerpoint/2010/main" val="2537795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300"/>
                                        <p:tgtEl>
                                          <p:spTgt spid="22"/>
                                        </p:tgtEl>
                                      </p:cBhvr>
                                    </p:animEffect>
                                  </p:childTnLst>
                                </p:cTn>
                              </p:par>
                            </p:childTnLst>
                          </p:cTn>
                        </p:par>
                        <p:par>
                          <p:cTn id="37" fill="hold">
                            <p:stCondLst>
                              <p:cond delay="300"/>
                            </p:stCondLst>
                            <p:childTnLst>
                              <p:par>
                                <p:cTn id="38" presetID="10" presetClass="entr" presetSubtype="0"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300"/>
                                        <p:tgtEl>
                                          <p:spTgt spid="27"/>
                                        </p:tgtEl>
                                      </p:cBhvr>
                                    </p:animEffect>
                                  </p:childTnLst>
                                </p:cTn>
                              </p:par>
                            </p:childTnLst>
                          </p:cTn>
                        </p:par>
                        <p:par>
                          <p:cTn id="41" fill="hold">
                            <p:stCondLst>
                              <p:cond delay="600"/>
                            </p:stCondLst>
                            <p:childTnLst>
                              <p:par>
                                <p:cTn id="42" presetID="10" presetClass="entr" presetSubtype="0" fill="hold" grpId="0" nodeType="after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300"/>
                                        <p:tgtEl>
                                          <p:spTgt spid="26"/>
                                        </p:tgtEl>
                                      </p:cBhvr>
                                    </p:animEffect>
                                  </p:childTnLst>
                                </p:cTn>
                              </p:par>
                            </p:childTnLst>
                          </p:cTn>
                        </p:par>
                        <p:par>
                          <p:cTn id="45" fill="hold">
                            <p:stCondLst>
                              <p:cond delay="900"/>
                            </p:stCondLst>
                            <p:childTnLst>
                              <p:par>
                                <p:cTn id="46" presetID="10" presetClass="entr" presetSubtype="0" fill="hold" grpId="0" nodeType="after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300"/>
                                        <p:tgtEl>
                                          <p:spTgt spid="23"/>
                                        </p:tgtEl>
                                      </p:cBhvr>
                                    </p:animEffect>
                                  </p:childTnLst>
                                </p:cTn>
                              </p:par>
                            </p:childTnLst>
                          </p:cTn>
                        </p:par>
                        <p:par>
                          <p:cTn id="49" fill="hold">
                            <p:stCondLst>
                              <p:cond delay="1200"/>
                            </p:stCondLst>
                            <p:childTnLst>
                              <p:par>
                                <p:cTn id="50" presetID="10" presetClass="entr" presetSubtype="0" fill="hold" grpId="0"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300"/>
                                        <p:tgtEl>
                                          <p:spTgt spid="24"/>
                                        </p:tgtEl>
                                      </p:cBhvr>
                                    </p:animEffect>
                                  </p:childTnLst>
                                </p:cTn>
                              </p:par>
                            </p:childTnLst>
                          </p:cTn>
                        </p:par>
                        <p:par>
                          <p:cTn id="53" fill="hold">
                            <p:stCondLst>
                              <p:cond delay="1500"/>
                            </p:stCondLst>
                            <p:childTnLst>
                              <p:par>
                                <p:cTn id="54" presetID="10" presetClass="entr" presetSubtype="0" fill="hold" grpId="0"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3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500"/>
                                        <p:tgtEl>
                                          <p:spTgt spid="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fade">
                                      <p:cBhvr>
                                        <p:cTn id="66" dur="500"/>
                                        <p:tgtEl>
                                          <p:spTgt spid="1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5" grpId="0" animBg="1"/>
      <p:bldP spid="16" grpId="0" animBg="1"/>
      <p:bldP spid="17" grpId="0" animBg="1"/>
      <p:bldP spid="18" grpId="0"/>
      <p:bldP spid="19" grpId="0" animBg="1"/>
      <p:bldP spid="20" grpId="0"/>
      <p:bldP spid="21" grpId="0" animBg="1"/>
      <p:bldP spid="22" grpId="0" animBg="1"/>
      <p:bldP spid="23" grpId="0" animBg="1"/>
      <p:bldP spid="24" grpId="0" animBg="1"/>
      <p:bldP spid="25" grpId="0"/>
      <p:bldP spid="26" grpId="0" animBg="1"/>
      <p:bldP spid="27" grpId="0" animBg="1"/>
      <p:bldP spid="2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BA1EF-3319-0A19-BEB4-5E8C1CAE513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503B9F9-53F6-9A9B-469F-823548197258}"/>
              </a:ext>
            </a:extLst>
          </p:cNvPr>
          <p:cNvSpPr>
            <a:spLocks noGrp="1"/>
          </p:cNvSpPr>
          <p:nvPr>
            <p:ph type="title"/>
          </p:nvPr>
        </p:nvSpPr>
        <p:spPr>
          <a:xfrm>
            <a:off x="119336" y="73794"/>
            <a:ext cx="10682014" cy="469056"/>
          </a:xfrm>
        </p:spPr>
        <p:txBody>
          <a:bodyPr>
            <a:normAutofit/>
          </a:bodyPr>
          <a:lstStyle/>
          <a:p>
            <a:r>
              <a:rPr lang="en-AU">
                <a:solidFill>
                  <a:schemeClr val="bg1"/>
                </a:solidFill>
              </a:rPr>
              <a:t>Authenticity Proof via Digital Data Provenance</a:t>
            </a:r>
          </a:p>
        </p:txBody>
      </p:sp>
      <p:sp>
        <p:nvSpPr>
          <p:cNvPr id="13" name="Slide Number Placeholder 12">
            <a:extLst>
              <a:ext uri="{FF2B5EF4-FFF2-40B4-BE49-F238E27FC236}">
                <a16:creationId xmlns:a16="http://schemas.microsoft.com/office/drawing/2014/main" id="{47344B94-C6CF-D703-CA02-6ED976CF5791}"/>
              </a:ext>
            </a:extLst>
          </p:cNvPr>
          <p:cNvSpPr>
            <a:spLocks noGrp="1"/>
          </p:cNvSpPr>
          <p:nvPr>
            <p:ph type="sldNum" sz="quarter" idx="18"/>
          </p:nvPr>
        </p:nvSpPr>
        <p:spPr>
          <a:xfrm>
            <a:off x="11119073" y="6459476"/>
            <a:ext cx="288032" cy="240219"/>
          </a:xfrm>
        </p:spPr>
        <p:txBody>
          <a:bodyPr/>
          <a:lstStyle/>
          <a:p>
            <a:fld id="{E917DE0E-AFB1-41FD-BC35-27DB61CA125F}" type="slidenum">
              <a:rPr lang="en-AU" smtClean="0"/>
              <a:pPr/>
              <a:t>33</a:t>
            </a:fld>
            <a:endParaRPr lang="en-AU"/>
          </a:p>
        </p:txBody>
      </p:sp>
      <p:sp>
        <p:nvSpPr>
          <p:cNvPr id="22" name="Rounded Rectangle 21">
            <a:extLst>
              <a:ext uri="{FF2B5EF4-FFF2-40B4-BE49-F238E27FC236}">
                <a16:creationId xmlns:a16="http://schemas.microsoft.com/office/drawing/2014/main" id="{C9B5FC0D-0E1B-1B8B-3086-64361915BF7B}"/>
              </a:ext>
            </a:extLst>
          </p:cNvPr>
          <p:cNvSpPr/>
          <p:nvPr/>
        </p:nvSpPr>
        <p:spPr>
          <a:xfrm>
            <a:off x="280555" y="5311911"/>
            <a:ext cx="11530257" cy="986620"/>
          </a:xfrm>
          <a:prstGeom prst="roundRect">
            <a:avLst>
              <a:gd name="adj" fmla="val 8242"/>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AU" sz="2000">
                <a:solidFill>
                  <a:schemeClr val="tx1"/>
                </a:solidFill>
              </a:rPr>
              <a:t>Validation can be establishing a tamper-evident association with the asset</a:t>
            </a:r>
          </a:p>
          <a:p>
            <a:pPr algn="ctr"/>
            <a:r>
              <a:rPr lang="en-AU" sz="2000">
                <a:solidFill>
                  <a:schemeClr val="tx1"/>
                </a:solidFill>
              </a:rPr>
              <a:t>However, it does not proof the semantic truth of the media, nor tamper proof.</a:t>
            </a:r>
          </a:p>
        </p:txBody>
      </p:sp>
      <p:pic>
        <p:nvPicPr>
          <p:cNvPr id="20" name="Graphic 19" descr="Paper outline">
            <a:extLst>
              <a:ext uri="{FF2B5EF4-FFF2-40B4-BE49-F238E27FC236}">
                <a16:creationId xmlns:a16="http://schemas.microsoft.com/office/drawing/2014/main" id="{05BE2298-7C9F-055A-B400-D2A32B6CE8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1400" y="461031"/>
            <a:ext cx="7137400" cy="4932699"/>
          </a:xfrm>
          <a:prstGeom prst="rect">
            <a:avLst/>
          </a:prstGeom>
        </p:spPr>
      </p:pic>
      <p:sp>
        <p:nvSpPr>
          <p:cNvPr id="21" name="TextBox 20">
            <a:extLst>
              <a:ext uri="{FF2B5EF4-FFF2-40B4-BE49-F238E27FC236}">
                <a16:creationId xmlns:a16="http://schemas.microsoft.com/office/drawing/2014/main" id="{168DE686-1EDA-2CF2-2CDB-D0AB6877B51E}"/>
              </a:ext>
            </a:extLst>
          </p:cNvPr>
          <p:cNvSpPr txBox="1"/>
          <p:nvPr/>
        </p:nvSpPr>
        <p:spPr>
          <a:xfrm>
            <a:off x="381188" y="1310396"/>
            <a:ext cx="2760692" cy="523220"/>
          </a:xfrm>
          <a:prstGeom prst="rect">
            <a:avLst/>
          </a:prstGeom>
          <a:noFill/>
        </p:spPr>
        <p:txBody>
          <a:bodyPr wrap="none" rtlCol="0">
            <a:spAutoFit/>
          </a:bodyPr>
          <a:lstStyle/>
          <a:p>
            <a:r>
              <a:rPr lang="en-US" sz="2800" b="1" u="sng"/>
              <a:t>Media </a:t>
            </a:r>
            <a:r>
              <a:rPr lang="en-US" sz="2800" b="1" u="sng" err="1"/>
              <a:t>File.jpeg</a:t>
            </a:r>
            <a:endParaRPr lang="en-US" sz="2800" b="1" u="sng"/>
          </a:p>
        </p:txBody>
      </p:sp>
      <p:sp>
        <p:nvSpPr>
          <p:cNvPr id="23" name="Rounded Rectangle 22">
            <a:extLst>
              <a:ext uri="{FF2B5EF4-FFF2-40B4-BE49-F238E27FC236}">
                <a16:creationId xmlns:a16="http://schemas.microsoft.com/office/drawing/2014/main" id="{D30217C9-24BE-35A7-1D0D-F80AC47B10E9}"/>
              </a:ext>
            </a:extLst>
          </p:cNvPr>
          <p:cNvSpPr/>
          <p:nvPr/>
        </p:nvSpPr>
        <p:spPr>
          <a:xfrm>
            <a:off x="532953" y="2258473"/>
            <a:ext cx="3988695" cy="628736"/>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400" b="1" u="sng">
                <a:solidFill>
                  <a:schemeClr val="tx1"/>
                </a:solidFill>
              </a:rPr>
              <a:t>Digital content raw data</a:t>
            </a:r>
            <a:br>
              <a:rPr lang="en-AU">
                <a:solidFill>
                  <a:schemeClr val="tx1"/>
                </a:solidFill>
              </a:rPr>
            </a:br>
            <a:r>
              <a:rPr lang="en-AU">
                <a:solidFill>
                  <a:schemeClr val="tx1"/>
                </a:solidFill>
              </a:rPr>
              <a:t>pixels, audio or video</a:t>
            </a:r>
          </a:p>
        </p:txBody>
      </p:sp>
      <p:sp>
        <p:nvSpPr>
          <p:cNvPr id="24" name="Rounded Rectangle 23">
            <a:extLst>
              <a:ext uri="{FF2B5EF4-FFF2-40B4-BE49-F238E27FC236}">
                <a16:creationId xmlns:a16="http://schemas.microsoft.com/office/drawing/2014/main" id="{B2713644-E02D-6C73-3519-98C4F7FE3714}"/>
              </a:ext>
            </a:extLst>
          </p:cNvPr>
          <p:cNvSpPr/>
          <p:nvPr/>
        </p:nvSpPr>
        <p:spPr>
          <a:xfrm>
            <a:off x="540139" y="3206200"/>
            <a:ext cx="3988695" cy="628736"/>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u="sng">
                <a:solidFill>
                  <a:schemeClr val="tx1"/>
                </a:solidFill>
              </a:rPr>
              <a:t>Metadata</a:t>
            </a:r>
          </a:p>
          <a:p>
            <a:r>
              <a:rPr lang="en-US" sz="1600">
                <a:solidFill>
                  <a:schemeClr val="tx1"/>
                </a:solidFill>
              </a:rPr>
              <a:t>Ordinary metadata with extra information</a:t>
            </a:r>
          </a:p>
        </p:txBody>
      </p:sp>
      <p:sp>
        <p:nvSpPr>
          <p:cNvPr id="31" name="Rounded Rectangle 30">
            <a:extLst>
              <a:ext uri="{FF2B5EF4-FFF2-40B4-BE49-F238E27FC236}">
                <a16:creationId xmlns:a16="http://schemas.microsoft.com/office/drawing/2014/main" id="{35441BCF-C09E-1FDB-8E78-460CEC106F9D}"/>
              </a:ext>
            </a:extLst>
          </p:cNvPr>
          <p:cNvSpPr/>
          <p:nvPr/>
        </p:nvSpPr>
        <p:spPr>
          <a:xfrm>
            <a:off x="532953" y="4104092"/>
            <a:ext cx="3988695" cy="628736"/>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u="sng">
                <a:solidFill>
                  <a:schemeClr val="tx1"/>
                </a:solidFill>
              </a:rPr>
              <a:t>Watermark or fingerprint</a:t>
            </a:r>
          </a:p>
        </p:txBody>
      </p:sp>
      <p:sp>
        <p:nvSpPr>
          <p:cNvPr id="56" name="C2PA Manifest outer container">
            <a:extLst>
              <a:ext uri="{FF2B5EF4-FFF2-40B4-BE49-F238E27FC236}">
                <a16:creationId xmlns:a16="http://schemas.microsoft.com/office/drawing/2014/main" id="{C44E07A5-5039-336E-CEF7-EF6FF40A5939}"/>
              </a:ext>
            </a:extLst>
          </p:cNvPr>
          <p:cNvSpPr>
            <a:spLocks noGrp="1"/>
          </p:cNvSpPr>
          <p:nvPr/>
        </p:nvSpPr>
        <p:spPr>
          <a:xfrm>
            <a:off x="6481533" y="934349"/>
            <a:ext cx="5329279" cy="4152246"/>
          </a:xfrm>
          <a:prstGeom prst="roundRect">
            <a:avLst>
              <a:gd name="adj" fmla="val 2469"/>
            </a:avLst>
          </a:prstGeom>
          <a:solidFill>
            <a:srgbClr val="EEF5EA"/>
          </a:solidFill>
          <a:ln w="19050">
            <a:solidFill>
              <a:srgbClr val="78A66D"/>
            </a:solidFill>
            <a:prstDash val="solid"/>
          </a:ln>
        </p:spPr>
        <p:txBody>
          <a:bodyPr/>
          <a:lstStyle/>
          <a:p>
            <a:pPr algn="ctr"/>
            <a:r>
              <a:rPr lang="en-AU" b="1">
                <a:solidFill>
                  <a:srgbClr val="28232C"/>
                </a:solidFill>
                <a:ea typeface="Arial"/>
                <a:cs typeface="Arial"/>
              </a:rPr>
              <a:t>C2PA MANIFEST</a:t>
            </a:r>
          </a:p>
        </p:txBody>
      </p:sp>
      <p:sp>
        <p:nvSpPr>
          <p:cNvPr id="57" name="Claim Signature block">
            <a:extLst>
              <a:ext uri="{FF2B5EF4-FFF2-40B4-BE49-F238E27FC236}">
                <a16:creationId xmlns:a16="http://schemas.microsoft.com/office/drawing/2014/main" id="{1956D398-FA9A-43ED-AE3E-4E8B8C88B0BE}"/>
              </a:ext>
            </a:extLst>
          </p:cNvPr>
          <p:cNvSpPr>
            <a:spLocks noGrp="1"/>
          </p:cNvSpPr>
          <p:nvPr/>
        </p:nvSpPr>
        <p:spPr>
          <a:xfrm>
            <a:off x="6568664" y="1465880"/>
            <a:ext cx="5129697" cy="472691"/>
          </a:xfrm>
          <a:prstGeom prst="roundRect">
            <a:avLst>
              <a:gd name="adj" fmla="val 13333"/>
            </a:avLst>
          </a:prstGeom>
          <a:solidFill>
            <a:srgbClr val="FCE8C9"/>
          </a:solidFill>
          <a:ln w="14288">
            <a:solidFill>
              <a:srgbClr val="D49A32"/>
            </a:solidFill>
            <a:prstDash val="solid"/>
          </a:ln>
        </p:spPr>
        <p:txBody>
          <a:bodyPr anchor="ctr"/>
          <a:lstStyle/>
          <a:p>
            <a:r>
              <a:rPr lang="en-AU" b="1"/>
              <a:t>Claim Signature</a:t>
            </a:r>
          </a:p>
        </p:txBody>
      </p:sp>
      <p:sp>
        <p:nvSpPr>
          <p:cNvPr id="58" name="Claim Signature explanation">
            <a:extLst>
              <a:ext uri="{FF2B5EF4-FFF2-40B4-BE49-F238E27FC236}">
                <a16:creationId xmlns:a16="http://schemas.microsoft.com/office/drawing/2014/main" id="{A7DDBB7D-D2AE-3215-6A80-9C61532A947B}"/>
              </a:ext>
            </a:extLst>
          </p:cNvPr>
          <p:cNvSpPr>
            <a:spLocks noGrp="1"/>
          </p:cNvSpPr>
          <p:nvPr/>
        </p:nvSpPr>
        <p:spPr>
          <a:xfrm>
            <a:off x="8524427" y="1510238"/>
            <a:ext cx="2566305" cy="377529"/>
          </a:xfrm>
          <a:prstGeom prst="rect">
            <a:avLst/>
          </a:prstGeom>
          <a:noFill/>
          <a:ln w="0">
            <a:noFill/>
            <a:prstDash val="solid"/>
          </a:ln>
        </p:spPr>
        <p:txBody>
          <a:bodyPr lIns="19050" tIns="0" rIns="19050" bIns="0" anchor="ctr">
            <a:noAutofit/>
          </a:bodyPr>
          <a:lstStyle/>
          <a:p>
            <a:pPr>
              <a:defRPr b="0" i="0">
                <a:solidFill>
                  <a:srgbClr val="28232C"/>
                </a:solidFill>
                <a:latin typeface="Arial"/>
                <a:ea typeface="Arial"/>
                <a:cs typeface="Arial"/>
              </a:defRPr>
            </a:pPr>
            <a:r>
              <a:rPr sz="1400" b="0" i="0">
                <a:solidFill>
                  <a:srgbClr val="28232C"/>
                </a:solidFill>
                <a:latin typeface="Arial"/>
                <a:ea typeface="Arial"/>
                <a:cs typeface="Arial"/>
              </a:rPr>
              <a:t>Digital signature</a:t>
            </a:r>
            <a:r>
              <a:rPr lang="en-AU" sz="1400" b="0" i="0">
                <a:solidFill>
                  <a:srgbClr val="28232C"/>
                </a:solidFill>
                <a:latin typeface="Arial"/>
                <a:ea typeface="Arial"/>
                <a:cs typeface="Arial"/>
              </a:rPr>
              <a:t> over the claim</a:t>
            </a:r>
            <a:endParaRPr sz="1400" b="0" i="0">
              <a:solidFill>
                <a:srgbClr val="28232C"/>
              </a:solidFill>
              <a:latin typeface="Arial"/>
              <a:ea typeface="Arial"/>
              <a:cs typeface="Arial"/>
            </a:endParaRPr>
          </a:p>
        </p:txBody>
      </p:sp>
      <p:sp>
        <p:nvSpPr>
          <p:cNvPr id="59" name="Claim block">
            <a:extLst>
              <a:ext uri="{FF2B5EF4-FFF2-40B4-BE49-F238E27FC236}">
                <a16:creationId xmlns:a16="http://schemas.microsoft.com/office/drawing/2014/main" id="{000E297C-AFFF-8063-E4C7-63D5CFE440E8}"/>
              </a:ext>
            </a:extLst>
          </p:cNvPr>
          <p:cNvSpPr>
            <a:spLocks noGrp="1"/>
          </p:cNvSpPr>
          <p:nvPr/>
        </p:nvSpPr>
        <p:spPr>
          <a:xfrm>
            <a:off x="6568664" y="2019210"/>
            <a:ext cx="5129697" cy="472691"/>
          </a:xfrm>
          <a:prstGeom prst="roundRect">
            <a:avLst>
              <a:gd name="adj" fmla="val 13333"/>
            </a:avLst>
          </a:prstGeom>
          <a:solidFill>
            <a:srgbClr val="F6DBDA"/>
          </a:solidFill>
          <a:ln w="14288">
            <a:solidFill>
              <a:srgbClr val="B75A56"/>
            </a:solidFill>
            <a:prstDash val="solid"/>
          </a:ln>
        </p:spPr>
        <p:txBody>
          <a:bodyPr anchor="ctr"/>
          <a:lstStyle/>
          <a:p>
            <a:r>
              <a:rPr lang="en-AU" b="1"/>
              <a:t>Claim</a:t>
            </a:r>
          </a:p>
        </p:txBody>
      </p:sp>
      <p:sp>
        <p:nvSpPr>
          <p:cNvPr id="60" name="Claim explanation">
            <a:extLst>
              <a:ext uri="{FF2B5EF4-FFF2-40B4-BE49-F238E27FC236}">
                <a16:creationId xmlns:a16="http://schemas.microsoft.com/office/drawing/2014/main" id="{9A465C43-E00E-27E9-A7E2-BC5E5B20DFAB}"/>
              </a:ext>
            </a:extLst>
          </p:cNvPr>
          <p:cNvSpPr>
            <a:spLocks noGrp="1"/>
          </p:cNvSpPr>
          <p:nvPr/>
        </p:nvSpPr>
        <p:spPr>
          <a:xfrm>
            <a:off x="8524427" y="2064163"/>
            <a:ext cx="2566305" cy="376450"/>
          </a:xfrm>
          <a:prstGeom prst="rect">
            <a:avLst/>
          </a:prstGeom>
          <a:noFill/>
          <a:ln w="0">
            <a:noFill/>
            <a:prstDash val="solid"/>
          </a:ln>
        </p:spPr>
        <p:txBody>
          <a:bodyPr lIns="19050" tIns="0" rIns="19050" bIns="0" anchor="ctr">
            <a:noAutofit/>
          </a:bodyPr>
          <a:lstStyle/>
          <a:p>
            <a:pPr>
              <a:defRPr b="0" i="0">
                <a:solidFill>
                  <a:srgbClr val="28232C"/>
                </a:solidFill>
                <a:latin typeface="Arial"/>
                <a:ea typeface="Arial"/>
                <a:cs typeface="Arial"/>
              </a:defRPr>
            </a:pPr>
            <a:r>
              <a:rPr lang="en-AU" sz="1400" b="0" i="0">
                <a:solidFill>
                  <a:srgbClr val="28232C"/>
                </a:solidFill>
                <a:latin typeface="Arial"/>
                <a:ea typeface="Arial"/>
                <a:cs typeface="Arial"/>
              </a:rPr>
              <a:t>Hashed reference</a:t>
            </a:r>
            <a:r>
              <a:rPr sz="1400" b="0" i="0">
                <a:solidFill>
                  <a:srgbClr val="28232C"/>
                </a:solidFill>
                <a:latin typeface="Arial"/>
                <a:ea typeface="Arial"/>
                <a:cs typeface="Arial"/>
              </a:rPr>
              <a:t> </a:t>
            </a:r>
            <a:r>
              <a:rPr lang="en-AU" sz="1400" b="0" i="0">
                <a:solidFill>
                  <a:srgbClr val="28232C"/>
                </a:solidFill>
                <a:latin typeface="Arial"/>
                <a:ea typeface="Arial"/>
                <a:cs typeface="Arial"/>
              </a:rPr>
              <a:t>the </a:t>
            </a:r>
            <a:r>
              <a:rPr sz="1400" b="0" i="0">
                <a:solidFill>
                  <a:srgbClr val="28232C"/>
                </a:solidFill>
                <a:latin typeface="Arial"/>
                <a:ea typeface="Arial"/>
                <a:cs typeface="Arial"/>
              </a:rPr>
              <a:t>assertions</a:t>
            </a:r>
            <a:r>
              <a:rPr lang="en-AU" sz="1400" b="0" i="0">
                <a:solidFill>
                  <a:srgbClr val="28232C"/>
                </a:solidFill>
                <a:latin typeface="Arial"/>
                <a:ea typeface="Arial"/>
                <a:cs typeface="Arial"/>
              </a:rPr>
              <a:t> and content binding</a:t>
            </a:r>
            <a:endParaRPr sz="1400" b="0" i="0">
              <a:solidFill>
                <a:srgbClr val="28232C"/>
              </a:solidFill>
              <a:latin typeface="Arial"/>
              <a:ea typeface="Arial"/>
              <a:cs typeface="Arial"/>
            </a:endParaRPr>
          </a:p>
        </p:txBody>
      </p:sp>
      <p:sp>
        <p:nvSpPr>
          <p:cNvPr id="61" name="Assertions block">
            <a:extLst>
              <a:ext uri="{FF2B5EF4-FFF2-40B4-BE49-F238E27FC236}">
                <a16:creationId xmlns:a16="http://schemas.microsoft.com/office/drawing/2014/main" id="{ED8A6B27-1FF2-212F-F053-F115963C18EC}"/>
              </a:ext>
            </a:extLst>
          </p:cNvPr>
          <p:cNvSpPr>
            <a:spLocks noGrp="1"/>
          </p:cNvSpPr>
          <p:nvPr/>
        </p:nvSpPr>
        <p:spPr>
          <a:xfrm>
            <a:off x="6568664" y="2673496"/>
            <a:ext cx="5129697" cy="2322880"/>
          </a:xfrm>
          <a:prstGeom prst="roundRect">
            <a:avLst>
              <a:gd name="adj" fmla="val 7273"/>
            </a:avLst>
          </a:prstGeom>
          <a:solidFill>
            <a:srgbClr val="DCECF8"/>
          </a:solidFill>
          <a:ln w="14288">
            <a:solidFill>
              <a:srgbClr val="397CAD"/>
            </a:solidFill>
            <a:prstDash val="solid"/>
          </a:ln>
        </p:spPr>
        <p:txBody>
          <a:bodyPr/>
          <a:lstStyle/>
          <a:p>
            <a:r>
              <a:rPr lang="en-AU" b="1">
                <a:solidFill>
                  <a:srgbClr val="28232C"/>
                </a:solidFill>
                <a:ea typeface="Arial"/>
                <a:cs typeface="Arial"/>
              </a:rPr>
              <a:t>Assertion Store</a:t>
            </a:r>
          </a:p>
          <a:p>
            <a:endParaRPr lang="en-AU"/>
          </a:p>
        </p:txBody>
      </p:sp>
      <p:sp>
        <p:nvSpPr>
          <p:cNvPr id="62" name="Content binding (hash) assertion">
            <a:extLst>
              <a:ext uri="{FF2B5EF4-FFF2-40B4-BE49-F238E27FC236}">
                <a16:creationId xmlns:a16="http://schemas.microsoft.com/office/drawing/2014/main" id="{998D0F53-0B7B-34F6-A29D-663B32358F39}"/>
              </a:ext>
            </a:extLst>
          </p:cNvPr>
          <p:cNvSpPr>
            <a:spLocks noGrp="1"/>
          </p:cNvSpPr>
          <p:nvPr/>
        </p:nvSpPr>
        <p:spPr>
          <a:xfrm>
            <a:off x="7393506" y="3081986"/>
            <a:ext cx="1584176"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Hard binding</a:t>
            </a:r>
          </a:p>
        </p:txBody>
      </p:sp>
      <p:sp>
        <p:nvSpPr>
          <p:cNvPr id="63" name="Origin / edits assertion">
            <a:extLst>
              <a:ext uri="{FF2B5EF4-FFF2-40B4-BE49-F238E27FC236}">
                <a16:creationId xmlns:a16="http://schemas.microsoft.com/office/drawing/2014/main" id="{B6094C4A-F3EA-007C-3AAF-21B2269B3D34}"/>
              </a:ext>
            </a:extLst>
          </p:cNvPr>
          <p:cNvSpPr>
            <a:spLocks noGrp="1"/>
          </p:cNvSpPr>
          <p:nvPr/>
        </p:nvSpPr>
        <p:spPr>
          <a:xfrm>
            <a:off x="9139259" y="3078828"/>
            <a:ext cx="1584176" cy="550300"/>
          </a:xfrm>
          <a:prstGeom prst="roundRect">
            <a:avLst>
              <a:gd name="adj" fmla="val 17778"/>
            </a:avLst>
          </a:prstGeom>
          <a:solidFill>
            <a:srgbClr val="FFFFFF"/>
          </a:solidFill>
          <a:ln w="9525">
            <a:solidFill>
              <a:srgbClr val="397CAD"/>
            </a:solidFill>
            <a:prstDash val="solid"/>
          </a:ln>
        </p:spPr>
        <p:txBody>
          <a:bodyPr anchor="ctr"/>
          <a:lstStyle/>
          <a:p>
            <a:pPr algn="ctr">
              <a:defRPr sz="1275">
                <a:solidFill>
                  <a:srgbClr val="242124"/>
                </a:solidFill>
                <a:latin typeface="Arial"/>
                <a:ea typeface="Arial"/>
                <a:cs typeface="Arial"/>
              </a:defRPr>
            </a:pPr>
            <a:r>
              <a:rPr lang="en-AU" sz="1400" b="1">
                <a:solidFill>
                  <a:srgbClr val="242124"/>
                </a:solidFill>
                <a:latin typeface="Arial"/>
                <a:ea typeface="Arial"/>
                <a:cs typeface="Arial"/>
              </a:rPr>
              <a:t>Actions and ingredients</a:t>
            </a:r>
          </a:p>
        </p:txBody>
      </p:sp>
      <p:sp>
        <p:nvSpPr>
          <p:cNvPr id="64" name="AI use assertion">
            <a:extLst>
              <a:ext uri="{FF2B5EF4-FFF2-40B4-BE49-F238E27FC236}">
                <a16:creationId xmlns:a16="http://schemas.microsoft.com/office/drawing/2014/main" id="{ED3F5B8A-CC7D-0480-4924-792C5F1A98A2}"/>
              </a:ext>
            </a:extLst>
          </p:cNvPr>
          <p:cNvSpPr>
            <a:spLocks noGrp="1"/>
          </p:cNvSpPr>
          <p:nvPr/>
        </p:nvSpPr>
        <p:spPr>
          <a:xfrm>
            <a:off x="9139258" y="3720392"/>
            <a:ext cx="1584177"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AI disclosure</a:t>
            </a:r>
          </a:p>
        </p:txBody>
      </p:sp>
      <p:sp>
        <p:nvSpPr>
          <p:cNvPr id="65" name="Claim explanation">
            <a:extLst>
              <a:ext uri="{FF2B5EF4-FFF2-40B4-BE49-F238E27FC236}">
                <a16:creationId xmlns:a16="http://schemas.microsoft.com/office/drawing/2014/main" id="{4C874FE0-A3AC-4C5A-855E-43B0760669A9}"/>
              </a:ext>
            </a:extLst>
          </p:cNvPr>
          <p:cNvSpPr>
            <a:spLocks noGrp="1"/>
          </p:cNvSpPr>
          <p:nvPr/>
        </p:nvSpPr>
        <p:spPr>
          <a:xfrm>
            <a:off x="8524427" y="2783764"/>
            <a:ext cx="3173934" cy="244624"/>
          </a:xfrm>
          <a:prstGeom prst="rect">
            <a:avLst/>
          </a:prstGeom>
          <a:noFill/>
          <a:ln w="0">
            <a:noFill/>
            <a:prstDash val="solid"/>
          </a:ln>
        </p:spPr>
        <p:txBody>
          <a:bodyPr lIns="19050" tIns="0" rIns="19050" bIns="0" anchor="ctr">
            <a:noAutofit/>
          </a:bodyPr>
          <a:lstStyle/>
          <a:p>
            <a:pPr>
              <a:defRPr b="0" i="0">
                <a:solidFill>
                  <a:srgbClr val="28232C"/>
                </a:solidFill>
                <a:latin typeface="Arial"/>
                <a:ea typeface="Arial"/>
                <a:cs typeface="Arial"/>
              </a:defRPr>
            </a:pPr>
            <a:r>
              <a:rPr lang="en-AU" sz="1400" b="0" i="0">
                <a:solidFill>
                  <a:srgbClr val="28232C"/>
                </a:solidFill>
                <a:latin typeface="Arial"/>
                <a:ea typeface="Arial"/>
                <a:cs typeface="Arial"/>
              </a:rPr>
              <a:t>Declared statements about the asset</a:t>
            </a:r>
            <a:endParaRPr sz="1400" b="0" i="0">
              <a:solidFill>
                <a:srgbClr val="28232C"/>
              </a:solidFill>
              <a:latin typeface="Arial"/>
              <a:ea typeface="Arial"/>
              <a:cs typeface="Arial"/>
            </a:endParaRPr>
          </a:p>
        </p:txBody>
      </p:sp>
      <p:sp>
        <p:nvSpPr>
          <p:cNvPr id="66" name="AI use assertion">
            <a:extLst>
              <a:ext uri="{FF2B5EF4-FFF2-40B4-BE49-F238E27FC236}">
                <a16:creationId xmlns:a16="http://schemas.microsoft.com/office/drawing/2014/main" id="{C41A1CBF-6AF3-482C-27B6-13F7412F7A4C}"/>
              </a:ext>
            </a:extLst>
          </p:cNvPr>
          <p:cNvSpPr>
            <a:spLocks noGrp="1"/>
          </p:cNvSpPr>
          <p:nvPr/>
        </p:nvSpPr>
        <p:spPr>
          <a:xfrm>
            <a:off x="7393505" y="4366602"/>
            <a:ext cx="1584177"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Soft binding</a:t>
            </a:r>
          </a:p>
        </p:txBody>
      </p:sp>
      <p:sp>
        <p:nvSpPr>
          <p:cNvPr id="67" name="AI use assertion">
            <a:extLst>
              <a:ext uri="{FF2B5EF4-FFF2-40B4-BE49-F238E27FC236}">
                <a16:creationId xmlns:a16="http://schemas.microsoft.com/office/drawing/2014/main" id="{CE99569B-7D92-FBCB-80FF-DFD7EB5340A4}"/>
              </a:ext>
            </a:extLst>
          </p:cNvPr>
          <p:cNvSpPr>
            <a:spLocks noGrp="1"/>
          </p:cNvSpPr>
          <p:nvPr/>
        </p:nvSpPr>
        <p:spPr>
          <a:xfrm>
            <a:off x="7392180" y="3725505"/>
            <a:ext cx="1584177"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Metadata</a:t>
            </a:r>
          </a:p>
        </p:txBody>
      </p:sp>
      <p:sp>
        <p:nvSpPr>
          <p:cNvPr id="68" name="AI use assertion">
            <a:extLst>
              <a:ext uri="{FF2B5EF4-FFF2-40B4-BE49-F238E27FC236}">
                <a16:creationId xmlns:a16="http://schemas.microsoft.com/office/drawing/2014/main" id="{483F3067-0B1A-7B61-7478-B062BF97077C}"/>
              </a:ext>
            </a:extLst>
          </p:cNvPr>
          <p:cNvSpPr>
            <a:spLocks noGrp="1"/>
          </p:cNvSpPr>
          <p:nvPr/>
        </p:nvSpPr>
        <p:spPr>
          <a:xfrm>
            <a:off x="9143750" y="4357845"/>
            <a:ext cx="1584177" cy="550299"/>
          </a:xfrm>
          <a:prstGeom prst="roundRect">
            <a:avLst>
              <a:gd name="adj" fmla="val 17778"/>
            </a:avLst>
          </a:prstGeom>
          <a:solidFill>
            <a:srgbClr val="FFFFFF"/>
          </a:solidFill>
          <a:ln w="9525">
            <a:solidFill>
              <a:srgbClr val="397CAD"/>
            </a:solidFill>
            <a:prstDash val="solid"/>
          </a:ln>
        </p:spPr>
        <p:txBody>
          <a:bodyPr anchor="ctr"/>
          <a:lstStyle/>
          <a:p>
            <a:pPr algn="ctr">
              <a:defRPr sz="1350">
                <a:solidFill>
                  <a:srgbClr val="242124"/>
                </a:solidFill>
                <a:latin typeface="Arial"/>
                <a:ea typeface="Arial"/>
                <a:cs typeface="Arial"/>
              </a:defRPr>
            </a:pPr>
            <a:r>
              <a:rPr lang="en-AU" sz="1400" b="1">
                <a:solidFill>
                  <a:srgbClr val="242124"/>
                </a:solidFill>
                <a:latin typeface="Arial"/>
                <a:ea typeface="Arial"/>
                <a:cs typeface="Arial"/>
              </a:rPr>
              <a:t>And more…</a:t>
            </a:r>
          </a:p>
        </p:txBody>
      </p:sp>
      <p:cxnSp>
        <p:nvCxnSpPr>
          <p:cNvPr id="19" name="Straight Arrow Connector 18">
            <a:extLst>
              <a:ext uri="{FF2B5EF4-FFF2-40B4-BE49-F238E27FC236}">
                <a16:creationId xmlns:a16="http://schemas.microsoft.com/office/drawing/2014/main" id="{E9450F6A-4F5D-ABD0-E684-A75361ADADE3}"/>
              </a:ext>
            </a:extLst>
          </p:cNvPr>
          <p:cNvCxnSpPr>
            <a:cxnSpLocks/>
            <a:stCxn id="23" idx="3"/>
            <a:endCxn id="62" idx="1"/>
          </p:cNvCxnSpPr>
          <p:nvPr/>
        </p:nvCxnSpPr>
        <p:spPr>
          <a:xfrm>
            <a:off x="4521648" y="2572841"/>
            <a:ext cx="2871858" cy="784295"/>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47" name="Straight Arrow Connector 46">
            <a:extLst>
              <a:ext uri="{FF2B5EF4-FFF2-40B4-BE49-F238E27FC236}">
                <a16:creationId xmlns:a16="http://schemas.microsoft.com/office/drawing/2014/main" id="{EDB3E4B0-7DE6-A284-C262-11A637B6B2DE}"/>
              </a:ext>
            </a:extLst>
          </p:cNvPr>
          <p:cNvCxnSpPr>
            <a:cxnSpLocks/>
            <a:stCxn id="24" idx="3"/>
            <a:endCxn id="67" idx="1"/>
          </p:cNvCxnSpPr>
          <p:nvPr/>
        </p:nvCxnSpPr>
        <p:spPr>
          <a:xfrm>
            <a:off x="4528834" y="3520568"/>
            <a:ext cx="2863346" cy="480087"/>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50" name="Straight Arrow Connector 49">
            <a:extLst>
              <a:ext uri="{FF2B5EF4-FFF2-40B4-BE49-F238E27FC236}">
                <a16:creationId xmlns:a16="http://schemas.microsoft.com/office/drawing/2014/main" id="{CC7C06D9-DAEB-D7B9-6C15-C9C928D48EED}"/>
              </a:ext>
            </a:extLst>
          </p:cNvPr>
          <p:cNvCxnSpPr>
            <a:cxnSpLocks/>
            <a:stCxn id="31" idx="3"/>
            <a:endCxn id="66" idx="1"/>
          </p:cNvCxnSpPr>
          <p:nvPr/>
        </p:nvCxnSpPr>
        <p:spPr>
          <a:xfrm>
            <a:off x="4521648" y="4418460"/>
            <a:ext cx="2871857" cy="223292"/>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sp>
        <p:nvSpPr>
          <p:cNvPr id="2" name="TextBox 1">
            <a:extLst>
              <a:ext uri="{FF2B5EF4-FFF2-40B4-BE49-F238E27FC236}">
                <a16:creationId xmlns:a16="http://schemas.microsoft.com/office/drawing/2014/main" id="{A0DB7475-0356-87A6-7D5F-2B66E5E5F32D}"/>
              </a:ext>
            </a:extLst>
          </p:cNvPr>
          <p:cNvSpPr txBox="1"/>
          <p:nvPr/>
        </p:nvSpPr>
        <p:spPr>
          <a:xfrm>
            <a:off x="421992" y="6424302"/>
            <a:ext cx="8754665" cy="369332"/>
          </a:xfrm>
          <a:prstGeom prst="rect">
            <a:avLst/>
          </a:prstGeom>
          <a:noFill/>
        </p:spPr>
        <p:txBody>
          <a:bodyPr wrap="square" rtlCol="0">
            <a:spAutoFit/>
          </a:bodyPr>
          <a:lstStyle/>
          <a:p>
            <a:r>
              <a:rPr lang="en-AU" sz="900"/>
              <a:t>[47] Coalition for Content Provenance and Authenticity, ‘Content Credentials: C2PA Technical Specification,’ ver. 2.4, Apr. 2026. [Online]. Available: </a:t>
            </a:r>
            <a:r>
              <a:rPr lang="en-AU" sz="900">
                <a:hlinkClick r:id="rId4"/>
              </a:rPr>
              <a:t>https://spec.c2pa.org/specifications/specifications/2.4/specs/C2PA_Specification.html</a:t>
            </a:r>
            <a:endParaRPr lang="en-AU" sz="900"/>
          </a:p>
        </p:txBody>
      </p:sp>
    </p:spTree>
    <p:extLst>
      <p:ext uri="{BB962C8B-B14F-4D97-AF65-F5344CB8AC3E}">
        <p14:creationId xmlns:p14="http://schemas.microsoft.com/office/powerpoint/2010/main" val="344309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500"/>
                                        <p:tgtEl>
                                          <p:spTgt spid="5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8"/>
                                        </p:tgtEl>
                                        <p:attrNameLst>
                                          <p:attrName>style.visibility</p:attrName>
                                        </p:attrNameLst>
                                      </p:cBhvr>
                                      <p:to>
                                        <p:strVal val="visible"/>
                                      </p:to>
                                    </p:set>
                                    <p:animEffect transition="in" filter="fade">
                                      <p:cBhvr>
                                        <p:cTn id="30" dur="500"/>
                                        <p:tgtEl>
                                          <p:spTgt spid="5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fade">
                                      <p:cBhvr>
                                        <p:cTn id="33" dur="500"/>
                                        <p:tgtEl>
                                          <p:spTgt spid="5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fade">
                                      <p:cBhvr>
                                        <p:cTn id="36" dur="500"/>
                                        <p:tgtEl>
                                          <p:spTgt spid="6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fade">
                                      <p:cBhvr>
                                        <p:cTn id="39" dur="500"/>
                                        <p:tgtEl>
                                          <p:spTgt spid="6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500"/>
                                        <p:tgtEl>
                                          <p:spTgt spid="6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fade">
                                      <p:cBhvr>
                                        <p:cTn id="51" dur="500"/>
                                        <p:tgtEl>
                                          <p:spTgt spid="6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6"/>
                                        </p:tgtEl>
                                        <p:attrNameLst>
                                          <p:attrName>style.visibility</p:attrName>
                                        </p:attrNameLst>
                                      </p:cBhvr>
                                      <p:to>
                                        <p:strVal val="visible"/>
                                      </p:to>
                                    </p:set>
                                    <p:animEffect transition="in" filter="fade">
                                      <p:cBhvr>
                                        <p:cTn id="54" dur="500"/>
                                        <p:tgtEl>
                                          <p:spTgt spid="6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fade">
                                      <p:cBhvr>
                                        <p:cTn id="57" dur="500"/>
                                        <p:tgtEl>
                                          <p:spTgt spid="6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500"/>
                                        <p:tgtEl>
                                          <p:spTgt spid="6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500"/>
                                        <p:tgtEl>
                                          <p:spTgt spid="19"/>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47"/>
                                        </p:tgtEl>
                                        <p:attrNameLst>
                                          <p:attrName>style.visibility</p:attrName>
                                        </p:attrNameLst>
                                      </p:cBhvr>
                                      <p:to>
                                        <p:strVal val="visible"/>
                                      </p:to>
                                    </p:set>
                                    <p:animEffect transition="in" filter="wipe(left)">
                                      <p:cBhvr>
                                        <p:cTn id="69" dur="500"/>
                                        <p:tgtEl>
                                          <p:spTgt spid="47"/>
                                        </p:tgtEl>
                                      </p:cBhvr>
                                    </p:animEffect>
                                  </p:childTnLst>
                                </p:cTn>
                              </p:par>
                            </p:childTnLst>
                          </p:cTn>
                        </p:par>
                        <p:par>
                          <p:cTn id="70" fill="hold">
                            <p:stCondLst>
                              <p:cond delay="1000"/>
                            </p:stCondLst>
                            <p:childTnLst>
                              <p:par>
                                <p:cTn id="71" presetID="22" presetClass="entr" presetSubtype="8" fill="hold" nodeType="after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wipe(left)">
                                      <p:cBhvr>
                                        <p:cTn id="73" dur="500"/>
                                        <p:tgtEl>
                                          <p:spTgt spid="5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1" grpId="0"/>
      <p:bldP spid="23" grpId="0" animBg="1"/>
      <p:bldP spid="24" grpId="0" animBg="1"/>
      <p:bldP spid="31" grpId="0" animBg="1"/>
      <p:bldP spid="56" grpId="0" animBg="1"/>
      <p:bldP spid="57" grpId="0" animBg="1"/>
      <p:bldP spid="58" grpId="0"/>
      <p:bldP spid="59" grpId="0" animBg="1"/>
      <p:bldP spid="60" grpId="0"/>
      <p:bldP spid="61" grpId="0" animBg="1"/>
      <p:bldP spid="62" grpId="0" animBg="1"/>
      <p:bldP spid="63" grpId="0" animBg="1"/>
      <p:bldP spid="64" grpId="0" animBg="1"/>
      <p:bldP spid="65" grpId="0"/>
      <p:bldP spid="66" grpId="0" animBg="1"/>
      <p:bldP spid="67" grpId="0" animBg="1"/>
      <p:bldP spid="6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6882A-8530-47CF-B548-DEAE4C6EBF2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4C8A9EF-1F09-38C0-2E91-12827359D1EC}"/>
              </a:ext>
            </a:extLst>
          </p:cNvPr>
          <p:cNvSpPr>
            <a:spLocks noGrp="1"/>
          </p:cNvSpPr>
          <p:nvPr>
            <p:ph type="title"/>
          </p:nvPr>
        </p:nvSpPr>
        <p:spPr>
          <a:xfrm>
            <a:off x="66428" y="73794"/>
            <a:ext cx="10801350" cy="469056"/>
          </a:xfrm>
        </p:spPr>
        <p:txBody>
          <a:bodyPr>
            <a:normAutofit/>
          </a:bodyPr>
          <a:lstStyle/>
          <a:p>
            <a:r>
              <a:rPr lang="en-AU">
                <a:solidFill>
                  <a:schemeClr val="bg1"/>
                </a:solidFill>
              </a:rPr>
              <a:t>Authenticity Proof </a:t>
            </a:r>
            <a:r>
              <a:rPr lang="en-AU">
                <a:solidFill>
                  <a:schemeClr val="bg1"/>
                </a:solidFill>
                <a:sym typeface="Wingdings" pitchFamily="2" charset="2"/>
              </a:rPr>
              <a:t> JPEG Trust</a:t>
            </a:r>
            <a:endParaRPr lang="en-AU">
              <a:solidFill>
                <a:schemeClr val="bg1"/>
              </a:solidFill>
            </a:endParaRPr>
          </a:p>
        </p:txBody>
      </p:sp>
      <p:sp>
        <p:nvSpPr>
          <p:cNvPr id="13" name="Slide Number Placeholder 12">
            <a:extLst>
              <a:ext uri="{FF2B5EF4-FFF2-40B4-BE49-F238E27FC236}">
                <a16:creationId xmlns:a16="http://schemas.microsoft.com/office/drawing/2014/main" id="{BF3751EE-4744-2CCB-6490-F6FEFA12218F}"/>
              </a:ext>
            </a:extLst>
          </p:cNvPr>
          <p:cNvSpPr>
            <a:spLocks noGrp="1"/>
          </p:cNvSpPr>
          <p:nvPr>
            <p:ph type="sldNum" sz="quarter" idx="18"/>
          </p:nvPr>
        </p:nvSpPr>
        <p:spPr>
          <a:xfrm>
            <a:off x="11119073" y="6459476"/>
            <a:ext cx="288032" cy="240219"/>
          </a:xfrm>
        </p:spPr>
        <p:txBody>
          <a:bodyPr/>
          <a:lstStyle/>
          <a:p>
            <a:fld id="{E917DE0E-AFB1-41FD-BC35-27DB61CA125F}" type="slidenum">
              <a:rPr lang="en-AU" smtClean="0"/>
              <a:pPr/>
              <a:t>34</a:t>
            </a:fld>
            <a:endParaRPr lang="en-AU"/>
          </a:p>
        </p:txBody>
      </p:sp>
      <p:sp>
        <p:nvSpPr>
          <p:cNvPr id="6" name="TextBox 5">
            <a:extLst>
              <a:ext uri="{FF2B5EF4-FFF2-40B4-BE49-F238E27FC236}">
                <a16:creationId xmlns:a16="http://schemas.microsoft.com/office/drawing/2014/main" id="{97992A12-E0D0-1A4F-FD86-5051216BE1FC}"/>
              </a:ext>
            </a:extLst>
          </p:cNvPr>
          <p:cNvSpPr txBox="1"/>
          <p:nvPr/>
        </p:nvSpPr>
        <p:spPr>
          <a:xfrm>
            <a:off x="47178" y="6071754"/>
            <a:ext cx="11071895" cy="646331"/>
          </a:xfrm>
          <a:prstGeom prst="rect">
            <a:avLst/>
          </a:prstGeom>
          <a:noFill/>
        </p:spPr>
        <p:txBody>
          <a:bodyPr wrap="square" rtlCol="0">
            <a:spAutoFit/>
          </a:bodyPr>
          <a:lstStyle/>
          <a:p>
            <a:r>
              <a:rPr lang="en-AU" sz="900"/>
              <a:t>[48] ISO, ISO/IEC 21617-1:2026, Information technology—JPEG Trust—Part 1: Core foundation, 2nd ed., Aug. 2026. [Online]. Available: https://</a:t>
            </a:r>
            <a:r>
              <a:rPr lang="en-AU" sz="900" err="1"/>
              <a:t>www.iso.org</a:t>
            </a:r>
            <a:r>
              <a:rPr lang="en-AU" sz="900"/>
              <a:t>/standard/91405.html</a:t>
            </a:r>
            <a:br>
              <a:rPr lang="en-AU" sz="900"/>
            </a:br>
            <a:r>
              <a:rPr lang="en-AU" sz="900"/>
              <a:t>[49] Joint Photographic Experts Group, ‘Overview of JPEG Trust,’ ISO/IEC JTC 1/SC 29/WG 1, 2026. [Online]. Available: https://</a:t>
            </a:r>
            <a:r>
              <a:rPr lang="en-AU" sz="900" err="1"/>
              <a:t>jpeg.org</a:t>
            </a:r>
            <a:r>
              <a:rPr lang="en-AU" sz="900"/>
              <a:t>/</a:t>
            </a:r>
            <a:r>
              <a:rPr lang="en-AU" sz="900" err="1"/>
              <a:t>jpegtrust</a:t>
            </a:r>
            <a:r>
              <a:rPr lang="en-AU" sz="900"/>
              <a:t>/</a:t>
            </a:r>
            <a:r>
              <a:rPr lang="en-AU" sz="900" err="1"/>
              <a:t>index.html</a:t>
            </a:r>
            <a:br>
              <a:rPr lang="en-AU" sz="900"/>
            </a:br>
            <a:r>
              <a:rPr lang="en-AU" sz="900"/>
              <a:t>[50] Joint Photographic Experts Group, ‘111th Meeting—Online—JPEG DNA reaches Draft International Standard stage at the 111th JPEG meeting,’ Jun. 8, 2026. [Online]. Available: https://</a:t>
            </a:r>
            <a:r>
              <a:rPr lang="en-AU" sz="900" err="1"/>
              <a:t>jpeg.org</a:t>
            </a:r>
            <a:r>
              <a:rPr lang="en-AU" sz="900"/>
              <a:t>/items/20260608_press.html</a:t>
            </a:r>
          </a:p>
        </p:txBody>
      </p:sp>
      <p:sp>
        <p:nvSpPr>
          <p:cNvPr id="2" name="Rounded Rectangle 1">
            <a:extLst>
              <a:ext uri="{FF2B5EF4-FFF2-40B4-BE49-F238E27FC236}">
                <a16:creationId xmlns:a16="http://schemas.microsoft.com/office/drawing/2014/main" id="{8117829B-1096-1B3B-5B67-837FEC70AB69}"/>
              </a:ext>
            </a:extLst>
          </p:cNvPr>
          <p:cNvSpPr/>
          <p:nvPr/>
        </p:nvSpPr>
        <p:spPr>
          <a:xfrm>
            <a:off x="445366" y="761235"/>
            <a:ext cx="11630642" cy="953265"/>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a:solidFill>
                  <a:schemeClr val="tx1"/>
                </a:solidFill>
                <a:latin typeface="Arial" panose="020B0604020202020204" pitchFamily="34" charset="0"/>
                <a:cs typeface="Arial" panose="020B0604020202020204" pitchFamily="34" charset="0"/>
              </a:rPr>
              <a:t>Existing standards are also enhanced to reflect modern provenance challenges (i.e. JPEG Trust standard: IS</a:t>
            </a:r>
            <a:r>
              <a:rPr lang="en-AU">
                <a:solidFill>
                  <a:schemeClr val="tx1"/>
                </a:solidFill>
                <a:latin typeface="Arial" panose="020B0604020202020204" pitchFamily="34" charset="0"/>
                <a:ea typeface="Arial"/>
                <a:cs typeface="Arial" panose="020B0604020202020204" pitchFamily="34" charset="0"/>
              </a:rPr>
              <a:t>O/IEC 21617-1:2026 </a:t>
            </a:r>
            <a:r>
              <a:rPr lang="en-AU">
                <a:solidFill>
                  <a:schemeClr val="tx1"/>
                </a:solidFill>
                <a:latin typeface="Arial" panose="020B0604020202020204" pitchFamily="34" charset="0"/>
                <a:ea typeface="Arial"/>
                <a:cs typeface="Arial" panose="020B0604020202020204" pitchFamily="34" charset="0"/>
                <a:sym typeface="Wingdings" pitchFamily="2" charset="2"/>
              </a:rPr>
              <a:t> </a:t>
            </a:r>
            <a:r>
              <a:rPr lang="en-AU">
                <a:solidFill>
                  <a:schemeClr val="tx1"/>
                </a:solidFill>
                <a:latin typeface="Arial" panose="020B0604020202020204" pitchFamily="34" charset="0"/>
                <a:cs typeface="Arial" panose="020B0604020202020204" pitchFamily="34" charset="0"/>
              </a:rPr>
              <a:t>establishing trust in media</a:t>
            </a:r>
            <a:r>
              <a:rPr lang="en-AU">
                <a:solidFill>
                  <a:schemeClr val="tx1"/>
                </a:solidFill>
                <a:latin typeface="Arial" panose="020B0604020202020204" pitchFamily="34" charset="0"/>
                <a:ea typeface="Arial"/>
                <a:cs typeface="Arial" panose="020B0604020202020204" pitchFamily="34" charset="0"/>
              </a:rPr>
              <a:t>[48][49]) </a:t>
            </a:r>
          </a:p>
          <a:p>
            <a:pPr marL="465750" lvl="1" indent="-285750">
              <a:buClr>
                <a:schemeClr val="tx1"/>
              </a:buClr>
              <a:buFont typeface="Arial" panose="020B0604020202020204" pitchFamily="34" charset="0"/>
              <a:buChar char="•"/>
            </a:pPr>
            <a:r>
              <a:rPr lang="en-AU">
                <a:solidFill>
                  <a:schemeClr val="tx1"/>
                </a:solidFill>
                <a:latin typeface="Arial" panose="020B0604020202020204" pitchFamily="34" charset="0"/>
                <a:ea typeface="Arial"/>
                <a:cs typeface="Arial" panose="020B0604020202020204" pitchFamily="34" charset="0"/>
              </a:rPr>
              <a:t>This is gradually becoming an international standard.</a:t>
            </a:r>
          </a:p>
        </p:txBody>
      </p:sp>
      <p:sp>
        <p:nvSpPr>
          <p:cNvPr id="3" name="Rounded Rectangle 2">
            <a:extLst>
              <a:ext uri="{FF2B5EF4-FFF2-40B4-BE49-F238E27FC236}">
                <a16:creationId xmlns:a16="http://schemas.microsoft.com/office/drawing/2014/main" id="{3E95AA10-FA0C-C26E-A3D0-6F553985F97A}"/>
              </a:ext>
            </a:extLst>
          </p:cNvPr>
          <p:cNvSpPr/>
          <p:nvPr/>
        </p:nvSpPr>
        <p:spPr>
          <a:xfrm>
            <a:off x="445366" y="1813225"/>
            <a:ext cx="5196897" cy="1714500"/>
          </a:xfrm>
          <a:prstGeom prst="roundRect">
            <a:avLst>
              <a:gd name="adj" fmla="val 10745"/>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b="0">
                <a:solidFill>
                  <a:srgbClr val="26222A"/>
                </a:solidFill>
                <a:latin typeface="Arial"/>
                <a:ea typeface="Arial"/>
                <a:cs typeface="Arial"/>
              </a:defRPr>
            </a:pPr>
            <a:r>
              <a:rPr lang="en-AU" b="1">
                <a:solidFill>
                  <a:srgbClr val="51247A"/>
                </a:solidFill>
                <a:latin typeface="Arial" panose="020B0604020202020204" pitchFamily="34" charset="0"/>
                <a:ea typeface="Arial"/>
                <a:cs typeface="Arial" panose="020B0604020202020204" pitchFamily="34" charset="0"/>
              </a:rPr>
              <a:t>Core Foundation (</a:t>
            </a:r>
            <a:r>
              <a:rPr lang="en-AU" b="1" i="1">
                <a:solidFill>
                  <a:srgbClr val="51247A"/>
                </a:solidFill>
                <a:latin typeface="Arial" panose="020B0604020202020204" pitchFamily="34" charset="0"/>
                <a:ea typeface="Arial"/>
                <a:cs typeface="Arial" panose="020B0604020202020204" pitchFamily="34" charset="0"/>
              </a:rPr>
              <a:t>cf. </a:t>
            </a:r>
            <a:r>
              <a:rPr lang="en-AU" b="1">
                <a:solidFill>
                  <a:srgbClr val="51247A"/>
                </a:solidFill>
                <a:latin typeface="Arial" panose="020B0604020202020204" pitchFamily="34" charset="0"/>
                <a:ea typeface="Arial"/>
                <a:cs typeface="Arial" panose="020B0604020202020204" pitchFamily="34" charset="0"/>
              </a:rPr>
              <a:t>Part1 of the JPEG Trust)</a:t>
            </a:r>
            <a:endParaRPr lang="en-AU">
              <a:solidFill>
                <a:srgbClr val="26222A"/>
              </a:solidFill>
              <a:latin typeface="Arial" panose="020B0604020202020204" pitchFamily="34" charset="0"/>
              <a:ea typeface="Arial"/>
              <a:cs typeface="Arial" panose="020B0604020202020204" pitchFamily="34" charset="0"/>
            </a:endParaRPr>
          </a:p>
          <a:p>
            <a:pPr marL="285750" indent="-285750">
              <a:buClr>
                <a:schemeClr val="tx1"/>
              </a:buClr>
              <a:buFont typeface="Arial" panose="020B0604020202020204" pitchFamily="34" charset="0"/>
              <a:buChar char="•"/>
              <a:defRPr b="0">
                <a:solidFill>
                  <a:srgbClr val="26222A"/>
                </a:solidFill>
                <a:latin typeface="Arial"/>
                <a:ea typeface="Arial"/>
                <a:cs typeface="Arial"/>
              </a:defRPr>
            </a:pPr>
            <a:r>
              <a:rPr lang="en-AU" b="1">
                <a:solidFill>
                  <a:srgbClr val="26222A"/>
                </a:solidFill>
                <a:latin typeface="Arial" panose="020B0604020202020204" pitchFamily="34" charset="0"/>
                <a:ea typeface="Arial"/>
                <a:cs typeface="Arial" panose="020B0604020202020204" pitchFamily="34" charset="0"/>
              </a:rPr>
              <a:t>Secure annotations </a:t>
            </a:r>
            <a:r>
              <a:rPr lang="en-AU">
                <a:solidFill>
                  <a:srgbClr val="26222A"/>
                </a:solidFill>
                <a:latin typeface="Arial" panose="020B0604020202020204" pitchFamily="34" charset="0"/>
                <a:ea typeface="Arial"/>
                <a:cs typeface="Arial" panose="020B0604020202020204" pitchFamily="34" charset="0"/>
              </a:rPr>
              <a:t>for provenance, integrity, attribution, rights and privacy.</a:t>
            </a:r>
            <a:endParaRPr lang="en-AU">
              <a:latin typeface="Arial" panose="020B0604020202020204" pitchFamily="34" charset="0"/>
              <a:cs typeface="Arial" panose="020B0604020202020204" pitchFamily="34" charset="0"/>
            </a:endParaRPr>
          </a:p>
        </p:txBody>
      </p:sp>
      <p:sp>
        <p:nvSpPr>
          <p:cNvPr id="4" name="Rounded Rectangle 3">
            <a:extLst>
              <a:ext uri="{FF2B5EF4-FFF2-40B4-BE49-F238E27FC236}">
                <a16:creationId xmlns:a16="http://schemas.microsoft.com/office/drawing/2014/main" id="{A1D32806-CCC2-9718-A2BD-4E6592D7ACD8}"/>
              </a:ext>
            </a:extLst>
          </p:cNvPr>
          <p:cNvSpPr/>
          <p:nvPr/>
        </p:nvSpPr>
        <p:spPr>
          <a:xfrm>
            <a:off x="5848639" y="1818409"/>
            <a:ext cx="6227369" cy="1714500"/>
          </a:xfrm>
          <a:prstGeom prst="roundRect">
            <a:avLst>
              <a:gd name="adj" fmla="val 8119"/>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b="0">
                <a:solidFill>
                  <a:srgbClr val="26222A"/>
                </a:solidFill>
                <a:latin typeface="Arial"/>
                <a:ea typeface="Arial"/>
                <a:cs typeface="Arial"/>
              </a:defRPr>
            </a:pPr>
            <a:r>
              <a:rPr lang="en-AU" b="1">
                <a:solidFill>
                  <a:srgbClr val="51247A"/>
                </a:solidFill>
                <a:latin typeface="Arial" panose="020B0604020202020204" pitchFamily="34" charset="0"/>
                <a:ea typeface="Arial"/>
                <a:cs typeface="Arial" panose="020B0604020202020204" pitchFamily="34" charset="0"/>
              </a:rPr>
              <a:t>Law-enforcement use</a:t>
            </a:r>
            <a:endParaRPr lang="en-AU">
              <a:solidFill>
                <a:srgbClr val="26222A"/>
              </a:solidFill>
              <a:latin typeface="Arial" panose="020B0604020202020204" pitchFamily="34" charset="0"/>
              <a:cs typeface="Arial" panose="020B0604020202020204" pitchFamily="34" charset="0"/>
            </a:endParaRPr>
          </a:p>
          <a:p>
            <a:pPr marL="285750" indent="-285750">
              <a:buClr>
                <a:schemeClr val="tx1"/>
              </a:buClr>
              <a:buFont typeface="Arial" panose="020B0604020202020204" pitchFamily="34" charset="0"/>
              <a:buChar char="•"/>
              <a:defRPr b="0">
                <a:solidFill>
                  <a:srgbClr val="26222A"/>
                </a:solidFill>
                <a:latin typeface="Arial"/>
                <a:ea typeface="Arial"/>
                <a:cs typeface="Arial"/>
              </a:defRPr>
            </a:pPr>
            <a:r>
              <a:rPr lang="en-AU">
                <a:solidFill>
                  <a:srgbClr val="26222A"/>
                </a:solidFill>
                <a:latin typeface="Arial" panose="020B0604020202020204" pitchFamily="34" charset="0"/>
                <a:cs typeface="Arial" panose="020B0604020202020204" pitchFamily="34" charset="0"/>
              </a:rPr>
              <a:t>Organisations and governing institutions can define context-specific </a:t>
            </a:r>
            <a:r>
              <a:rPr lang="en-AU" b="1">
                <a:solidFill>
                  <a:srgbClr val="26222A"/>
                </a:solidFill>
                <a:latin typeface="Arial" panose="020B0604020202020204" pitchFamily="34" charset="0"/>
                <a:cs typeface="Arial" panose="020B0604020202020204" pitchFamily="34" charset="0"/>
              </a:rPr>
              <a:t>Trust Profiles </a:t>
            </a:r>
            <a:r>
              <a:rPr lang="en-AU">
                <a:solidFill>
                  <a:srgbClr val="26222A"/>
                </a:solidFill>
                <a:latin typeface="Arial" panose="020B0604020202020204" pitchFamily="34" charset="0"/>
                <a:cs typeface="Arial" panose="020B0604020202020204" pitchFamily="34" charset="0"/>
              </a:rPr>
              <a:t>and generate </a:t>
            </a:r>
            <a:r>
              <a:rPr lang="en-AU" b="1">
                <a:solidFill>
                  <a:srgbClr val="26222A"/>
                </a:solidFill>
                <a:latin typeface="Arial" panose="020B0604020202020204" pitchFamily="34" charset="0"/>
                <a:cs typeface="Arial" panose="020B0604020202020204" pitchFamily="34" charset="0"/>
              </a:rPr>
              <a:t>Trust Reports</a:t>
            </a:r>
            <a:r>
              <a:rPr lang="en-AU">
                <a:solidFill>
                  <a:srgbClr val="26222A"/>
                </a:solidFill>
                <a:latin typeface="Arial" panose="020B0604020202020204" pitchFamily="34" charset="0"/>
                <a:cs typeface="Arial" panose="020B0604020202020204" pitchFamily="34" charset="0"/>
              </a:rPr>
              <a:t>,</a:t>
            </a:r>
            <a:endParaRPr lang="en-AU">
              <a:solidFill>
                <a:srgbClr val="26222A"/>
              </a:solidFill>
              <a:latin typeface="Arial" panose="020B0604020202020204" pitchFamily="34" charset="0"/>
              <a:ea typeface="Arial"/>
              <a:cs typeface="Arial" panose="020B0604020202020204" pitchFamily="34" charset="0"/>
            </a:endParaRPr>
          </a:p>
          <a:p>
            <a:pPr marL="285750" indent="-285750">
              <a:buClr>
                <a:schemeClr val="tx1"/>
              </a:buClr>
              <a:buFont typeface="Arial" panose="020B0604020202020204" pitchFamily="34" charset="0"/>
              <a:buChar char="•"/>
              <a:defRPr b="0">
                <a:solidFill>
                  <a:srgbClr val="26222A"/>
                </a:solidFill>
                <a:latin typeface="Arial"/>
                <a:ea typeface="Arial"/>
                <a:cs typeface="Arial"/>
              </a:defRPr>
            </a:pPr>
            <a:r>
              <a:rPr lang="en-AU">
                <a:solidFill>
                  <a:srgbClr val="26222A"/>
                </a:solidFill>
                <a:latin typeface="Arial" panose="020B0604020202020204" pitchFamily="34" charset="0"/>
                <a:ea typeface="Arial"/>
                <a:cs typeface="Arial" panose="020B0604020202020204" pitchFamily="34" charset="0"/>
              </a:rPr>
              <a:t>Preserve original + annotations; verify signer/integrity; record the profile; corroborate.</a:t>
            </a:r>
            <a:endParaRPr lang="en-AU">
              <a:latin typeface="Arial" panose="020B0604020202020204" pitchFamily="34" charset="0"/>
              <a:cs typeface="Arial" panose="020B0604020202020204" pitchFamily="34" charset="0"/>
            </a:endParaRPr>
          </a:p>
        </p:txBody>
      </p:sp>
      <p:sp>
        <p:nvSpPr>
          <p:cNvPr id="5" name="Rounded Rectangle 4">
            <a:extLst>
              <a:ext uri="{FF2B5EF4-FFF2-40B4-BE49-F238E27FC236}">
                <a16:creationId xmlns:a16="http://schemas.microsoft.com/office/drawing/2014/main" id="{4FFEBF11-F55A-C2A5-7148-33B25824AF9C}"/>
              </a:ext>
            </a:extLst>
          </p:cNvPr>
          <p:cNvSpPr/>
          <p:nvPr/>
        </p:nvSpPr>
        <p:spPr>
          <a:xfrm>
            <a:off x="445366" y="3626426"/>
            <a:ext cx="11630642" cy="2426937"/>
          </a:xfrm>
          <a:prstGeom prst="roundRect">
            <a:avLst>
              <a:gd name="adj" fmla="val 722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a:solidFill>
                  <a:schemeClr val="tx1"/>
                </a:solidFill>
                <a:latin typeface="Arial" panose="020B0604020202020204" pitchFamily="34" charset="0"/>
                <a:cs typeface="Arial" panose="020B0604020202020204" pitchFamily="34" charset="0"/>
              </a:rPr>
              <a:t>Similar to the C2PA standard, missing provenance does not necessarily means/proves a fake, but a much less trustworthy content. </a:t>
            </a:r>
          </a:p>
          <a:p>
            <a:endParaRPr lang="en-AU">
              <a:solidFill>
                <a:schemeClr val="tx1"/>
              </a:solidFill>
              <a:latin typeface="Arial" panose="020B0604020202020204" pitchFamily="34" charset="0"/>
              <a:cs typeface="Arial" panose="020B0604020202020204" pitchFamily="34" charset="0"/>
            </a:endParaRPr>
          </a:p>
          <a:p>
            <a:r>
              <a:rPr lang="en-AU">
                <a:solidFill>
                  <a:schemeClr val="tx1"/>
                </a:solidFill>
                <a:latin typeface="Arial" panose="020B0604020202020204" pitchFamily="34" charset="0"/>
                <a:cs typeface="Arial" panose="020B0604020202020204" pitchFamily="34" charset="0"/>
              </a:rPr>
              <a:t>Current: Progress of JPEG Trust [50]:</a:t>
            </a:r>
          </a:p>
          <a:p>
            <a:pPr marL="342900" indent="-342900">
              <a:lnSpc>
                <a:spcPct val="100000"/>
              </a:lnSpc>
              <a:buClr>
                <a:schemeClr val="tx1"/>
              </a:buClr>
              <a:buFont typeface="Arial" panose="020B0604020202020204" pitchFamily="34" charset="0"/>
              <a:buAutoNum type="arabicPeriod"/>
            </a:pPr>
            <a:r>
              <a:rPr lang="en-AU" b="1">
                <a:solidFill>
                  <a:schemeClr val="tx1"/>
                </a:solidFill>
                <a:latin typeface="Arial" panose="020B0604020202020204" pitchFamily="34" charset="0"/>
                <a:cs typeface="Arial" panose="020B0604020202020204" pitchFamily="34" charset="0"/>
              </a:rPr>
              <a:t>Core </a:t>
            </a:r>
            <a:r>
              <a:rPr lang="en-AU">
                <a:solidFill>
                  <a:schemeClr val="tx1"/>
                </a:solidFill>
                <a:latin typeface="Arial" panose="020B0604020202020204" pitchFamily="34" charset="0"/>
                <a:cs typeface="Arial" panose="020B0604020202020204" pitchFamily="34" charset="0"/>
                <a:sym typeface="Wingdings" pitchFamily="2" charset="2"/>
              </a:rPr>
              <a:t> Published</a:t>
            </a:r>
          </a:p>
          <a:p>
            <a:pPr marL="342900" indent="-342900">
              <a:lnSpc>
                <a:spcPct val="100000"/>
              </a:lnSpc>
              <a:buClr>
                <a:schemeClr val="tx1"/>
              </a:buClr>
              <a:buFont typeface="Arial" panose="020B0604020202020204" pitchFamily="34" charset="0"/>
              <a:buAutoNum type="arabicPeriod"/>
            </a:pPr>
            <a:r>
              <a:rPr lang="en-AU" b="1">
                <a:solidFill>
                  <a:schemeClr val="tx1"/>
                </a:solidFill>
                <a:latin typeface="Arial" panose="020B0604020202020204" pitchFamily="34" charset="0"/>
                <a:cs typeface="Arial" panose="020B0604020202020204" pitchFamily="34" charset="0"/>
                <a:sym typeface="Wingdings" pitchFamily="2" charset="2"/>
              </a:rPr>
              <a:t>Profile</a:t>
            </a:r>
            <a:r>
              <a:rPr lang="en-AU">
                <a:solidFill>
                  <a:schemeClr val="tx1"/>
                </a:solidFill>
                <a:latin typeface="Arial" panose="020B0604020202020204" pitchFamily="34" charset="0"/>
                <a:cs typeface="Arial" panose="020B0604020202020204" pitchFamily="34" charset="0"/>
                <a:sym typeface="Wingdings" pitchFamily="2" charset="2"/>
              </a:rPr>
              <a:t>  DIS (Draft International Standard, i.e. final stage)</a:t>
            </a:r>
          </a:p>
          <a:p>
            <a:pPr marL="342900" indent="-342900">
              <a:lnSpc>
                <a:spcPct val="100000"/>
              </a:lnSpc>
              <a:buClr>
                <a:schemeClr val="tx1"/>
              </a:buClr>
              <a:buFont typeface="Arial" panose="020B0604020202020204" pitchFamily="34" charset="0"/>
              <a:buAutoNum type="arabicPeriod"/>
            </a:pPr>
            <a:r>
              <a:rPr lang="en-AU" b="1">
                <a:solidFill>
                  <a:schemeClr val="tx1"/>
                </a:solidFill>
                <a:latin typeface="Arial" panose="020B0604020202020204" pitchFamily="34" charset="0"/>
                <a:cs typeface="Arial" panose="020B0604020202020204" pitchFamily="34" charset="0"/>
                <a:sym typeface="Wingdings" pitchFamily="2" charset="2"/>
              </a:rPr>
              <a:t>Media asset watermarking</a:t>
            </a:r>
            <a:r>
              <a:rPr lang="en-AU">
                <a:solidFill>
                  <a:schemeClr val="tx1"/>
                </a:solidFill>
                <a:latin typeface="Arial" panose="020B0604020202020204" pitchFamily="34" charset="0"/>
                <a:cs typeface="Arial" panose="020B0604020202020204" pitchFamily="34" charset="0"/>
                <a:sym typeface="Wingdings" pitchFamily="2" charset="2"/>
              </a:rPr>
              <a:t>  DIS</a:t>
            </a:r>
          </a:p>
          <a:p>
            <a:pPr marL="342900" indent="-342900">
              <a:lnSpc>
                <a:spcPct val="100000"/>
              </a:lnSpc>
              <a:buClr>
                <a:schemeClr val="tx1"/>
              </a:buClr>
              <a:buFont typeface="Arial" panose="020B0604020202020204" pitchFamily="34" charset="0"/>
              <a:buAutoNum type="arabicPeriod"/>
            </a:pPr>
            <a:r>
              <a:rPr lang="en-AU" b="1">
                <a:solidFill>
                  <a:schemeClr val="tx1"/>
                </a:solidFill>
                <a:latin typeface="Arial" panose="020B0604020202020204" pitchFamily="34" charset="0"/>
                <a:cs typeface="Arial" panose="020B0604020202020204" pitchFamily="34" charset="0"/>
                <a:sym typeface="Wingdings" pitchFamily="2" charset="2"/>
              </a:rPr>
              <a:t>Reference software</a:t>
            </a:r>
            <a:r>
              <a:rPr lang="en-AU">
                <a:solidFill>
                  <a:schemeClr val="tx1"/>
                </a:solidFill>
                <a:latin typeface="Arial" panose="020B0604020202020204" pitchFamily="34" charset="0"/>
                <a:cs typeface="Arial" panose="020B0604020202020204" pitchFamily="34" charset="0"/>
                <a:sym typeface="Wingdings" pitchFamily="2" charset="2"/>
              </a:rPr>
              <a:t>  DIS</a:t>
            </a:r>
          </a:p>
        </p:txBody>
      </p:sp>
    </p:spTree>
    <p:extLst>
      <p:ext uri="{BB962C8B-B14F-4D97-AF65-F5344CB8AC3E}">
        <p14:creationId xmlns:p14="http://schemas.microsoft.com/office/powerpoint/2010/main" val="3873571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ppt_x</p:attrName>
                                        </p:attrNameLst>
                                      </p:cBhvr>
                                      <p:tavLst>
                                        <p:tav tm="0">
                                          <p:val>
                                            <p:strVal val="#ppt_x-#ppt_w*1.125000"/>
                                          </p:val>
                                        </p:tav>
                                        <p:tav tm="100000">
                                          <p:val>
                                            <p:strVal val="#ppt_x"/>
                                          </p:val>
                                        </p:tav>
                                      </p:tavLst>
                                    </p:anim>
                                    <p:animEffect transition="in" filter="wipe(right)">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2"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p:tgtEl>
                                          <p:spTgt spid="4"/>
                                        </p:tgtEl>
                                        <p:attrNameLst>
                                          <p:attrName>ppt_x</p:attrName>
                                        </p:attrNameLst>
                                      </p:cBhvr>
                                      <p:tavLst>
                                        <p:tav tm="0">
                                          <p:val>
                                            <p:strVal val="#ppt_x+#ppt_w*1.125000"/>
                                          </p:val>
                                        </p:tav>
                                        <p:tav tm="100000">
                                          <p:val>
                                            <p:strVal val="#ppt_x"/>
                                          </p:val>
                                        </p:tav>
                                      </p:tavLst>
                                    </p:anim>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p:tgtEl>
                                          <p:spTgt spid="5"/>
                                        </p:tgtEl>
                                        <p:attrNameLst>
                                          <p:attrName>ppt_y</p:attrName>
                                        </p:attrNameLst>
                                      </p:cBhvr>
                                      <p:tavLst>
                                        <p:tav tm="0">
                                          <p:val>
                                            <p:strVal val="#ppt_y+#ppt_h*1.125000"/>
                                          </p:val>
                                        </p:tav>
                                        <p:tav tm="100000">
                                          <p:val>
                                            <p:strVal val="#ppt_y"/>
                                          </p:val>
                                        </p:tav>
                                      </p:tavLst>
                                    </p:anim>
                                    <p:animEffect transition="in" filter="wipe(up)">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5D3C-1160-C7CF-0B3E-B7A5CD047F47}"/>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65A9B663-7CDC-ABE6-ACB1-483E5CFAB16A}"/>
              </a:ext>
            </a:extLst>
          </p:cNvPr>
          <p:cNvSpPr/>
          <p:nvPr/>
        </p:nvSpPr>
        <p:spPr>
          <a:xfrm>
            <a:off x="117710" y="2526702"/>
            <a:ext cx="5760640" cy="3891924"/>
          </a:xfrm>
          <a:prstGeom prst="roundRect">
            <a:avLst>
              <a:gd name="adj" fmla="val 492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sz="1600" b="1" u="sng">
                <a:solidFill>
                  <a:schemeClr val="tx1"/>
                </a:solidFill>
              </a:rPr>
              <a:t>Spatial-domain signal</a:t>
            </a:r>
            <a:endParaRPr lang="en-AU" sz="1600" b="1" u="sng">
              <a:solidFill>
                <a:schemeClr val="tx1"/>
              </a:solidFill>
              <a:sym typeface="Wingdings" pitchFamily="2" charset="2"/>
            </a:endParaRPr>
          </a:p>
        </p:txBody>
      </p:sp>
      <p:sp>
        <p:nvSpPr>
          <p:cNvPr id="9" name="Rounded Rectangle 8">
            <a:extLst>
              <a:ext uri="{FF2B5EF4-FFF2-40B4-BE49-F238E27FC236}">
                <a16:creationId xmlns:a16="http://schemas.microsoft.com/office/drawing/2014/main" id="{280D476E-33ED-1B6A-0082-D16B8610172E}"/>
              </a:ext>
            </a:extLst>
          </p:cNvPr>
          <p:cNvSpPr/>
          <p:nvPr/>
        </p:nvSpPr>
        <p:spPr>
          <a:xfrm>
            <a:off x="311894" y="708446"/>
            <a:ext cx="9409050" cy="1626984"/>
          </a:xfrm>
          <a:prstGeom prst="roundRect">
            <a:avLst>
              <a:gd name="adj" fmla="val 6238"/>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sz="1600" b="1">
                <a:solidFill>
                  <a:schemeClr val="tx1"/>
                </a:solidFill>
              </a:rPr>
              <a:t>Bit string (Payload)</a:t>
            </a:r>
            <a:endParaRPr lang="en-AU" sz="1600" b="1">
              <a:solidFill>
                <a:schemeClr val="tx1"/>
              </a:solidFill>
              <a:sym typeface="Wingdings" pitchFamily="2" charset="2"/>
            </a:endParaRPr>
          </a:p>
        </p:txBody>
      </p:sp>
      <p:sp>
        <p:nvSpPr>
          <p:cNvPr id="8" name="Title 7">
            <a:extLst>
              <a:ext uri="{FF2B5EF4-FFF2-40B4-BE49-F238E27FC236}">
                <a16:creationId xmlns:a16="http://schemas.microsoft.com/office/drawing/2014/main" id="{F6654E2A-07FB-0047-CF4B-C5EB775A002B}"/>
              </a:ext>
            </a:extLst>
          </p:cNvPr>
          <p:cNvSpPr>
            <a:spLocks noGrp="1"/>
          </p:cNvSpPr>
          <p:nvPr>
            <p:ph type="title"/>
          </p:nvPr>
        </p:nvSpPr>
        <p:spPr>
          <a:xfrm>
            <a:off x="72008" y="73794"/>
            <a:ext cx="10200456" cy="469056"/>
          </a:xfrm>
        </p:spPr>
        <p:txBody>
          <a:bodyPr>
            <a:normAutofit/>
          </a:bodyPr>
          <a:lstStyle/>
          <a:p>
            <a:r>
              <a:rPr lang="en-AU">
                <a:solidFill>
                  <a:schemeClr val="bg1"/>
                </a:solidFill>
              </a:rPr>
              <a:t>Authenticity Proof </a:t>
            </a:r>
            <a:r>
              <a:rPr lang="en-AU">
                <a:solidFill>
                  <a:schemeClr val="bg1"/>
                </a:solidFill>
                <a:sym typeface="Wingdings" pitchFamily="2" charset="2"/>
              </a:rPr>
              <a:t> Watermarking Methods</a:t>
            </a:r>
            <a:endParaRPr lang="en-AU">
              <a:solidFill>
                <a:schemeClr val="bg1"/>
              </a:solidFill>
            </a:endParaRPr>
          </a:p>
        </p:txBody>
      </p:sp>
      <p:sp>
        <p:nvSpPr>
          <p:cNvPr id="13" name="Slide Number Placeholder 12">
            <a:extLst>
              <a:ext uri="{FF2B5EF4-FFF2-40B4-BE49-F238E27FC236}">
                <a16:creationId xmlns:a16="http://schemas.microsoft.com/office/drawing/2014/main" id="{324F7D15-A881-DCF9-2C73-00D2FECAE945}"/>
              </a:ext>
            </a:extLst>
          </p:cNvPr>
          <p:cNvSpPr>
            <a:spLocks noGrp="1"/>
          </p:cNvSpPr>
          <p:nvPr>
            <p:ph type="sldNum" sz="quarter" idx="18"/>
          </p:nvPr>
        </p:nvSpPr>
        <p:spPr>
          <a:xfrm>
            <a:off x="11133308" y="6152731"/>
            <a:ext cx="288032" cy="240219"/>
          </a:xfrm>
        </p:spPr>
        <p:txBody>
          <a:bodyPr/>
          <a:lstStyle/>
          <a:p>
            <a:fld id="{E917DE0E-AFB1-41FD-BC35-27DB61CA125F}" type="slidenum">
              <a:rPr lang="en-AU" smtClean="0"/>
              <a:pPr/>
              <a:t>35</a:t>
            </a:fld>
            <a:endParaRPr lang="en-AU"/>
          </a:p>
        </p:txBody>
      </p:sp>
      <p:sp>
        <p:nvSpPr>
          <p:cNvPr id="17" name="TextBox 16">
            <a:extLst>
              <a:ext uri="{FF2B5EF4-FFF2-40B4-BE49-F238E27FC236}">
                <a16:creationId xmlns:a16="http://schemas.microsoft.com/office/drawing/2014/main" id="{4D125B78-3906-ABCD-6AC0-00431C87F5B0}"/>
              </a:ext>
            </a:extLst>
          </p:cNvPr>
          <p:cNvSpPr txBox="1"/>
          <p:nvPr/>
        </p:nvSpPr>
        <p:spPr>
          <a:xfrm>
            <a:off x="0" y="6496021"/>
            <a:ext cx="12194134"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sz="1400">
                <a:solidFill>
                  <a:schemeClr val="tx1"/>
                </a:solidFill>
              </a:rPr>
              <a:t>Either way, the watermarks are usually not visible to human eyes unless with specialised tools, advance treatments, or intentionally created visible marks</a:t>
            </a:r>
          </a:p>
        </p:txBody>
      </p:sp>
      <p:cxnSp>
        <p:nvCxnSpPr>
          <p:cNvPr id="22" name="Straight Arrow Connector 21">
            <a:extLst>
              <a:ext uri="{FF2B5EF4-FFF2-40B4-BE49-F238E27FC236}">
                <a16:creationId xmlns:a16="http://schemas.microsoft.com/office/drawing/2014/main" id="{384C7B17-D7E7-08DD-107E-4FD0E1F684EC}"/>
              </a:ext>
            </a:extLst>
          </p:cNvPr>
          <p:cNvCxnSpPr>
            <a:cxnSpLocks/>
            <a:stCxn id="9" idx="2"/>
            <a:endCxn id="11" idx="0"/>
          </p:cNvCxnSpPr>
          <p:nvPr/>
        </p:nvCxnSpPr>
        <p:spPr>
          <a:xfrm flipH="1">
            <a:off x="2998030" y="2335430"/>
            <a:ext cx="2018389" cy="1912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C813F30-A4F4-316A-7A9A-F23CAB973DF5}"/>
              </a:ext>
            </a:extLst>
          </p:cNvPr>
          <p:cNvCxnSpPr>
            <a:cxnSpLocks/>
            <a:stCxn id="9" idx="2"/>
            <a:endCxn id="25" idx="0"/>
          </p:cNvCxnSpPr>
          <p:nvPr/>
        </p:nvCxnSpPr>
        <p:spPr>
          <a:xfrm>
            <a:off x="5016419" y="2335430"/>
            <a:ext cx="4247933" cy="1965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E5327CFF-89EE-2C13-0E9B-088DDC6149D1}"/>
              </a:ext>
            </a:extLst>
          </p:cNvPr>
          <p:cNvSpPr/>
          <p:nvPr/>
        </p:nvSpPr>
        <p:spPr>
          <a:xfrm>
            <a:off x="2221724" y="1152143"/>
            <a:ext cx="7351837" cy="1088604"/>
          </a:xfrm>
          <a:prstGeom prst="roundRect">
            <a:avLst>
              <a:gd name="adj" fmla="val 12337"/>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AU" sz="1600">
                <a:solidFill>
                  <a:schemeClr val="tx1"/>
                </a:solidFill>
              </a:rPr>
              <a:t>A sequence of binary values that encodes an identifier or other information.</a:t>
            </a:r>
          </a:p>
          <a:p>
            <a:pPr marL="285750" indent="-285750">
              <a:spcAft>
                <a:spcPts val="600"/>
              </a:spcAft>
              <a:buFont typeface="Arial" panose="020B0604020202020204" pitchFamily="34" charset="0"/>
              <a:buChar char="•"/>
            </a:pPr>
            <a:r>
              <a:rPr lang="en-AU" sz="1600">
                <a:solidFill>
                  <a:schemeClr val="tx1"/>
                </a:solidFill>
              </a:rPr>
              <a:t>A zero-bit watermark supports detection of its presence without carrying a separately decoded message.</a:t>
            </a:r>
          </a:p>
        </p:txBody>
      </p:sp>
      <p:sp>
        <p:nvSpPr>
          <p:cNvPr id="12" name="Rounded Rectangle 11">
            <a:extLst>
              <a:ext uri="{FF2B5EF4-FFF2-40B4-BE49-F238E27FC236}">
                <a16:creationId xmlns:a16="http://schemas.microsoft.com/office/drawing/2014/main" id="{BC5A1F01-548F-2C65-4392-85A2CB2DD38E}"/>
              </a:ext>
            </a:extLst>
          </p:cNvPr>
          <p:cNvSpPr/>
          <p:nvPr/>
        </p:nvSpPr>
        <p:spPr>
          <a:xfrm>
            <a:off x="329096" y="4961414"/>
            <a:ext cx="5371130" cy="1328465"/>
          </a:xfrm>
          <a:prstGeom prst="roundRect">
            <a:avLst>
              <a:gd name="adj" fmla="val 10281"/>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AU" sz="1600">
                <a:solidFill>
                  <a:schemeClr val="tx1"/>
                </a:solidFill>
              </a:rPr>
              <a:t>The watermark is represented through small changes to pixels or spatial feature positions</a:t>
            </a:r>
          </a:p>
          <a:p>
            <a:pPr marL="285750" indent="-285750">
              <a:buFont typeface="Arial" panose="020B0604020202020204" pitchFamily="34" charset="0"/>
              <a:buChar char="•"/>
            </a:pPr>
            <a:r>
              <a:rPr lang="en-AU" sz="1600">
                <a:solidFill>
                  <a:schemeClr val="tx1"/>
                </a:solidFill>
              </a:rPr>
              <a:t>The position of the bit varies depending on the generation method, such as secret key or special algorithms.</a:t>
            </a:r>
          </a:p>
        </p:txBody>
      </p:sp>
      <p:sp>
        <p:nvSpPr>
          <p:cNvPr id="25" name="Rounded Rectangle 24">
            <a:extLst>
              <a:ext uri="{FF2B5EF4-FFF2-40B4-BE49-F238E27FC236}">
                <a16:creationId xmlns:a16="http://schemas.microsoft.com/office/drawing/2014/main" id="{25D9D159-5147-4A69-2DC2-BFEFEF286FBB}"/>
              </a:ext>
            </a:extLst>
          </p:cNvPr>
          <p:cNvSpPr/>
          <p:nvPr/>
        </p:nvSpPr>
        <p:spPr>
          <a:xfrm>
            <a:off x="6384032" y="2531983"/>
            <a:ext cx="5760640" cy="3788853"/>
          </a:xfrm>
          <a:prstGeom prst="roundRect">
            <a:avLst>
              <a:gd name="adj" fmla="val 4874"/>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sz="1600" b="1" u="sng">
                <a:solidFill>
                  <a:schemeClr val="tx1"/>
                </a:solidFill>
              </a:rPr>
              <a:t>Frequency-domain signal</a:t>
            </a:r>
            <a:endParaRPr lang="en-AU" sz="1600" b="1" u="sng">
              <a:solidFill>
                <a:schemeClr val="tx1"/>
              </a:solidFill>
              <a:sym typeface="Wingdings" pitchFamily="2" charset="2"/>
            </a:endParaRPr>
          </a:p>
        </p:txBody>
      </p:sp>
      <p:sp>
        <p:nvSpPr>
          <p:cNvPr id="26" name="Rounded Rectangle 25">
            <a:extLst>
              <a:ext uri="{FF2B5EF4-FFF2-40B4-BE49-F238E27FC236}">
                <a16:creationId xmlns:a16="http://schemas.microsoft.com/office/drawing/2014/main" id="{73693A5A-59F1-EB7A-4B2C-D11533C67635}"/>
              </a:ext>
            </a:extLst>
          </p:cNvPr>
          <p:cNvSpPr/>
          <p:nvPr/>
        </p:nvSpPr>
        <p:spPr>
          <a:xfrm>
            <a:off x="6629526" y="4866636"/>
            <a:ext cx="5371130" cy="1328465"/>
          </a:xfrm>
          <a:prstGeom prst="roundRect">
            <a:avLst>
              <a:gd name="adj" fmla="val 10281"/>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AU" sz="1600">
                <a:solidFill>
                  <a:schemeClr val="tx1"/>
                </a:solidFill>
              </a:rPr>
              <a:t>The watermark is represented by modifying selected coefficients after transforming the image into a frequency domain</a:t>
            </a:r>
          </a:p>
          <a:p>
            <a:pPr marL="285750" indent="-285750">
              <a:buFont typeface="Arial" panose="020B0604020202020204" pitchFamily="34" charset="0"/>
              <a:buChar char="•"/>
            </a:pPr>
            <a:r>
              <a:rPr lang="en-AU" sz="1600">
                <a:solidFill>
                  <a:schemeClr val="tx1"/>
                </a:solidFill>
              </a:rPr>
              <a:t>Different frequency affect the quality of the image and the robustness of the watermark</a:t>
            </a:r>
          </a:p>
        </p:txBody>
      </p:sp>
      <p:pic>
        <p:nvPicPr>
          <p:cNvPr id="44" name="Picture 43">
            <a:extLst>
              <a:ext uri="{FF2B5EF4-FFF2-40B4-BE49-F238E27FC236}">
                <a16:creationId xmlns:a16="http://schemas.microsoft.com/office/drawing/2014/main" id="{96322860-E196-ADC9-9B20-2060F17B307C}"/>
              </a:ext>
            </a:extLst>
          </p:cNvPr>
          <p:cNvPicPr>
            <a:picLocks noChangeAspect="1"/>
          </p:cNvPicPr>
          <p:nvPr/>
        </p:nvPicPr>
        <p:blipFill>
          <a:blip r:embed="rId3"/>
          <a:stretch>
            <a:fillRect/>
          </a:stretch>
        </p:blipFill>
        <p:spPr>
          <a:xfrm>
            <a:off x="685726" y="899718"/>
            <a:ext cx="1264164" cy="1259127"/>
          </a:xfrm>
          <a:prstGeom prst="rect">
            <a:avLst/>
          </a:prstGeom>
        </p:spPr>
      </p:pic>
      <p:sp>
        <p:nvSpPr>
          <p:cNvPr id="45" name="TextBox 44">
            <a:extLst>
              <a:ext uri="{FF2B5EF4-FFF2-40B4-BE49-F238E27FC236}">
                <a16:creationId xmlns:a16="http://schemas.microsoft.com/office/drawing/2014/main" id="{C5E3D003-EAEE-0242-6555-C42E6FB8D42C}"/>
              </a:ext>
            </a:extLst>
          </p:cNvPr>
          <p:cNvSpPr txBox="1"/>
          <p:nvPr/>
        </p:nvSpPr>
        <p:spPr>
          <a:xfrm>
            <a:off x="9845395" y="899718"/>
            <a:ext cx="2282375" cy="1021556"/>
          </a:xfrm>
          <a:prstGeom prst="roundRect">
            <a:avLst/>
          </a:prstGeom>
          <a:solidFill>
            <a:srgbClr val="2EA836">
              <a:alpha val="29804"/>
            </a:srgbClr>
          </a:solidFill>
        </p:spPr>
        <p:txBody>
          <a:bodyPr wrap="square" rtlCol="0">
            <a:spAutoFit/>
          </a:bodyPr>
          <a:lstStyle/>
          <a:p>
            <a:r>
              <a:rPr lang="en-AU" b="1"/>
              <a:t>We will try this later in the hands-on session.</a:t>
            </a:r>
          </a:p>
        </p:txBody>
      </p:sp>
      <p:pic>
        <p:nvPicPr>
          <p:cNvPr id="14" name="Picture 13">
            <a:extLst>
              <a:ext uri="{FF2B5EF4-FFF2-40B4-BE49-F238E27FC236}">
                <a16:creationId xmlns:a16="http://schemas.microsoft.com/office/drawing/2014/main" id="{EAD899E0-3E10-C85F-C757-70D108542BC4}"/>
              </a:ext>
            </a:extLst>
          </p:cNvPr>
          <p:cNvPicPr>
            <a:picLocks noChangeAspect="1"/>
          </p:cNvPicPr>
          <p:nvPr/>
        </p:nvPicPr>
        <p:blipFill>
          <a:blip r:embed="rId4"/>
          <a:stretch>
            <a:fillRect/>
          </a:stretch>
        </p:blipFill>
        <p:spPr>
          <a:xfrm>
            <a:off x="6950428" y="2997068"/>
            <a:ext cx="1787912" cy="1787912"/>
          </a:xfrm>
          <a:prstGeom prst="rect">
            <a:avLst/>
          </a:prstGeom>
        </p:spPr>
      </p:pic>
      <p:pic>
        <p:nvPicPr>
          <p:cNvPr id="16" name="Picture 15">
            <a:extLst>
              <a:ext uri="{FF2B5EF4-FFF2-40B4-BE49-F238E27FC236}">
                <a16:creationId xmlns:a16="http://schemas.microsoft.com/office/drawing/2014/main" id="{CDB4823D-5F1D-2FAF-9C32-88612A77EC5D}"/>
              </a:ext>
            </a:extLst>
          </p:cNvPr>
          <p:cNvPicPr>
            <a:picLocks noChangeAspect="1"/>
          </p:cNvPicPr>
          <p:nvPr/>
        </p:nvPicPr>
        <p:blipFill>
          <a:blip r:embed="rId5"/>
          <a:stretch>
            <a:fillRect/>
          </a:stretch>
        </p:blipFill>
        <p:spPr>
          <a:xfrm>
            <a:off x="685726" y="3103877"/>
            <a:ext cx="1757714" cy="1757714"/>
          </a:xfrm>
          <a:prstGeom prst="rect">
            <a:avLst/>
          </a:prstGeom>
        </p:spPr>
      </p:pic>
      <p:pic>
        <p:nvPicPr>
          <p:cNvPr id="20" name="Picture 19">
            <a:extLst>
              <a:ext uri="{FF2B5EF4-FFF2-40B4-BE49-F238E27FC236}">
                <a16:creationId xmlns:a16="http://schemas.microsoft.com/office/drawing/2014/main" id="{B6E11AED-B7A9-AFB8-CE8F-DB377890B5AB}"/>
              </a:ext>
            </a:extLst>
          </p:cNvPr>
          <p:cNvPicPr>
            <a:picLocks noChangeAspect="1"/>
          </p:cNvPicPr>
          <p:nvPr/>
        </p:nvPicPr>
        <p:blipFill>
          <a:blip r:embed="rId6"/>
          <a:stretch>
            <a:fillRect/>
          </a:stretch>
        </p:blipFill>
        <p:spPr>
          <a:xfrm>
            <a:off x="3375981" y="3103877"/>
            <a:ext cx="1694938" cy="1757714"/>
          </a:xfrm>
          <a:prstGeom prst="rect">
            <a:avLst/>
          </a:prstGeom>
        </p:spPr>
      </p:pic>
      <p:sp>
        <p:nvSpPr>
          <p:cNvPr id="29" name="Oval 28">
            <a:extLst>
              <a:ext uri="{FF2B5EF4-FFF2-40B4-BE49-F238E27FC236}">
                <a16:creationId xmlns:a16="http://schemas.microsoft.com/office/drawing/2014/main" id="{E8C34B3A-0E74-A623-1FCB-4EABD754EB82}"/>
              </a:ext>
            </a:extLst>
          </p:cNvPr>
          <p:cNvSpPr/>
          <p:nvPr/>
        </p:nvSpPr>
        <p:spPr>
          <a:xfrm>
            <a:off x="4846427" y="3836535"/>
            <a:ext cx="199092" cy="199092"/>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Oval 32">
            <a:extLst>
              <a:ext uri="{FF2B5EF4-FFF2-40B4-BE49-F238E27FC236}">
                <a16:creationId xmlns:a16="http://schemas.microsoft.com/office/drawing/2014/main" id="{81209F03-D321-6F77-F76D-E58991662955}"/>
              </a:ext>
            </a:extLst>
          </p:cNvPr>
          <p:cNvSpPr/>
          <p:nvPr/>
        </p:nvSpPr>
        <p:spPr>
          <a:xfrm>
            <a:off x="4123904" y="4013009"/>
            <a:ext cx="199092" cy="199092"/>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Oval 34">
            <a:extLst>
              <a:ext uri="{FF2B5EF4-FFF2-40B4-BE49-F238E27FC236}">
                <a16:creationId xmlns:a16="http://schemas.microsoft.com/office/drawing/2014/main" id="{5DF9214E-8FA9-D9C9-5F56-BF3CF49E47B4}"/>
              </a:ext>
            </a:extLst>
          </p:cNvPr>
          <p:cNvSpPr/>
          <p:nvPr/>
        </p:nvSpPr>
        <p:spPr>
          <a:xfrm rot="2887680">
            <a:off x="3517634" y="3756505"/>
            <a:ext cx="146395" cy="361679"/>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Oval 38">
            <a:extLst>
              <a:ext uri="{FF2B5EF4-FFF2-40B4-BE49-F238E27FC236}">
                <a16:creationId xmlns:a16="http://schemas.microsoft.com/office/drawing/2014/main" id="{BDAAC519-AEDE-7288-3F59-F0F607B3546A}"/>
              </a:ext>
            </a:extLst>
          </p:cNvPr>
          <p:cNvSpPr/>
          <p:nvPr/>
        </p:nvSpPr>
        <p:spPr>
          <a:xfrm>
            <a:off x="3618222" y="4204281"/>
            <a:ext cx="199092" cy="199092"/>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Oval 39">
            <a:extLst>
              <a:ext uri="{FF2B5EF4-FFF2-40B4-BE49-F238E27FC236}">
                <a16:creationId xmlns:a16="http://schemas.microsoft.com/office/drawing/2014/main" id="{48527B28-7102-B084-C8DB-301BF0EFB1E8}"/>
              </a:ext>
            </a:extLst>
          </p:cNvPr>
          <p:cNvSpPr/>
          <p:nvPr/>
        </p:nvSpPr>
        <p:spPr>
          <a:xfrm>
            <a:off x="3460329" y="4766908"/>
            <a:ext cx="157893" cy="83338"/>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Oval 40">
            <a:extLst>
              <a:ext uri="{FF2B5EF4-FFF2-40B4-BE49-F238E27FC236}">
                <a16:creationId xmlns:a16="http://schemas.microsoft.com/office/drawing/2014/main" id="{C4A782BA-EBFC-90BC-FB3F-B60014BF03FD}"/>
              </a:ext>
            </a:extLst>
          </p:cNvPr>
          <p:cNvSpPr/>
          <p:nvPr/>
        </p:nvSpPr>
        <p:spPr>
          <a:xfrm>
            <a:off x="3871063" y="4338753"/>
            <a:ext cx="199092" cy="199092"/>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Oval 41">
            <a:extLst>
              <a:ext uri="{FF2B5EF4-FFF2-40B4-BE49-F238E27FC236}">
                <a16:creationId xmlns:a16="http://schemas.microsoft.com/office/drawing/2014/main" id="{44DE6736-4325-28F2-3402-237DE473CBF7}"/>
              </a:ext>
            </a:extLst>
          </p:cNvPr>
          <p:cNvSpPr/>
          <p:nvPr/>
        </p:nvSpPr>
        <p:spPr>
          <a:xfrm>
            <a:off x="4292179" y="3474145"/>
            <a:ext cx="199092" cy="199092"/>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Oval 42">
            <a:extLst>
              <a:ext uri="{FF2B5EF4-FFF2-40B4-BE49-F238E27FC236}">
                <a16:creationId xmlns:a16="http://schemas.microsoft.com/office/drawing/2014/main" id="{6FFEE0CF-5941-4F3C-82FA-E7601D2EF162}"/>
              </a:ext>
            </a:extLst>
          </p:cNvPr>
          <p:cNvSpPr/>
          <p:nvPr/>
        </p:nvSpPr>
        <p:spPr>
          <a:xfrm>
            <a:off x="4093087" y="3105167"/>
            <a:ext cx="199092" cy="95233"/>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Oval 45">
            <a:extLst>
              <a:ext uri="{FF2B5EF4-FFF2-40B4-BE49-F238E27FC236}">
                <a16:creationId xmlns:a16="http://schemas.microsoft.com/office/drawing/2014/main" id="{387DB6A4-383D-4555-F7FA-1641359FE66E}"/>
              </a:ext>
            </a:extLst>
          </p:cNvPr>
          <p:cNvSpPr/>
          <p:nvPr/>
        </p:nvSpPr>
        <p:spPr>
          <a:xfrm>
            <a:off x="4123904" y="4537845"/>
            <a:ext cx="199092" cy="199092"/>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Oval 46">
            <a:extLst>
              <a:ext uri="{FF2B5EF4-FFF2-40B4-BE49-F238E27FC236}">
                <a16:creationId xmlns:a16="http://schemas.microsoft.com/office/drawing/2014/main" id="{C66B15BB-7039-F793-2B56-817849AE1DAD}"/>
              </a:ext>
            </a:extLst>
          </p:cNvPr>
          <p:cNvSpPr/>
          <p:nvPr/>
        </p:nvSpPr>
        <p:spPr>
          <a:xfrm>
            <a:off x="4451217" y="4566344"/>
            <a:ext cx="199092" cy="199092"/>
          </a:xfrm>
          <a:prstGeom prst="ellipse">
            <a:avLst/>
          </a:prstGeom>
          <a:noFill/>
          <a:ln w="19050">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6" name="Picture 55">
            <a:extLst>
              <a:ext uri="{FF2B5EF4-FFF2-40B4-BE49-F238E27FC236}">
                <a16:creationId xmlns:a16="http://schemas.microsoft.com/office/drawing/2014/main" id="{C1C9381D-F3E0-DABF-A482-33166D865C46}"/>
              </a:ext>
            </a:extLst>
          </p:cNvPr>
          <p:cNvPicPr>
            <a:picLocks noChangeAspect="1"/>
          </p:cNvPicPr>
          <p:nvPr/>
        </p:nvPicPr>
        <p:blipFill>
          <a:blip r:embed="rId7"/>
          <a:stretch>
            <a:fillRect/>
          </a:stretch>
        </p:blipFill>
        <p:spPr>
          <a:xfrm>
            <a:off x="9953296" y="3004164"/>
            <a:ext cx="1468044" cy="1732773"/>
          </a:xfrm>
          <a:prstGeom prst="rect">
            <a:avLst/>
          </a:prstGeom>
        </p:spPr>
      </p:pic>
      <p:grpSp>
        <p:nvGrpSpPr>
          <p:cNvPr id="61" name="Group 60">
            <a:extLst>
              <a:ext uri="{FF2B5EF4-FFF2-40B4-BE49-F238E27FC236}">
                <a16:creationId xmlns:a16="http://schemas.microsoft.com/office/drawing/2014/main" id="{3A5ADF6D-8D0A-A358-1EEE-430295DCC2AA}"/>
              </a:ext>
            </a:extLst>
          </p:cNvPr>
          <p:cNvGrpSpPr/>
          <p:nvPr/>
        </p:nvGrpSpPr>
        <p:grpSpPr>
          <a:xfrm>
            <a:off x="471221" y="899718"/>
            <a:ext cx="9148596" cy="5069363"/>
            <a:chOff x="1078030" y="954621"/>
            <a:chExt cx="9148596" cy="5069363"/>
          </a:xfrm>
        </p:grpSpPr>
        <p:sp>
          <p:nvSpPr>
            <p:cNvPr id="58" name="Rounded Rectangle 57">
              <a:extLst>
                <a:ext uri="{FF2B5EF4-FFF2-40B4-BE49-F238E27FC236}">
                  <a16:creationId xmlns:a16="http://schemas.microsoft.com/office/drawing/2014/main" id="{1924E631-5F50-9AD4-D3F1-A74438DAD268}"/>
                </a:ext>
              </a:extLst>
            </p:cNvPr>
            <p:cNvSpPr/>
            <p:nvPr/>
          </p:nvSpPr>
          <p:spPr>
            <a:xfrm>
              <a:off x="1078030" y="954621"/>
              <a:ext cx="9148596" cy="5069363"/>
            </a:xfrm>
            <a:prstGeom prst="roundRect">
              <a:avLst>
                <a:gd name="adj" fmla="val 4874"/>
              </a:avLst>
            </a:prstGeom>
            <a:solidFill>
              <a:srgbClr val="DDC9EF"/>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AU" sz="2400" b="1">
                  <a:solidFill>
                    <a:schemeClr val="tx1"/>
                  </a:solidFill>
                </a:rPr>
                <a:t>Some watermarks can become visible through specific image-processing techniques</a:t>
              </a:r>
              <a:endParaRPr lang="en-AU" sz="2400">
                <a:solidFill>
                  <a:schemeClr val="tx1"/>
                </a:solidFill>
              </a:endParaRPr>
            </a:p>
          </p:txBody>
        </p:sp>
        <p:pic>
          <p:nvPicPr>
            <p:cNvPr id="60" name="Picture 59">
              <a:extLst>
                <a:ext uri="{FF2B5EF4-FFF2-40B4-BE49-F238E27FC236}">
                  <a16:creationId xmlns:a16="http://schemas.microsoft.com/office/drawing/2014/main" id="{930F6A65-3811-0996-2734-9D940ED26340}"/>
                </a:ext>
              </a:extLst>
            </p:cNvPr>
            <p:cNvPicPr>
              <a:picLocks noChangeAspect="1"/>
            </p:cNvPicPr>
            <p:nvPr/>
          </p:nvPicPr>
          <p:blipFill>
            <a:blip r:embed="rId8"/>
            <a:stretch>
              <a:fillRect/>
            </a:stretch>
          </p:blipFill>
          <p:spPr>
            <a:xfrm>
              <a:off x="1508768" y="1827383"/>
              <a:ext cx="8457641" cy="3981452"/>
            </a:xfrm>
            <a:prstGeom prst="rect">
              <a:avLst/>
            </a:prstGeom>
          </p:spPr>
        </p:pic>
      </p:grpSp>
    </p:spTree>
    <p:extLst>
      <p:ext uri="{BB962C8B-B14F-4D97-AF65-F5344CB8AC3E}">
        <p14:creationId xmlns:p14="http://schemas.microsoft.com/office/powerpoint/2010/main" val="2671733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bg/>
                                          </p:spTgt>
                                        </p:tgtEl>
                                        <p:attrNameLst>
                                          <p:attrName>style.visibility</p:attrName>
                                        </p:attrNameLst>
                                      </p:cBhvr>
                                      <p:to>
                                        <p:strVal val="visible"/>
                                      </p:to>
                                    </p:set>
                                    <p:animEffect transition="in" filter="fade">
                                      <p:cBhvr>
                                        <p:cTn id="15" dur="500"/>
                                        <p:tgtEl>
                                          <p:spTgt spid="10">
                                            <p:bg/>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fade">
                                      <p:cBhvr>
                                        <p:cTn id="18" dur="500"/>
                                        <p:tgtEl>
                                          <p:spTgt spid="10">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fade">
                                      <p:cBhvr>
                                        <p:cTn id="21" dur="500"/>
                                        <p:tgtEl>
                                          <p:spTgt spid="10">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up)">
                                      <p:cBhvr>
                                        <p:cTn id="26" dur="500"/>
                                        <p:tgtEl>
                                          <p:spTgt spid="22"/>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500"/>
                                        <p:tgtEl>
                                          <p:spTgt spid="3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500"/>
                                        <p:tgtEl>
                                          <p:spTgt spid="4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500"/>
                                        <p:tgtEl>
                                          <p:spTgt spid="4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500"/>
                                        <p:tgtEl>
                                          <p:spTgt spid="4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fade">
                                      <p:cBhvr>
                                        <p:cTn id="66" dur="500"/>
                                        <p:tgtEl>
                                          <p:spTgt spid="4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animEffect transition="in" filter="fade">
                                      <p:cBhvr>
                                        <p:cTn id="69" dur="500"/>
                                        <p:tgtEl>
                                          <p:spTgt spid="47"/>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2">
                                            <p:bg/>
                                          </p:spTgt>
                                        </p:tgtEl>
                                        <p:attrNameLst>
                                          <p:attrName>style.visibility</p:attrName>
                                        </p:attrNameLst>
                                      </p:cBhvr>
                                      <p:to>
                                        <p:strVal val="visible"/>
                                      </p:to>
                                    </p:set>
                                    <p:animEffect transition="in" filter="fade">
                                      <p:cBhvr>
                                        <p:cTn id="74" dur="500"/>
                                        <p:tgtEl>
                                          <p:spTgt spid="12">
                                            <p:bg/>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2">
                                            <p:txEl>
                                              <p:pRg st="0" end="0"/>
                                            </p:txEl>
                                          </p:spTgt>
                                        </p:tgtEl>
                                        <p:attrNameLst>
                                          <p:attrName>style.visibility</p:attrName>
                                        </p:attrNameLst>
                                      </p:cBhvr>
                                      <p:to>
                                        <p:strVal val="visible"/>
                                      </p:to>
                                    </p:set>
                                    <p:animEffect transition="in" filter="fade">
                                      <p:cBhvr>
                                        <p:cTn id="79" dur="500"/>
                                        <p:tgtEl>
                                          <p:spTgt spid="12">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2">
                                            <p:txEl>
                                              <p:pRg st="1" end="1"/>
                                            </p:txEl>
                                          </p:spTgt>
                                        </p:tgtEl>
                                        <p:attrNameLst>
                                          <p:attrName>style.visibility</p:attrName>
                                        </p:attrNameLst>
                                      </p:cBhvr>
                                      <p:to>
                                        <p:strVal val="visible"/>
                                      </p:to>
                                    </p:set>
                                    <p:animEffect transition="in" filter="fade">
                                      <p:cBhvr>
                                        <p:cTn id="84" dur="500"/>
                                        <p:tgtEl>
                                          <p:spTgt spid="12">
                                            <p:txEl>
                                              <p:pRg st="1" end="1"/>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wipe(up)">
                                      <p:cBhvr>
                                        <p:cTn id="89" dur="500"/>
                                        <p:tgtEl>
                                          <p:spTgt spid="24"/>
                                        </p:tgtEl>
                                      </p:cBhvr>
                                    </p:animEffect>
                                  </p:childTnLst>
                                </p:cTn>
                              </p:par>
                              <p:par>
                                <p:cTn id="90" presetID="22" presetClass="entr" presetSubtype="1" fill="hold" grpId="0" nodeType="with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wipe(up)">
                                      <p:cBhvr>
                                        <p:cTn id="92" dur="5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fade">
                                      <p:cBhvr>
                                        <p:cTn id="97" dur="500"/>
                                        <p:tgtEl>
                                          <p:spTgt spid="14"/>
                                        </p:tgtEl>
                                      </p:cBhvr>
                                    </p:animEffect>
                                  </p:childTnLst>
                                </p:cTn>
                              </p:par>
                              <p:par>
                                <p:cTn id="98" presetID="10" presetClass="entr" presetSubtype="0" fill="hold" nodeType="withEffect">
                                  <p:stCondLst>
                                    <p:cond delay="0"/>
                                  </p:stCondLst>
                                  <p:childTnLst>
                                    <p:set>
                                      <p:cBhvr>
                                        <p:cTn id="99" dur="1" fill="hold">
                                          <p:stCondLst>
                                            <p:cond delay="0"/>
                                          </p:stCondLst>
                                        </p:cTn>
                                        <p:tgtEl>
                                          <p:spTgt spid="56"/>
                                        </p:tgtEl>
                                        <p:attrNameLst>
                                          <p:attrName>style.visibility</p:attrName>
                                        </p:attrNameLst>
                                      </p:cBhvr>
                                      <p:to>
                                        <p:strVal val="visible"/>
                                      </p:to>
                                    </p:set>
                                    <p:animEffect transition="in" filter="fade">
                                      <p:cBhvr>
                                        <p:cTn id="100" dur="500"/>
                                        <p:tgtEl>
                                          <p:spTgt spid="56"/>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26">
                                            <p:bg/>
                                          </p:spTgt>
                                        </p:tgtEl>
                                        <p:attrNameLst>
                                          <p:attrName>style.visibility</p:attrName>
                                        </p:attrNameLst>
                                      </p:cBhvr>
                                      <p:to>
                                        <p:strVal val="visible"/>
                                      </p:to>
                                    </p:set>
                                    <p:animEffect transition="in" filter="fade">
                                      <p:cBhvr>
                                        <p:cTn id="105" dur="500"/>
                                        <p:tgtEl>
                                          <p:spTgt spid="26">
                                            <p:bg/>
                                          </p:spTgt>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6">
                                            <p:txEl>
                                              <p:pRg st="0" end="0"/>
                                            </p:txEl>
                                          </p:spTgt>
                                        </p:tgtEl>
                                        <p:attrNameLst>
                                          <p:attrName>style.visibility</p:attrName>
                                        </p:attrNameLst>
                                      </p:cBhvr>
                                      <p:to>
                                        <p:strVal val="visible"/>
                                      </p:to>
                                    </p:set>
                                    <p:animEffect transition="in" filter="fade">
                                      <p:cBhvr>
                                        <p:cTn id="108" dur="500"/>
                                        <p:tgtEl>
                                          <p:spTgt spid="26">
                                            <p:txEl>
                                              <p:pRg st="0" end="0"/>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26">
                                            <p:txEl>
                                              <p:pRg st="1" end="1"/>
                                            </p:txEl>
                                          </p:spTgt>
                                        </p:tgtEl>
                                        <p:attrNameLst>
                                          <p:attrName>style.visibility</p:attrName>
                                        </p:attrNameLst>
                                      </p:cBhvr>
                                      <p:to>
                                        <p:strVal val="visible"/>
                                      </p:to>
                                    </p:set>
                                    <p:animEffect transition="in" filter="fade">
                                      <p:cBhvr>
                                        <p:cTn id="113" dur="500"/>
                                        <p:tgtEl>
                                          <p:spTgt spid="26">
                                            <p:txEl>
                                              <p:pRg st="1" end="1"/>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17"/>
                                        </p:tgtEl>
                                        <p:attrNameLst>
                                          <p:attrName>style.visibility</p:attrName>
                                        </p:attrNameLst>
                                      </p:cBhvr>
                                      <p:to>
                                        <p:strVal val="visible"/>
                                      </p:to>
                                    </p:set>
                                    <p:animEffect transition="in" filter="fade">
                                      <p:cBhvr>
                                        <p:cTn id="118" dur="500"/>
                                        <p:tgtEl>
                                          <p:spTgt spid="17"/>
                                        </p:tgtEl>
                                      </p:cBhvr>
                                    </p:animEffect>
                                  </p:childTnLst>
                                </p:cTn>
                              </p:par>
                            </p:childTnLst>
                          </p:cTn>
                        </p:par>
                      </p:childTnLst>
                    </p:cTn>
                  </p:par>
                  <p:par>
                    <p:cTn id="119" fill="hold">
                      <p:stCondLst>
                        <p:cond delay="indefinite"/>
                      </p:stCondLst>
                      <p:childTnLst>
                        <p:par>
                          <p:cTn id="120" fill="hold">
                            <p:stCondLst>
                              <p:cond delay="0"/>
                            </p:stCondLst>
                            <p:childTnLst>
                              <p:par>
                                <p:cTn id="121" presetID="21" presetClass="entr" presetSubtype="1" fill="hold" nodeType="clickEffect">
                                  <p:stCondLst>
                                    <p:cond delay="0"/>
                                  </p:stCondLst>
                                  <p:childTnLst>
                                    <p:set>
                                      <p:cBhvr>
                                        <p:cTn id="122" dur="1" fill="hold">
                                          <p:stCondLst>
                                            <p:cond delay="0"/>
                                          </p:stCondLst>
                                        </p:cTn>
                                        <p:tgtEl>
                                          <p:spTgt spid="61"/>
                                        </p:tgtEl>
                                        <p:attrNameLst>
                                          <p:attrName>style.visibility</p:attrName>
                                        </p:attrNameLst>
                                      </p:cBhvr>
                                      <p:to>
                                        <p:strVal val="visible"/>
                                      </p:to>
                                    </p:set>
                                    <p:animEffect transition="in" filter="wheel(1)">
                                      <p:cBhvr>
                                        <p:cTn id="123" dur="2000"/>
                                        <p:tgtEl>
                                          <p:spTgt spid="61"/>
                                        </p:tgtEl>
                                      </p:cBhvr>
                                    </p:animEffect>
                                  </p:childTnLst>
                                </p:cTn>
                              </p:par>
                            </p:childTnLst>
                          </p:cTn>
                        </p:par>
                      </p:childTnLst>
                    </p:cTn>
                  </p:par>
                  <p:par>
                    <p:cTn id="124" fill="hold">
                      <p:stCondLst>
                        <p:cond delay="indefinite"/>
                      </p:stCondLst>
                      <p:childTnLst>
                        <p:par>
                          <p:cTn id="125" fill="hold">
                            <p:stCondLst>
                              <p:cond delay="0"/>
                            </p:stCondLst>
                            <p:childTnLst>
                              <p:par>
                                <p:cTn id="126" presetID="2" presetClass="entr" presetSubtype="2" fill="hold" grpId="0" nodeType="clickEffect">
                                  <p:stCondLst>
                                    <p:cond delay="0"/>
                                  </p:stCondLst>
                                  <p:childTnLst>
                                    <p:set>
                                      <p:cBhvr>
                                        <p:cTn id="127" dur="1" fill="hold">
                                          <p:stCondLst>
                                            <p:cond delay="0"/>
                                          </p:stCondLst>
                                        </p:cTn>
                                        <p:tgtEl>
                                          <p:spTgt spid="45"/>
                                        </p:tgtEl>
                                        <p:attrNameLst>
                                          <p:attrName>style.visibility</p:attrName>
                                        </p:attrNameLst>
                                      </p:cBhvr>
                                      <p:to>
                                        <p:strVal val="visible"/>
                                      </p:to>
                                    </p:set>
                                    <p:anim calcmode="lin" valueType="num">
                                      <p:cBhvr additive="base">
                                        <p:cTn id="128" dur="500" fill="hold"/>
                                        <p:tgtEl>
                                          <p:spTgt spid="45"/>
                                        </p:tgtEl>
                                        <p:attrNameLst>
                                          <p:attrName>ppt_x</p:attrName>
                                        </p:attrNameLst>
                                      </p:cBhvr>
                                      <p:tavLst>
                                        <p:tav tm="0">
                                          <p:val>
                                            <p:strVal val="1+#ppt_w/2"/>
                                          </p:val>
                                        </p:tav>
                                        <p:tav tm="100000">
                                          <p:val>
                                            <p:strVal val="#ppt_x"/>
                                          </p:val>
                                        </p:tav>
                                      </p:tavLst>
                                    </p:anim>
                                    <p:anim calcmode="lin" valueType="num">
                                      <p:cBhvr additive="base">
                                        <p:cTn id="129" dur="500" fill="hold"/>
                                        <p:tgtEl>
                                          <p:spTgt spid="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7" grpId="0" animBg="1"/>
      <p:bldP spid="10" grpId="0" build="allAtOnce" animBg="1"/>
      <p:bldP spid="12" grpId="0" uiExpand="1" build="allAtOnce" animBg="1"/>
      <p:bldP spid="25" grpId="0" animBg="1"/>
      <p:bldP spid="26" grpId="0" uiExpand="1" build="allAtOnce" animBg="1"/>
      <p:bldP spid="45" grpId="0" animBg="1"/>
      <p:bldP spid="29" grpId="0" animBg="1"/>
      <p:bldP spid="33" grpId="0" animBg="1"/>
      <p:bldP spid="35" grpId="0" animBg="1"/>
      <p:bldP spid="39" grpId="0" animBg="1"/>
      <p:bldP spid="40" grpId="0" animBg="1"/>
      <p:bldP spid="41" grpId="0" animBg="1"/>
      <p:bldP spid="42" grpId="0" animBg="1"/>
      <p:bldP spid="43" grpId="0" animBg="1"/>
      <p:bldP spid="46" grpId="0" animBg="1"/>
      <p:bldP spid="4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00061-511B-453D-CB34-C32811206F22}"/>
            </a:ext>
          </a:extLst>
        </p:cNvPr>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FFA06AD2-44A7-4D38-D2D3-48E43D992E1D}"/>
              </a:ext>
            </a:extLst>
          </p:cNvPr>
          <p:cNvCxnSpPr>
            <a:cxnSpLocks/>
            <a:stCxn id="7" idx="1"/>
            <a:endCxn id="3" idx="3"/>
          </p:cNvCxnSpPr>
          <p:nvPr/>
        </p:nvCxnSpPr>
        <p:spPr>
          <a:xfrm flipH="1">
            <a:off x="4352031" y="5317465"/>
            <a:ext cx="673622" cy="1455"/>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9541DD0-2240-8236-2E92-29D4EDEF0BC9}"/>
              </a:ext>
            </a:extLst>
          </p:cNvPr>
          <p:cNvCxnSpPr>
            <a:cxnSpLocks/>
            <a:stCxn id="43" idx="3"/>
            <a:endCxn id="41" idx="1"/>
          </p:cNvCxnSpPr>
          <p:nvPr/>
        </p:nvCxnSpPr>
        <p:spPr>
          <a:xfrm flipV="1">
            <a:off x="7166345" y="4095552"/>
            <a:ext cx="687563" cy="4542"/>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30202EB-61F0-C347-FB00-5A59F5E1CB95}"/>
              </a:ext>
            </a:extLst>
          </p:cNvPr>
          <p:cNvCxnSpPr>
            <a:cxnSpLocks/>
            <a:stCxn id="65" idx="1"/>
            <a:endCxn id="63" idx="3"/>
          </p:cNvCxnSpPr>
          <p:nvPr/>
        </p:nvCxnSpPr>
        <p:spPr>
          <a:xfrm flipH="1" flipV="1">
            <a:off x="4352032" y="2736010"/>
            <a:ext cx="673620" cy="1"/>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C0999BE7-BF09-5544-239A-6104F49B97CF}"/>
              </a:ext>
            </a:extLst>
          </p:cNvPr>
          <p:cNvCxnSpPr>
            <a:cxnSpLocks/>
            <a:stCxn id="76" idx="3"/>
            <a:endCxn id="74" idx="1"/>
          </p:cNvCxnSpPr>
          <p:nvPr/>
        </p:nvCxnSpPr>
        <p:spPr>
          <a:xfrm>
            <a:off x="7166344" y="1661789"/>
            <a:ext cx="687564" cy="0"/>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DA01544E-F060-4F56-E218-38DBDC702EB6}"/>
              </a:ext>
            </a:extLst>
          </p:cNvPr>
          <p:cNvSpPr>
            <a:spLocks noGrp="1"/>
          </p:cNvSpPr>
          <p:nvPr>
            <p:ph type="title"/>
          </p:nvPr>
        </p:nvSpPr>
        <p:spPr>
          <a:xfrm>
            <a:off x="119336" y="92075"/>
            <a:ext cx="10801350" cy="469056"/>
          </a:xfrm>
        </p:spPr>
        <p:txBody>
          <a:bodyPr/>
          <a:lstStyle/>
          <a:p>
            <a:r>
              <a:rPr lang="en-AU">
                <a:solidFill>
                  <a:schemeClr val="bg1"/>
                </a:solidFill>
              </a:rPr>
              <a:t>Our Vision: An End-to-End Defensive Pathway</a:t>
            </a:r>
          </a:p>
        </p:txBody>
      </p:sp>
      <p:sp>
        <p:nvSpPr>
          <p:cNvPr id="13" name="Slide Number Placeholder 12">
            <a:extLst>
              <a:ext uri="{FF2B5EF4-FFF2-40B4-BE49-F238E27FC236}">
                <a16:creationId xmlns:a16="http://schemas.microsoft.com/office/drawing/2014/main" id="{9A97D53C-3894-E059-4C21-6822F07CAA04}"/>
              </a:ext>
            </a:extLst>
          </p:cNvPr>
          <p:cNvSpPr>
            <a:spLocks noGrp="1"/>
          </p:cNvSpPr>
          <p:nvPr>
            <p:ph type="sldNum" sz="quarter" idx="18"/>
          </p:nvPr>
        </p:nvSpPr>
        <p:spPr/>
        <p:txBody>
          <a:bodyPr/>
          <a:lstStyle/>
          <a:p>
            <a:fld id="{E917DE0E-AFB1-41FD-BC35-27DB61CA125F}" type="slidenum">
              <a:rPr lang="en-AU" smtClean="0"/>
              <a:pPr/>
              <a:t>36</a:t>
            </a:fld>
            <a:endParaRPr lang="en-AU"/>
          </a:p>
        </p:txBody>
      </p:sp>
      <p:grpSp>
        <p:nvGrpSpPr>
          <p:cNvPr id="15" name="Group 14">
            <a:extLst>
              <a:ext uri="{FF2B5EF4-FFF2-40B4-BE49-F238E27FC236}">
                <a16:creationId xmlns:a16="http://schemas.microsoft.com/office/drawing/2014/main" id="{04FBAA62-A262-757C-649B-6CB8E4DFED74}"/>
              </a:ext>
            </a:extLst>
          </p:cNvPr>
          <p:cNvGrpSpPr/>
          <p:nvPr/>
        </p:nvGrpSpPr>
        <p:grpSpPr>
          <a:xfrm>
            <a:off x="6382785" y="603119"/>
            <a:ext cx="738792" cy="898873"/>
            <a:chOff x="10435158" y="1086570"/>
            <a:chExt cx="738792" cy="898873"/>
          </a:xfrm>
        </p:grpSpPr>
        <p:pic>
          <p:nvPicPr>
            <p:cNvPr id="5" name="Graphic 4">
              <a:extLst>
                <a:ext uri="{FF2B5EF4-FFF2-40B4-BE49-F238E27FC236}">
                  <a16:creationId xmlns:a16="http://schemas.microsoft.com/office/drawing/2014/main" id="{CBE71611-D2B5-D616-5D96-A359BF33E7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5158" y="1086570"/>
              <a:ext cx="668004" cy="668004"/>
            </a:xfrm>
            <a:prstGeom prst="rect">
              <a:avLst/>
            </a:prstGeom>
          </p:spPr>
        </p:pic>
        <p:sp>
          <p:nvSpPr>
            <p:cNvPr id="6" name="TextBox 5">
              <a:extLst>
                <a:ext uri="{FF2B5EF4-FFF2-40B4-BE49-F238E27FC236}">
                  <a16:creationId xmlns:a16="http://schemas.microsoft.com/office/drawing/2014/main" id="{B574A22F-4EEF-293A-CA15-46CA1072B868}"/>
                </a:ext>
              </a:extLst>
            </p:cNvPr>
            <p:cNvSpPr txBox="1"/>
            <p:nvPr/>
          </p:nvSpPr>
          <p:spPr>
            <a:xfrm>
              <a:off x="10435158" y="1646889"/>
              <a:ext cx="738792" cy="338554"/>
            </a:xfrm>
            <a:prstGeom prst="rect">
              <a:avLst/>
            </a:prstGeom>
            <a:noFill/>
          </p:spPr>
          <p:txBody>
            <a:bodyPr wrap="none" rtlCol="0">
              <a:spAutoFit/>
            </a:bodyPr>
            <a:lstStyle/>
            <a:p>
              <a:r>
                <a:rPr lang="en-US" sz="1600"/>
                <a:t>Victim</a:t>
              </a:r>
            </a:p>
          </p:txBody>
        </p:sp>
      </p:grpSp>
      <p:grpSp>
        <p:nvGrpSpPr>
          <p:cNvPr id="14" name="Group 13">
            <a:extLst>
              <a:ext uri="{FF2B5EF4-FFF2-40B4-BE49-F238E27FC236}">
                <a16:creationId xmlns:a16="http://schemas.microsoft.com/office/drawing/2014/main" id="{40316AB9-3EB9-78FE-2903-8F19F371B749}"/>
              </a:ext>
            </a:extLst>
          </p:cNvPr>
          <p:cNvGrpSpPr/>
          <p:nvPr/>
        </p:nvGrpSpPr>
        <p:grpSpPr>
          <a:xfrm>
            <a:off x="6266472" y="5853689"/>
            <a:ext cx="971417" cy="1004311"/>
            <a:chOff x="1919536" y="1052736"/>
            <a:chExt cx="971417" cy="1004311"/>
          </a:xfrm>
        </p:grpSpPr>
        <p:pic>
          <p:nvPicPr>
            <p:cNvPr id="9" name="Graphic 8">
              <a:extLst>
                <a:ext uri="{FF2B5EF4-FFF2-40B4-BE49-F238E27FC236}">
                  <a16:creationId xmlns:a16="http://schemas.microsoft.com/office/drawing/2014/main" id="{BE4CD938-1806-BFEA-EC29-6BCD208A39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9536" y="1052736"/>
              <a:ext cx="864096" cy="835034"/>
            </a:xfrm>
            <a:prstGeom prst="rect">
              <a:avLst/>
            </a:prstGeom>
          </p:spPr>
        </p:pic>
        <p:sp>
          <p:nvSpPr>
            <p:cNvPr id="11" name="TextBox 10">
              <a:extLst>
                <a:ext uri="{FF2B5EF4-FFF2-40B4-BE49-F238E27FC236}">
                  <a16:creationId xmlns:a16="http://schemas.microsoft.com/office/drawing/2014/main" id="{761E64B9-1B7C-C36E-1535-427332573C63}"/>
                </a:ext>
              </a:extLst>
            </p:cNvPr>
            <p:cNvSpPr txBox="1"/>
            <p:nvPr/>
          </p:nvSpPr>
          <p:spPr>
            <a:xfrm>
              <a:off x="1956082" y="1718493"/>
              <a:ext cx="934871" cy="338554"/>
            </a:xfrm>
            <a:prstGeom prst="rect">
              <a:avLst/>
            </a:prstGeom>
            <a:noFill/>
          </p:spPr>
          <p:txBody>
            <a:bodyPr wrap="none" rtlCol="0">
              <a:spAutoFit/>
            </a:bodyPr>
            <a:lstStyle/>
            <a:p>
              <a:r>
                <a:rPr lang="en-US" sz="1600"/>
                <a:t>Criminal</a:t>
              </a:r>
            </a:p>
          </p:txBody>
        </p:sp>
      </p:grpSp>
      <p:sp>
        <p:nvSpPr>
          <p:cNvPr id="16" name="Right Arrow 15">
            <a:extLst>
              <a:ext uri="{FF2B5EF4-FFF2-40B4-BE49-F238E27FC236}">
                <a16:creationId xmlns:a16="http://schemas.microsoft.com/office/drawing/2014/main" id="{FFE040E4-9130-35B8-B58E-1E5710C279DB}"/>
              </a:ext>
            </a:extLst>
          </p:cNvPr>
          <p:cNvSpPr/>
          <p:nvPr/>
        </p:nvSpPr>
        <p:spPr>
          <a:xfrm rot="16200000">
            <a:off x="3016046" y="3449147"/>
            <a:ext cx="6159906" cy="618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8B07C6EF-4CE9-E2AE-E80D-F62504D8BE06}"/>
              </a:ext>
            </a:extLst>
          </p:cNvPr>
          <p:cNvSpPr/>
          <p:nvPr/>
        </p:nvSpPr>
        <p:spPr>
          <a:xfrm>
            <a:off x="200247" y="4715152"/>
            <a:ext cx="4151784" cy="1207535"/>
          </a:xfrm>
          <a:prstGeom prst="roundRect">
            <a:avLst>
              <a:gd name="adj" fmla="val 10357"/>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Defensive Source</a:t>
            </a:r>
            <a:endParaRPr lang="en-US">
              <a:solidFill>
                <a:schemeClr val="tx1"/>
              </a:solidFill>
            </a:endParaRPr>
          </a:p>
          <a:p>
            <a:pPr marL="285750" indent="-285750">
              <a:buFont typeface="Arial" panose="020B0604020202020204" pitchFamily="34" charset="0"/>
              <a:buChar char="•"/>
            </a:pPr>
            <a:r>
              <a:rPr lang="en-US">
                <a:solidFill>
                  <a:schemeClr val="tx1"/>
                </a:solidFill>
              </a:rPr>
              <a:t>Increases the difficulty of generating deepfake with security enhanced source media</a:t>
            </a:r>
          </a:p>
        </p:txBody>
      </p:sp>
      <p:sp>
        <p:nvSpPr>
          <p:cNvPr id="7" name="Rounded Rectangle 6">
            <a:extLst>
              <a:ext uri="{FF2B5EF4-FFF2-40B4-BE49-F238E27FC236}">
                <a16:creationId xmlns:a16="http://schemas.microsoft.com/office/drawing/2014/main" id="{E7298140-533E-7202-82BD-BCE9EC8B6EB0}"/>
              </a:ext>
            </a:extLst>
          </p:cNvPr>
          <p:cNvSpPr/>
          <p:nvPr/>
        </p:nvSpPr>
        <p:spPr>
          <a:xfrm>
            <a:off x="5025653" y="4977033"/>
            <a:ext cx="2140692" cy="680864"/>
          </a:xfrm>
          <a:prstGeom prst="roundRect">
            <a:avLst>
              <a:gd name="adj" fmla="val 11071"/>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Enhancing the Source</a:t>
            </a:r>
          </a:p>
        </p:txBody>
      </p:sp>
      <p:sp>
        <p:nvSpPr>
          <p:cNvPr id="41" name="Rounded Rectangle 40">
            <a:extLst>
              <a:ext uri="{FF2B5EF4-FFF2-40B4-BE49-F238E27FC236}">
                <a16:creationId xmlns:a16="http://schemas.microsoft.com/office/drawing/2014/main" id="{15517416-347B-6962-0D82-81D0B053E45E}"/>
              </a:ext>
            </a:extLst>
          </p:cNvPr>
          <p:cNvSpPr/>
          <p:nvPr/>
        </p:nvSpPr>
        <p:spPr>
          <a:xfrm>
            <a:off x="7853908" y="3576955"/>
            <a:ext cx="4120900" cy="1037194"/>
          </a:xfrm>
          <a:prstGeom prst="roundRect">
            <a:avLst>
              <a:gd name="adj" fmla="val 13606"/>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Watermark, provenance, metadata</a:t>
            </a:r>
          </a:p>
          <a:p>
            <a:pPr marL="285750" indent="-285750">
              <a:buFont typeface="Arial" panose="020B0604020202020204" pitchFamily="34" charset="0"/>
              <a:buChar char="•"/>
            </a:pPr>
            <a:r>
              <a:rPr lang="en-US">
                <a:solidFill>
                  <a:schemeClr val="tx1"/>
                </a:solidFill>
              </a:rPr>
              <a:t>Embedded into the material, Generated by tool</a:t>
            </a:r>
          </a:p>
        </p:txBody>
      </p:sp>
      <p:sp>
        <p:nvSpPr>
          <p:cNvPr id="43" name="Rounded Rectangle 42">
            <a:extLst>
              <a:ext uri="{FF2B5EF4-FFF2-40B4-BE49-F238E27FC236}">
                <a16:creationId xmlns:a16="http://schemas.microsoft.com/office/drawing/2014/main" id="{F05A21EC-AFF9-6C28-1149-AA2B137BF7EE}"/>
              </a:ext>
            </a:extLst>
          </p:cNvPr>
          <p:cNvSpPr/>
          <p:nvPr/>
        </p:nvSpPr>
        <p:spPr>
          <a:xfrm>
            <a:off x="5025653" y="3741751"/>
            <a:ext cx="2140692" cy="716685"/>
          </a:xfrm>
          <a:prstGeom prst="roundRect">
            <a:avLst>
              <a:gd name="adj" fmla="val 10465"/>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Embedding Provenance</a:t>
            </a:r>
          </a:p>
        </p:txBody>
      </p:sp>
      <p:sp>
        <p:nvSpPr>
          <p:cNvPr id="63" name="Rounded Rectangle 62">
            <a:extLst>
              <a:ext uri="{FF2B5EF4-FFF2-40B4-BE49-F238E27FC236}">
                <a16:creationId xmlns:a16="http://schemas.microsoft.com/office/drawing/2014/main" id="{B50FE1DC-583F-203E-E7B6-494B4BAB903B}"/>
              </a:ext>
            </a:extLst>
          </p:cNvPr>
          <p:cNvSpPr/>
          <p:nvPr/>
        </p:nvSpPr>
        <p:spPr>
          <a:xfrm>
            <a:off x="231132" y="2076296"/>
            <a:ext cx="4120900" cy="1319428"/>
          </a:xfrm>
          <a:prstGeom prst="roundRect">
            <a:avLst>
              <a:gd name="adj" fmla="val 1041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Detection</a:t>
            </a:r>
          </a:p>
          <a:p>
            <a:pPr marL="285750" indent="-285750">
              <a:buFont typeface="Arial" panose="020B0604020202020204" pitchFamily="34" charset="0"/>
              <a:buChar char="•"/>
            </a:pPr>
            <a:r>
              <a:rPr lang="en-US">
                <a:solidFill>
                  <a:schemeClr val="tx1"/>
                </a:solidFill>
              </a:rPr>
              <a:t>Detecting the whether the material is a deepfake material</a:t>
            </a:r>
          </a:p>
        </p:txBody>
      </p:sp>
      <p:sp>
        <p:nvSpPr>
          <p:cNvPr id="65" name="Rounded Rectangle 64">
            <a:extLst>
              <a:ext uri="{FF2B5EF4-FFF2-40B4-BE49-F238E27FC236}">
                <a16:creationId xmlns:a16="http://schemas.microsoft.com/office/drawing/2014/main" id="{B8870352-0792-4CA3-E123-F4A8C9B859C6}"/>
              </a:ext>
            </a:extLst>
          </p:cNvPr>
          <p:cNvSpPr/>
          <p:nvPr/>
        </p:nvSpPr>
        <p:spPr>
          <a:xfrm>
            <a:off x="5025652" y="2252387"/>
            <a:ext cx="2140692" cy="967247"/>
          </a:xfrm>
          <a:prstGeom prst="roundRect">
            <a:avLst>
              <a:gd name="adj" fmla="val 8132"/>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Disrupting Distribution and Transfer</a:t>
            </a:r>
          </a:p>
        </p:txBody>
      </p:sp>
      <p:sp>
        <p:nvSpPr>
          <p:cNvPr id="74" name="Rounded Rectangle 73">
            <a:extLst>
              <a:ext uri="{FF2B5EF4-FFF2-40B4-BE49-F238E27FC236}">
                <a16:creationId xmlns:a16="http://schemas.microsoft.com/office/drawing/2014/main" id="{2067B6D5-C1BF-75BA-2928-7C20EC2C66E0}"/>
              </a:ext>
            </a:extLst>
          </p:cNvPr>
          <p:cNvSpPr/>
          <p:nvPr/>
        </p:nvSpPr>
        <p:spPr>
          <a:xfrm>
            <a:off x="7853908" y="1023724"/>
            <a:ext cx="4120900" cy="1276130"/>
          </a:xfrm>
          <a:prstGeom prst="roundRect">
            <a:avLst>
              <a:gd name="adj" fmla="val 11193"/>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Knowledge</a:t>
            </a:r>
            <a:endParaRPr lang="en-US">
              <a:solidFill>
                <a:schemeClr val="tx1"/>
              </a:solidFill>
            </a:endParaRPr>
          </a:p>
          <a:p>
            <a:pPr marL="285750" indent="-285750">
              <a:buFont typeface="Arial" panose="020B0604020202020204" pitchFamily="34" charset="0"/>
              <a:buChar char="•"/>
            </a:pPr>
            <a:r>
              <a:rPr lang="en-US">
                <a:solidFill>
                  <a:schemeClr val="tx1"/>
                </a:solidFill>
              </a:rPr>
              <a:t>Train user about what criminal want and how they should protect them self.</a:t>
            </a:r>
          </a:p>
        </p:txBody>
      </p:sp>
      <p:sp>
        <p:nvSpPr>
          <p:cNvPr id="76" name="Rounded Rectangle 75">
            <a:extLst>
              <a:ext uri="{FF2B5EF4-FFF2-40B4-BE49-F238E27FC236}">
                <a16:creationId xmlns:a16="http://schemas.microsoft.com/office/drawing/2014/main" id="{6FD5E1EB-56AF-743D-0153-E10D90173C0F}"/>
              </a:ext>
            </a:extLst>
          </p:cNvPr>
          <p:cNvSpPr/>
          <p:nvPr/>
        </p:nvSpPr>
        <p:spPr>
          <a:xfrm>
            <a:off x="5025652" y="1492512"/>
            <a:ext cx="2140692" cy="338554"/>
          </a:xfrm>
          <a:prstGeom prst="roundRect">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User awareness</a:t>
            </a:r>
          </a:p>
        </p:txBody>
      </p:sp>
      <p:sp>
        <p:nvSpPr>
          <p:cNvPr id="2" name="Rounded Rectangle 1">
            <a:extLst>
              <a:ext uri="{FF2B5EF4-FFF2-40B4-BE49-F238E27FC236}">
                <a16:creationId xmlns:a16="http://schemas.microsoft.com/office/drawing/2014/main" id="{DE5B13A7-D0EC-9191-146D-988E2ADB71A7}"/>
              </a:ext>
            </a:extLst>
          </p:cNvPr>
          <p:cNvSpPr/>
          <p:nvPr/>
        </p:nvSpPr>
        <p:spPr>
          <a:xfrm>
            <a:off x="133301" y="1946456"/>
            <a:ext cx="4363286" cy="1578397"/>
          </a:xfrm>
          <a:prstGeom prst="roundRect">
            <a:avLst/>
          </a:prstGeom>
          <a:noFill/>
          <a:ln w="762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38B968E0-7D7E-F37A-EFDF-07BC9C2BF028}"/>
              </a:ext>
            </a:extLst>
          </p:cNvPr>
          <p:cNvSpPr txBox="1"/>
          <p:nvPr/>
        </p:nvSpPr>
        <p:spPr>
          <a:xfrm>
            <a:off x="25989" y="658342"/>
            <a:ext cx="4151785" cy="919401"/>
          </a:xfrm>
          <a:prstGeom prst="roundRect">
            <a:avLst/>
          </a:prstGeom>
          <a:solidFill>
            <a:srgbClr val="DDC9EF"/>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AU" sz="1600"/>
              <a:t>Please note that these four steps are the possible steps during the route, it is not an exhaustive list.</a:t>
            </a:r>
          </a:p>
        </p:txBody>
      </p:sp>
    </p:spTree>
    <p:extLst>
      <p:ext uri="{BB962C8B-B14F-4D97-AF65-F5344CB8AC3E}">
        <p14:creationId xmlns:p14="http://schemas.microsoft.com/office/powerpoint/2010/main" val="998606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1D8B3-C08D-8D02-5ECD-A159C3D74C4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9A8B156-9081-43D9-6A20-1F3EB323F8A9}"/>
              </a:ext>
            </a:extLst>
          </p:cNvPr>
          <p:cNvSpPr>
            <a:spLocks noGrp="1"/>
          </p:cNvSpPr>
          <p:nvPr>
            <p:ph type="title"/>
          </p:nvPr>
        </p:nvSpPr>
        <p:spPr>
          <a:xfrm>
            <a:off x="119336" y="92075"/>
            <a:ext cx="10801350" cy="469056"/>
          </a:xfrm>
        </p:spPr>
        <p:txBody>
          <a:bodyPr/>
          <a:lstStyle/>
          <a:p>
            <a:r>
              <a:rPr lang="en-AU">
                <a:solidFill>
                  <a:schemeClr val="bg1"/>
                </a:solidFill>
                <a:sym typeface="Wingdings" pitchFamily="2" charset="2"/>
              </a:rPr>
              <a:t>Common Types of Detection Techniques</a:t>
            </a:r>
            <a:endParaRPr lang="en-AU">
              <a:solidFill>
                <a:schemeClr val="bg1"/>
              </a:solidFill>
            </a:endParaRPr>
          </a:p>
        </p:txBody>
      </p:sp>
      <p:sp>
        <p:nvSpPr>
          <p:cNvPr id="13" name="Slide Number Placeholder 12">
            <a:extLst>
              <a:ext uri="{FF2B5EF4-FFF2-40B4-BE49-F238E27FC236}">
                <a16:creationId xmlns:a16="http://schemas.microsoft.com/office/drawing/2014/main" id="{4C238EF3-9064-A13B-D995-CEBC0BEF9709}"/>
              </a:ext>
            </a:extLst>
          </p:cNvPr>
          <p:cNvSpPr>
            <a:spLocks noGrp="1"/>
          </p:cNvSpPr>
          <p:nvPr>
            <p:ph type="sldNum" sz="quarter" idx="18"/>
          </p:nvPr>
        </p:nvSpPr>
        <p:spPr/>
        <p:txBody>
          <a:bodyPr/>
          <a:lstStyle/>
          <a:p>
            <a:fld id="{E917DE0E-AFB1-41FD-BC35-27DB61CA125F}" type="slidenum">
              <a:rPr lang="en-AU" smtClean="0"/>
              <a:pPr/>
              <a:t>37</a:t>
            </a:fld>
            <a:endParaRPr lang="en-AU"/>
          </a:p>
        </p:txBody>
      </p:sp>
      <p:sp>
        <p:nvSpPr>
          <p:cNvPr id="3" name="TextBox 2">
            <a:extLst>
              <a:ext uri="{FF2B5EF4-FFF2-40B4-BE49-F238E27FC236}">
                <a16:creationId xmlns:a16="http://schemas.microsoft.com/office/drawing/2014/main" id="{0488B4DE-15CE-935E-4E64-45D2FF860674}"/>
              </a:ext>
            </a:extLst>
          </p:cNvPr>
          <p:cNvSpPr txBox="1"/>
          <p:nvPr/>
        </p:nvSpPr>
        <p:spPr>
          <a:xfrm>
            <a:off x="533736" y="6232328"/>
            <a:ext cx="10945216" cy="646331"/>
          </a:xfrm>
          <a:prstGeom prst="rect">
            <a:avLst/>
          </a:prstGeom>
          <a:noFill/>
        </p:spPr>
        <p:txBody>
          <a:bodyPr wrap="square">
            <a:spAutoFit/>
          </a:bodyPr>
          <a:lstStyle/>
          <a:p>
            <a:pPr marL="285750" indent="-285750">
              <a:buFont typeface="Arial" panose="020B0604020202020204" pitchFamily="34" charset="0"/>
              <a:buChar char="•"/>
            </a:pPr>
            <a:r>
              <a:rPr lang="en-AU"/>
              <a:t>Depends on the different generators, the detection techniques can be vary</a:t>
            </a:r>
          </a:p>
          <a:p>
            <a:pPr marL="742950" lvl="1" indent="-285750">
              <a:buFont typeface="Arial" panose="020B0604020202020204" pitchFamily="34" charset="0"/>
              <a:buChar char="•"/>
            </a:pPr>
            <a:r>
              <a:rPr lang="en-AU" u="sng"/>
              <a:t>Unfortunately, there is no all-in-one detection technique exist.</a:t>
            </a:r>
          </a:p>
        </p:txBody>
      </p:sp>
      <p:sp>
        <p:nvSpPr>
          <p:cNvPr id="4" name="Rounded Rectangle 3">
            <a:extLst>
              <a:ext uri="{FF2B5EF4-FFF2-40B4-BE49-F238E27FC236}">
                <a16:creationId xmlns:a16="http://schemas.microsoft.com/office/drawing/2014/main" id="{FEB8A785-A657-6FA5-3A36-5E15E5792908}"/>
              </a:ext>
            </a:extLst>
          </p:cNvPr>
          <p:cNvSpPr/>
          <p:nvPr/>
        </p:nvSpPr>
        <p:spPr>
          <a:xfrm>
            <a:off x="395817" y="1004512"/>
            <a:ext cx="2974229" cy="815435"/>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1600">
                <a:solidFill>
                  <a:schemeClr val="tx1"/>
                </a:solidFill>
              </a:rPr>
              <a:t>Spatial artifacts </a:t>
            </a:r>
            <a:r>
              <a:rPr lang="en-GB" sz="1600">
                <a:solidFill>
                  <a:schemeClr val="tx1"/>
                </a:solidFill>
              </a:rPr>
              <a:t>analysis</a:t>
            </a:r>
          </a:p>
        </p:txBody>
      </p:sp>
      <p:sp>
        <p:nvSpPr>
          <p:cNvPr id="6" name="Rounded Rectangle 5">
            <a:extLst>
              <a:ext uri="{FF2B5EF4-FFF2-40B4-BE49-F238E27FC236}">
                <a16:creationId xmlns:a16="http://schemas.microsoft.com/office/drawing/2014/main" id="{6BA8072F-B1E8-8AD9-1964-A8E2441F7951}"/>
              </a:ext>
            </a:extLst>
          </p:cNvPr>
          <p:cNvSpPr/>
          <p:nvPr/>
        </p:nvSpPr>
        <p:spPr>
          <a:xfrm>
            <a:off x="7625549" y="1009857"/>
            <a:ext cx="4255502" cy="810090"/>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Skin texture suddenly changes around a manipulated region.</a:t>
            </a:r>
            <a:endParaRPr lang="en-AU" sz="1600">
              <a:solidFill>
                <a:schemeClr val="tx1"/>
              </a:solidFill>
              <a:latin typeface="Aptos Narrow" panose="020B0004020202020204" pitchFamily="34" charset="0"/>
            </a:endParaRPr>
          </a:p>
        </p:txBody>
      </p:sp>
      <p:sp>
        <p:nvSpPr>
          <p:cNvPr id="7" name="Rounded Rectangle 6">
            <a:extLst>
              <a:ext uri="{FF2B5EF4-FFF2-40B4-BE49-F238E27FC236}">
                <a16:creationId xmlns:a16="http://schemas.microsoft.com/office/drawing/2014/main" id="{BBEAD47B-8FD7-A819-36F8-46AC46A89DB9}"/>
              </a:ext>
            </a:extLst>
          </p:cNvPr>
          <p:cNvSpPr/>
          <p:nvPr/>
        </p:nvSpPr>
        <p:spPr>
          <a:xfrm>
            <a:off x="3370047" y="1004514"/>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Looks for visual inconsistencies within a single image or frame.</a:t>
            </a:r>
            <a:endParaRPr lang="en-AU" sz="1600">
              <a:solidFill>
                <a:schemeClr val="tx1"/>
              </a:solidFill>
              <a:latin typeface="Aptos Narrow" panose="020B0004020202020204" pitchFamily="34" charset="0"/>
            </a:endParaRPr>
          </a:p>
        </p:txBody>
      </p:sp>
      <p:graphicFrame>
        <p:nvGraphicFramePr>
          <p:cNvPr id="9" name="Table 8">
            <a:extLst>
              <a:ext uri="{FF2B5EF4-FFF2-40B4-BE49-F238E27FC236}">
                <a16:creationId xmlns:a16="http://schemas.microsoft.com/office/drawing/2014/main" id="{12E2DDD4-365F-3CEA-3E4B-9D35322826F8}"/>
              </a:ext>
            </a:extLst>
          </p:cNvPr>
          <p:cNvGraphicFramePr>
            <a:graphicFrameLocks noGrp="1"/>
          </p:cNvGraphicFramePr>
          <p:nvPr>
            <p:extLst>
              <p:ext uri="{D42A27DB-BD31-4B8C-83A1-F6EECF244321}">
                <p14:modId xmlns:p14="http://schemas.microsoft.com/office/powerpoint/2010/main" val="1050160526"/>
              </p:ext>
            </p:extLst>
          </p:nvPr>
        </p:nvGraphicFramePr>
        <p:xfrm>
          <a:off x="387605" y="656715"/>
          <a:ext cx="11509874" cy="280408"/>
        </p:xfrm>
        <a:graphic>
          <a:graphicData uri="http://schemas.openxmlformats.org/drawingml/2006/table">
            <a:tbl>
              <a:tblPr>
                <a:tableStyleId>{5C22544A-7EE6-4342-B048-85BDC9FD1C3A}</a:tableStyleId>
              </a:tblPr>
              <a:tblGrid>
                <a:gridCol w="2964315">
                  <a:extLst>
                    <a:ext uri="{9D8B030D-6E8A-4147-A177-3AD203B41FA5}">
                      <a16:colId xmlns:a16="http://schemas.microsoft.com/office/drawing/2014/main" val="1509136722"/>
                    </a:ext>
                  </a:extLst>
                </a:gridCol>
                <a:gridCol w="4265721">
                  <a:extLst>
                    <a:ext uri="{9D8B030D-6E8A-4147-A177-3AD203B41FA5}">
                      <a16:colId xmlns:a16="http://schemas.microsoft.com/office/drawing/2014/main" val="4202690658"/>
                    </a:ext>
                  </a:extLst>
                </a:gridCol>
                <a:gridCol w="4279838">
                  <a:extLst>
                    <a:ext uri="{9D8B030D-6E8A-4147-A177-3AD203B41FA5}">
                      <a16:colId xmlns:a16="http://schemas.microsoft.com/office/drawing/2014/main" val="3768105406"/>
                    </a:ext>
                  </a:extLst>
                </a:gridCol>
              </a:tblGrid>
              <a:tr h="129886">
                <a:tc>
                  <a:txBody>
                    <a:bodyPr/>
                    <a:lstStyle/>
                    <a:p>
                      <a:pPr algn="ctr" fontAlgn="b">
                        <a:buNone/>
                      </a:pPr>
                      <a:r>
                        <a:rPr lang="en-AU" sz="1800" u="none" strike="noStrike">
                          <a:effectLst/>
                        </a:rPr>
                        <a:t>Technique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b">
                        <a:buNone/>
                      </a:pPr>
                      <a:r>
                        <a:rPr lang="en-AU" sz="1800" u="none" strike="noStrike">
                          <a:effectLst/>
                        </a:rPr>
                        <a:t>Explanation</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fontAlgn="b">
                        <a:buNone/>
                      </a:pPr>
                      <a:r>
                        <a:rPr lang="en-AU" sz="1800" u="none" strike="noStrike">
                          <a:effectLst/>
                        </a:rPr>
                        <a:t>Example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9291270"/>
                  </a:ext>
                </a:extLst>
              </a:tr>
            </a:tbl>
          </a:graphicData>
        </a:graphic>
      </p:graphicFrame>
      <p:sp>
        <p:nvSpPr>
          <p:cNvPr id="10" name="Rounded Rectangle 9">
            <a:extLst>
              <a:ext uri="{FF2B5EF4-FFF2-40B4-BE49-F238E27FC236}">
                <a16:creationId xmlns:a16="http://schemas.microsoft.com/office/drawing/2014/main" id="{047F7833-3F21-09A7-7C00-5AF832F17913}"/>
              </a:ext>
            </a:extLst>
          </p:cNvPr>
          <p:cNvSpPr/>
          <p:nvPr/>
        </p:nvSpPr>
        <p:spPr>
          <a:xfrm>
            <a:off x="395818" y="1888484"/>
            <a:ext cx="2974229" cy="815435"/>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Physical characteristics</a:t>
            </a:r>
            <a:endParaRPr lang="en-AU" sz="1600" b="1">
              <a:solidFill>
                <a:schemeClr val="tx1"/>
              </a:solidFill>
              <a:latin typeface="Aptos Narrow" panose="020B0004020202020204" pitchFamily="34" charset="0"/>
            </a:endParaRPr>
          </a:p>
        </p:txBody>
      </p:sp>
      <p:sp>
        <p:nvSpPr>
          <p:cNvPr id="11" name="Rounded Rectangle 10">
            <a:extLst>
              <a:ext uri="{FF2B5EF4-FFF2-40B4-BE49-F238E27FC236}">
                <a16:creationId xmlns:a16="http://schemas.microsoft.com/office/drawing/2014/main" id="{8FACB92B-56D7-2E35-762A-EFA6F49029F5}"/>
              </a:ext>
            </a:extLst>
          </p:cNvPr>
          <p:cNvSpPr/>
          <p:nvPr/>
        </p:nvSpPr>
        <p:spPr>
          <a:xfrm>
            <a:off x="7626830" y="1896282"/>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latin typeface="Arial" panose="020B0604020202020204" pitchFamily="34" charset="0"/>
                <a:cs typeface="Arial" panose="020B0604020202020204" pitchFamily="34" charset="0"/>
              </a:rPr>
              <a:t>Perfect Lighting or wrong scene lighting</a:t>
            </a:r>
          </a:p>
          <a:p>
            <a:pPr marL="285750" indent="-285750" fontAlgn="b">
              <a:buFont typeface="Arial" panose="020B0604020202020204" pitchFamily="34" charset="0"/>
              <a:buChar char="•"/>
            </a:pPr>
            <a:r>
              <a:rPr lang="en-AU" sz="1600">
                <a:solidFill>
                  <a:schemeClr val="tx1"/>
                </a:solidFill>
                <a:latin typeface="Arial" panose="020B0604020202020204" pitchFamily="34" charset="0"/>
                <a:cs typeface="Arial" panose="020B0604020202020204" pitchFamily="34" charset="0"/>
              </a:rPr>
              <a:t>Physically impossible movement</a:t>
            </a:r>
          </a:p>
        </p:txBody>
      </p:sp>
      <p:sp>
        <p:nvSpPr>
          <p:cNvPr id="12" name="Rounded Rectangle 11">
            <a:extLst>
              <a:ext uri="{FF2B5EF4-FFF2-40B4-BE49-F238E27FC236}">
                <a16:creationId xmlns:a16="http://schemas.microsoft.com/office/drawing/2014/main" id="{AB7198C9-4570-4DDC-E9EA-443B53ED56E5}"/>
              </a:ext>
            </a:extLst>
          </p:cNvPr>
          <p:cNvSpPr/>
          <p:nvPr/>
        </p:nvSpPr>
        <p:spPr>
          <a:xfrm>
            <a:off x="3370047" y="1888485"/>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Checks whether anatomy, lighting and natural physical behaviour make sense.</a:t>
            </a:r>
            <a:endParaRPr lang="en-AU" sz="1600">
              <a:solidFill>
                <a:schemeClr val="tx1"/>
              </a:solidFill>
              <a:latin typeface="Aptos Narrow" panose="020B0004020202020204" pitchFamily="34" charset="0"/>
            </a:endParaRPr>
          </a:p>
        </p:txBody>
      </p:sp>
      <p:sp>
        <p:nvSpPr>
          <p:cNvPr id="14" name="Rounded Rectangle 13">
            <a:extLst>
              <a:ext uri="{FF2B5EF4-FFF2-40B4-BE49-F238E27FC236}">
                <a16:creationId xmlns:a16="http://schemas.microsoft.com/office/drawing/2014/main" id="{F41B88BF-1293-9649-B584-18E076750F29}"/>
              </a:ext>
            </a:extLst>
          </p:cNvPr>
          <p:cNvSpPr/>
          <p:nvPr/>
        </p:nvSpPr>
        <p:spPr>
          <a:xfrm>
            <a:off x="395818" y="2765427"/>
            <a:ext cx="2974229" cy="815435"/>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Frequency and noise analysis</a:t>
            </a:r>
            <a:endParaRPr lang="en-AU" sz="1600" b="1">
              <a:solidFill>
                <a:schemeClr val="tx1"/>
              </a:solidFill>
              <a:latin typeface="Aptos Narrow" panose="020B0004020202020204" pitchFamily="34" charset="0"/>
            </a:endParaRPr>
          </a:p>
        </p:txBody>
      </p:sp>
      <p:sp>
        <p:nvSpPr>
          <p:cNvPr id="15" name="Rounded Rectangle 14">
            <a:extLst>
              <a:ext uri="{FF2B5EF4-FFF2-40B4-BE49-F238E27FC236}">
                <a16:creationId xmlns:a16="http://schemas.microsoft.com/office/drawing/2014/main" id="{9A45D21F-AB77-E0D2-754C-33CE8DB2FA6A}"/>
              </a:ext>
            </a:extLst>
          </p:cNvPr>
          <p:cNvSpPr/>
          <p:nvPr/>
        </p:nvSpPr>
        <p:spPr>
          <a:xfrm>
            <a:off x="7625549" y="2781789"/>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lacks the camera-sensor noise (too perfect)</a:t>
            </a:r>
            <a:endParaRPr lang="en-AU" sz="1600">
              <a:solidFill>
                <a:schemeClr val="tx1"/>
              </a:solidFill>
              <a:latin typeface="Aptos Narrow" panose="020B0004020202020204" pitchFamily="34" charset="0"/>
            </a:endParaRPr>
          </a:p>
        </p:txBody>
      </p:sp>
      <p:sp>
        <p:nvSpPr>
          <p:cNvPr id="16" name="Rounded Rectangle 15">
            <a:extLst>
              <a:ext uri="{FF2B5EF4-FFF2-40B4-BE49-F238E27FC236}">
                <a16:creationId xmlns:a16="http://schemas.microsoft.com/office/drawing/2014/main" id="{2F17D704-DC5F-E66B-F439-AE529AC5F1CF}"/>
              </a:ext>
            </a:extLst>
          </p:cNvPr>
          <p:cNvSpPr/>
          <p:nvPr/>
        </p:nvSpPr>
        <p:spPr>
          <a:xfrm>
            <a:off x="3370047" y="2765428"/>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Examines hidden pixel patterns that cameras and generators leave behind.</a:t>
            </a:r>
            <a:endParaRPr lang="en-AU" sz="1600">
              <a:solidFill>
                <a:schemeClr val="tx1"/>
              </a:solidFill>
              <a:latin typeface="Aptos Narrow" panose="020B0004020202020204" pitchFamily="34" charset="0"/>
            </a:endParaRPr>
          </a:p>
        </p:txBody>
      </p:sp>
      <p:sp>
        <p:nvSpPr>
          <p:cNvPr id="17" name="Rounded Rectangle 16">
            <a:extLst>
              <a:ext uri="{FF2B5EF4-FFF2-40B4-BE49-F238E27FC236}">
                <a16:creationId xmlns:a16="http://schemas.microsoft.com/office/drawing/2014/main" id="{9A366650-1AB4-6227-36C3-DD904529D510}"/>
              </a:ext>
            </a:extLst>
          </p:cNvPr>
          <p:cNvSpPr/>
          <p:nvPr/>
        </p:nvSpPr>
        <p:spPr>
          <a:xfrm>
            <a:off x="395817" y="3656717"/>
            <a:ext cx="2974229" cy="815433"/>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Processing traces</a:t>
            </a:r>
            <a:endParaRPr lang="en-AU" sz="1600" b="1">
              <a:solidFill>
                <a:schemeClr val="tx1"/>
              </a:solidFill>
              <a:latin typeface="Aptos Narrow" panose="020B0004020202020204" pitchFamily="34" charset="0"/>
            </a:endParaRPr>
          </a:p>
        </p:txBody>
      </p:sp>
      <p:sp>
        <p:nvSpPr>
          <p:cNvPr id="18" name="Rounded Rectangle 17">
            <a:extLst>
              <a:ext uri="{FF2B5EF4-FFF2-40B4-BE49-F238E27FC236}">
                <a16:creationId xmlns:a16="http://schemas.microsoft.com/office/drawing/2014/main" id="{01C62A08-0FAB-8171-2F72-98D079FE5F44}"/>
              </a:ext>
            </a:extLst>
          </p:cNvPr>
          <p:cNvSpPr/>
          <p:nvPr/>
        </p:nvSpPr>
        <p:spPr>
          <a:xfrm>
            <a:off x="7641976" y="3645004"/>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A face-swap process leaves a faint blending boundary</a:t>
            </a:r>
            <a:endParaRPr lang="en-AU" sz="1600">
              <a:solidFill>
                <a:schemeClr val="tx1"/>
              </a:solidFill>
              <a:latin typeface="Aptos Narrow" panose="020B0004020202020204" pitchFamily="34" charset="0"/>
            </a:endParaRPr>
          </a:p>
        </p:txBody>
      </p:sp>
      <p:sp>
        <p:nvSpPr>
          <p:cNvPr id="19" name="Rounded Rectangle 18">
            <a:extLst>
              <a:ext uri="{FF2B5EF4-FFF2-40B4-BE49-F238E27FC236}">
                <a16:creationId xmlns:a16="http://schemas.microsoft.com/office/drawing/2014/main" id="{51A6BEC3-3255-9A2E-6100-45A6207CA98B}"/>
              </a:ext>
            </a:extLst>
          </p:cNvPr>
          <p:cNvSpPr/>
          <p:nvPr/>
        </p:nvSpPr>
        <p:spPr>
          <a:xfrm>
            <a:off x="3378260" y="3656717"/>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Looks for patterns left by operations such as blending or editing</a:t>
            </a:r>
            <a:endParaRPr lang="en-AU" sz="1600">
              <a:solidFill>
                <a:schemeClr val="tx1"/>
              </a:solidFill>
              <a:latin typeface="Aptos Narrow" panose="020B0004020202020204" pitchFamily="34" charset="0"/>
            </a:endParaRPr>
          </a:p>
        </p:txBody>
      </p:sp>
      <p:sp>
        <p:nvSpPr>
          <p:cNvPr id="20" name="Rounded Rectangle 19">
            <a:extLst>
              <a:ext uri="{FF2B5EF4-FFF2-40B4-BE49-F238E27FC236}">
                <a16:creationId xmlns:a16="http://schemas.microsoft.com/office/drawing/2014/main" id="{979861B4-D91A-7FE3-904D-284BA6907065}"/>
              </a:ext>
            </a:extLst>
          </p:cNvPr>
          <p:cNvSpPr/>
          <p:nvPr/>
        </p:nvSpPr>
        <p:spPr>
          <a:xfrm>
            <a:off x="387605" y="4554170"/>
            <a:ext cx="2974229" cy="801550"/>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Temporal consistency</a:t>
            </a:r>
            <a:endParaRPr lang="en-AU" sz="1600" b="1">
              <a:solidFill>
                <a:schemeClr val="tx1"/>
              </a:solidFill>
              <a:latin typeface="Aptos Narrow" panose="020B0004020202020204" pitchFamily="34" charset="0"/>
            </a:endParaRPr>
          </a:p>
        </p:txBody>
      </p:sp>
      <p:sp>
        <p:nvSpPr>
          <p:cNvPr id="21" name="Rounded Rectangle 20">
            <a:extLst>
              <a:ext uri="{FF2B5EF4-FFF2-40B4-BE49-F238E27FC236}">
                <a16:creationId xmlns:a16="http://schemas.microsoft.com/office/drawing/2014/main" id="{C1408C30-EE05-C5FD-A535-6948EF93B9B0}"/>
              </a:ext>
            </a:extLst>
          </p:cNvPr>
          <p:cNvSpPr/>
          <p:nvPr/>
        </p:nvSpPr>
        <p:spPr>
          <a:xfrm>
            <a:off x="7633762" y="4540287"/>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Detail appears and disappears across adjacent frames.</a:t>
            </a:r>
            <a:endParaRPr lang="en-AU" sz="1600">
              <a:solidFill>
                <a:schemeClr val="tx1"/>
              </a:solidFill>
              <a:latin typeface="Aptos Narrow" panose="020B0004020202020204" pitchFamily="34" charset="0"/>
            </a:endParaRPr>
          </a:p>
        </p:txBody>
      </p:sp>
      <p:sp>
        <p:nvSpPr>
          <p:cNvPr id="22" name="Rounded Rectangle 21">
            <a:extLst>
              <a:ext uri="{FF2B5EF4-FFF2-40B4-BE49-F238E27FC236}">
                <a16:creationId xmlns:a16="http://schemas.microsoft.com/office/drawing/2014/main" id="{17A76F36-B106-EAB5-9F55-AC375F3F14A7}"/>
              </a:ext>
            </a:extLst>
          </p:cNvPr>
          <p:cNvSpPr/>
          <p:nvPr/>
        </p:nvSpPr>
        <p:spPr>
          <a:xfrm>
            <a:off x="3370047" y="4542547"/>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Checks whether appearance and movement remain stable between video frames.</a:t>
            </a:r>
            <a:endParaRPr lang="en-AU" sz="1600">
              <a:solidFill>
                <a:schemeClr val="tx1"/>
              </a:solidFill>
              <a:latin typeface="Aptos Narrow" panose="020B0004020202020204" pitchFamily="34" charset="0"/>
            </a:endParaRPr>
          </a:p>
        </p:txBody>
      </p:sp>
      <p:sp>
        <p:nvSpPr>
          <p:cNvPr id="23" name="Rounded Rectangle 22">
            <a:extLst>
              <a:ext uri="{FF2B5EF4-FFF2-40B4-BE49-F238E27FC236}">
                <a16:creationId xmlns:a16="http://schemas.microsoft.com/office/drawing/2014/main" id="{32C28686-2B0F-EE27-3DD6-208D5CD4628A}"/>
              </a:ext>
            </a:extLst>
          </p:cNvPr>
          <p:cNvSpPr/>
          <p:nvPr/>
        </p:nvSpPr>
        <p:spPr>
          <a:xfrm>
            <a:off x="387604" y="5445769"/>
            <a:ext cx="2974229" cy="815434"/>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Audio-visual consistency</a:t>
            </a:r>
            <a:endParaRPr lang="en-AU" sz="1600" b="1">
              <a:solidFill>
                <a:schemeClr val="tx1"/>
              </a:solidFill>
              <a:latin typeface="Aptos Narrow" panose="020B0004020202020204" pitchFamily="34" charset="0"/>
            </a:endParaRPr>
          </a:p>
        </p:txBody>
      </p:sp>
      <p:sp>
        <p:nvSpPr>
          <p:cNvPr id="24" name="Rounded Rectangle 23">
            <a:extLst>
              <a:ext uri="{FF2B5EF4-FFF2-40B4-BE49-F238E27FC236}">
                <a16:creationId xmlns:a16="http://schemas.microsoft.com/office/drawing/2014/main" id="{1F66C1FD-FB92-1652-373C-EC3909838FAA}"/>
              </a:ext>
            </a:extLst>
          </p:cNvPr>
          <p:cNvSpPr/>
          <p:nvPr/>
        </p:nvSpPr>
        <p:spPr>
          <a:xfrm>
            <a:off x="7625549" y="5445770"/>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The lip movements do not match the timing or sounds of the speech(desynced)</a:t>
            </a:r>
            <a:endParaRPr lang="en-AU" sz="1600">
              <a:solidFill>
                <a:schemeClr val="tx1"/>
              </a:solidFill>
              <a:latin typeface="Aptos Narrow" panose="020B0004020202020204" pitchFamily="34" charset="0"/>
            </a:endParaRPr>
          </a:p>
        </p:txBody>
      </p:sp>
      <p:sp>
        <p:nvSpPr>
          <p:cNvPr id="25" name="Rounded Rectangle 24">
            <a:extLst>
              <a:ext uri="{FF2B5EF4-FFF2-40B4-BE49-F238E27FC236}">
                <a16:creationId xmlns:a16="http://schemas.microsoft.com/office/drawing/2014/main" id="{B8D70AD2-9B78-E2B5-E9AC-94FCD9FA15B0}"/>
              </a:ext>
            </a:extLst>
          </p:cNvPr>
          <p:cNvSpPr/>
          <p:nvPr/>
        </p:nvSpPr>
        <p:spPr>
          <a:xfrm>
            <a:off x="3370047" y="5445769"/>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Checks whether what we see agrees with what we hear.</a:t>
            </a:r>
            <a:endParaRPr lang="en-AU" sz="1600">
              <a:solidFill>
                <a:schemeClr val="tx1"/>
              </a:solidFill>
              <a:latin typeface="Aptos Narrow" panose="020B0004020202020204" pitchFamily="34" charset="0"/>
            </a:endParaRPr>
          </a:p>
        </p:txBody>
      </p:sp>
    </p:spTree>
    <p:extLst>
      <p:ext uri="{BB962C8B-B14F-4D97-AF65-F5344CB8AC3E}">
        <p14:creationId xmlns:p14="http://schemas.microsoft.com/office/powerpoint/2010/main" val="2305643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500"/>
                                        <p:tgtEl>
                                          <p:spTgt spid="22"/>
                                        </p:tgtEl>
                                      </p:cBhvr>
                                    </p:animEffect>
                                  </p:childTnLst>
                                </p:cTn>
                              </p:par>
                            </p:childTnLst>
                          </p:cTn>
                        </p:par>
                        <p:par>
                          <p:cTn id="64" fill="hold">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wipe(left)">
                                      <p:cBhvr>
                                        <p:cTn id="76" dur="500"/>
                                        <p:tgtEl>
                                          <p:spTgt spid="25"/>
                                        </p:tgtEl>
                                      </p:cBhvr>
                                    </p:animEffect>
                                  </p:childTnLst>
                                </p:cTn>
                              </p:par>
                            </p:childTnLst>
                          </p:cTn>
                        </p:par>
                        <p:par>
                          <p:cTn id="77" fill="hold">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wipe(left)">
                                      <p:cBhvr>
                                        <p:cTn id="80" dur="500"/>
                                        <p:tgtEl>
                                          <p:spTgt spid="2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wipe(left)">
                                      <p:cBhvr>
                                        <p:cTn id="8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animBg="1"/>
      <p:bldP spid="7"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A3E2-3A51-A738-FE50-6D75AB0C3F59}"/>
            </a:ext>
          </a:extLst>
        </p:cNvPr>
        <p:cNvGrpSpPr/>
        <p:nvPr/>
      </p:nvGrpSpPr>
      <p:grpSpPr>
        <a:xfrm>
          <a:off x="0" y="0"/>
          <a:ext cx="0" cy="0"/>
          <a:chOff x="0" y="0"/>
          <a:chExt cx="0" cy="0"/>
        </a:xfrm>
      </p:grpSpPr>
      <p:sp>
        <p:nvSpPr>
          <p:cNvPr id="10" name="Rounded Rectangle 9">
            <a:extLst>
              <a:ext uri="{FF2B5EF4-FFF2-40B4-BE49-F238E27FC236}">
                <a16:creationId xmlns:a16="http://schemas.microsoft.com/office/drawing/2014/main" id="{4B92B84A-9700-041D-F87C-227A845C3E86}"/>
              </a:ext>
            </a:extLst>
          </p:cNvPr>
          <p:cNvSpPr/>
          <p:nvPr/>
        </p:nvSpPr>
        <p:spPr>
          <a:xfrm>
            <a:off x="5166604" y="4484934"/>
            <a:ext cx="6727881" cy="1430600"/>
          </a:xfrm>
          <a:prstGeom prst="roundRect">
            <a:avLst>
              <a:gd name="adj" fmla="val 5711"/>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a:solidFill>
                  <a:schemeClr val="tx1"/>
                </a:solidFill>
              </a:rPr>
              <a:t>Possible signs of face swapping</a:t>
            </a:r>
          </a:p>
          <a:p>
            <a:pPr algn="ctr"/>
            <a:endParaRPr lang="en-AU" sz="1600">
              <a:solidFill>
                <a:schemeClr val="tx1"/>
              </a:solidFill>
            </a:endParaRPr>
          </a:p>
          <a:p>
            <a:r>
              <a:rPr lang="en-AU" sz="1600">
                <a:solidFill>
                  <a:schemeClr val="tx1"/>
                </a:solidFill>
              </a:rPr>
              <a:t>Zoom into the hairline, eyes and face boundary. Look for sudden changes in skin texture, in consistent skin colour, blurred facial details and unnatural blending with the surrounding hair or ears.</a:t>
            </a:r>
          </a:p>
        </p:txBody>
      </p:sp>
      <p:sp>
        <p:nvSpPr>
          <p:cNvPr id="8" name="Title 7">
            <a:extLst>
              <a:ext uri="{FF2B5EF4-FFF2-40B4-BE49-F238E27FC236}">
                <a16:creationId xmlns:a16="http://schemas.microsoft.com/office/drawing/2014/main" id="{84C714C0-F7C0-F9D9-1739-99CD338498F9}"/>
              </a:ext>
            </a:extLst>
          </p:cNvPr>
          <p:cNvSpPr>
            <a:spLocks noGrp="1"/>
          </p:cNvSpPr>
          <p:nvPr>
            <p:ph type="title"/>
          </p:nvPr>
        </p:nvSpPr>
        <p:spPr>
          <a:xfrm>
            <a:off x="119336" y="92075"/>
            <a:ext cx="10801350" cy="469056"/>
          </a:xfrm>
        </p:spPr>
        <p:txBody>
          <a:bodyPr/>
          <a:lstStyle/>
          <a:p>
            <a:r>
              <a:rPr lang="en-AU">
                <a:solidFill>
                  <a:schemeClr val="bg1"/>
                </a:solidFill>
              </a:rPr>
              <a:t>Detection </a:t>
            </a:r>
            <a:r>
              <a:rPr lang="en-AU">
                <a:solidFill>
                  <a:schemeClr val="bg1"/>
                </a:solidFill>
                <a:sym typeface="Wingdings" pitchFamily="2" charset="2"/>
              </a:rPr>
              <a:t> Common Types of Detections</a:t>
            </a:r>
            <a:endParaRPr lang="en-AU">
              <a:solidFill>
                <a:schemeClr val="bg1"/>
              </a:solidFill>
            </a:endParaRPr>
          </a:p>
        </p:txBody>
      </p:sp>
      <p:sp>
        <p:nvSpPr>
          <p:cNvPr id="13" name="Slide Number Placeholder 12">
            <a:extLst>
              <a:ext uri="{FF2B5EF4-FFF2-40B4-BE49-F238E27FC236}">
                <a16:creationId xmlns:a16="http://schemas.microsoft.com/office/drawing/2014/main" id="{AC30B466-9202-125E-B80D-139B0E14BBD5}"/>
              </a:ext>
            </a:extLst>
          </p:cNvPr>
          <p:cNvSpPr>
            <a:spLocks noGrp="1"/>
          </p:cNvSpPr>
          <p:nvPr>
            <p:ph type="sldNum" sz="quarter" idx="18"/>
          </p:nvPr>
        </p:nvSpPr>
        <p:spPr/>
        <p:txBody>
          <a:bodyPr/>
          <a:lstStyle/>
          <a:p>
            <a:fld id="{E917DE0E-AFB1-41FD-BC35-27DB61CA125F}" type="slidenum">
              <a:rPr lang="en-AU" smtClean="0"/>
              <a:pPr/>
              <a:t>38</a:t>
            </a:fld>
            <a:endParaRPr lang="en-AU"/>
          </a:p>
        </p:txBody>
      </p:sp>
      <p:grpSp>
        <p:nvGrpSpPr>
          <p:cNvPr id="12" name="Group 11">
            <a:extLst>
              <a:ext uri="{FF2B5EF4-FFF2-40B4-BE49-F238E27FC236}">
                <a16:creationId xmlns:a16="http://schemas.microsoft.com/office/drawing/2014/main" id="{6C108EF7-53EF-03D5-61FC-7903C8AC9813}"/>
              </a:ext>
            </a:extLst>
          </p:cNvPr>
          <p:cNvGrpSpPr/>
          <p:nvPr/>
        </p:nvGrpSpPr>
        <p:grpSpPr>
          <a:xfrm>
            <a:off x="135763" y="1819709"/>
            <a:ext cx="4946123" cy="4904310"/>
            <a:chOff x="135763" y="1819709"/>
            <a:chExt cx="4946123" cy="4904310"/>
          </a:xfrm>
        </p:grpSpPr>
        <p:sp>
          <p:nvSpPr>
            <p:cNvPr id="4" name="Rounded Rectangle 3">
              <a:extLst>
                <a:ext uri="{FF2B5EF4-FFF2-40B4-BE49-F238E27FC236}">
                  <a16:creationId xmlns:a16="http://schemas.microsoft.com/office/drawing/2014/main" id="{6CE8C9C9-EEBE-143D-BF0B-7D13B5547E06}"/>
                </a:ext>
              </a:extLst>
            </p:cNvPr>
            <p:cNvSpPr/>
            <p:nvPr/>
          </p:nvSpPr>
          <p:spPr>
            <a:xfrm>
              <a:off x="135763" y="1819709"/>
              <a:ext cx="4946123" cy="4904310"/>
            </a:xfrm>
            <a:prstGeom prst="roundRect">
              <a:avLst>
                <a:gd name="adj" fmla="val 5711"/>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sz="1600">
                  <a:solidFill>
                    <a:schemeClr val="tx1"/>
                  </a:solidFill>
                </a:rPr>
                <a:t>Synthetic base image + Face swap with real photo</a:t>
              </a:r>
            </a:p>
          </p:txBody>
        </p:sp>
        <p:pic>
          <p:nvPicPr>
            <p:cNvPr id="9" name="Picture 8">
              <a:extLst>
                <a:ext uri="{FF2B5EF4-FFF2-40B4-BE49-F238E27FC236}">
                  <a16:creationId xmlns:a16="http://schemas.microsoft.com/office/drawing/2014/main" id="{1A36666B-8101-9116-6AF8-A4A797E8FF5C}"/>
                </a:ext>
              </a:extLst>
            </p:cNvPr>
            <p:cNvPicPr>
              <a:picLocks noChangeAspect="1"/>
            </p:cNvPicPr>
            <p:nvPr/>
          </p:nvPicPr>
          <p:blipFill>
            <a:blip r:embed="rId3"/>
            <a:stretch>
              <a:fillRect/>
            </a:stretch>
          </p:blipFill>
          <p:spPr>
            <a:xfrm>
              <a:off x="478665" y="2227427"/>
              <a:ext cx="4345037" cy="4345037"/>
            </a:xfrm>
            <a:prstGeom prst="rect">
              <a:avLst/>
            </a:prstGeom>
          </p:spPr>
        </p:pic>
      </p:grpSp>
      <p:grpSp>
        <p:nvGrpSpPr>
          <p:cNvPr id="14" name="Group 13">
            <a:extLst>
              <a:ext uri="{FF2B5EF4-FFF2-40B4-BE49-F238E27FC236}">
                <a16:creationId xmlns:a16="http://schemas.microsoft.com/office/drawing/2014/main" id="{2BE89C25-0EB8-60C8-22FF-C06BBED48896}"/>
              </a:ext>
            </a:extLst>
          </p:cNvPr>
          <p:cNvGrpSpPr/>
          <p:nvPr/>
        </p:nvGrpSpPr>
        <p:grpSpPr>
          <a:xfrm>
            <a:off x="5166604" y="1819709"/>
            <a:ext cx="3316631" cy="2487526"/>
            <a:chOff x="5166604" y="1819709"/>
            <a:chExt cx="3316631" cy="2487526"/>
          </a:xfrm>
        </p:grpSpPr>
        <p:sp>
          <p:nvSpPr>
            <p:cNvPr id="5" name="Rounded Rectangle 4">
              <a:extLst>
                <a:ext uri="{FF2B5EF4-FFF2-40B4-BE49-F238E27FC236}">
                  <a16:creationId xmlns:a16="http://schemas.microsoft.com/office/drawing/2014/main" id="{3BE36FC2-58C5-2F73-FC4E-41B938E11287}"/>
                </a:ext>
              </a:extLst>
            </p:cNvPr>
            <p:cNvSpPr/>
            <p:nvPr/>
          </p:nvSpPr>
          <p:spPr>
            <a:xfrm>
              <a:off x="5166604" y="1819709"/>
              <a:ext cx="3316631" cy="2487526"/>
            </a:xfrm>
            <a:prstGeom prst="roundRect">
              <a:avLst>
                <a:gd name="adj" fmla="val 5711"/>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sz="1600">
                  <a:solidFill>
                    <a:schemeClr val="tx1"/>
                  </a:solidFill>
                </a:rPr>
                <a:t>Generated Face</a:t>
              </a:r>
            </a:p>
          </p:txBody>
        </p:sp>
        <p:pic>
          <p:nvPicPr>
            <p:cNvPr id="22" name="Picture 21">
              <a:extLst>
                <a:ext uri="{FF2B5EF4-FFF2-40B4-BE49-F238E27FC236}">
                  <a16:creationId xmlns:a16="http://schemas.microsoft.com/office/drawing/2014/main" id="{FD11AA6A-9DFD-0452-765F-367EFCEB32F8}"/>
                </a:ext>
              </a:extLst>
            </p:cNvPr>
            <p:cNvPicPr>
              <a:picLocks noChangeAspect="1"/>
            </p:cNvPicPr>
            <p:nvPr/>
          </p:nvPicPr>
          <p:blipFill>
            <a:blip r:embed="rId4"/>
            <a:stretch>
              <a:fillRect/>
            </a:stretch>
          </p:blipFill>
          <p:spPr>
            <a:xfrm>
              <a:off x="5256059" y="2149788"/>
              <a:ext cx="3140645" cy="2041419"/>
            </a:xfrm>
            <a:prstGeom prst="rect">
              <a:avLst/>
            </a:prstGeom>
          </p:spPr>
        </p:pic>
      </p:grpSp>
      <p:grpSp>
        <p:nvGrpSpPr>
          <p:cNvPr id="15" name="Group 14">
            <a:extLst>
              <a:ext uri="{FF2B5EF4-FFF2-40B4-BE49-F238E27FC236}">
                <a16:creationId xmlns:a16="http://schemas.microsoft.com/office/drawing/2014/main" id="{843D50B5-9E58-6492-A28E-2760E520DB7C}"/>
              </a:ext>
            </a:extLst>
          </p:cNvPr>
          <p:cNvGrpSpPr/>
          <p:nvPr/>
        </p:nvGrpSpPr>
        <p:grpSpPr>
          <a:xfrm>
            <a:off x="8577854" y="1819709"/>
            <a:ext cx="3316631" cy="2487526"/>
            <a:chOff x="8577854" y="1819709"/>
            <a:chExt cx="3316631" cy="2487526"/>
          </a:xfrm>
        </p:grpSpPr>
        <p:sp>
          <p:nvSpPr>
            <p:cNvPr id="6" name="Rounded Rectangle 5">
              <a:extLst>
                <a:ext uri="{FF2B5EF4-FFF2-40B4-BE49-F238E27FC236}">
                  <a16:creationId xmlns:a16="http://schemas.microsoft.com/office/drawing/2014/main" id="{67CCC91C-626B-7C9F-D335-BC487EA49C3A}"/>
                </a:ext>
              </a:extLst>
            </p:cNvPr>
            <p:cNvSpPr/>
            <p:nvPr/>
          </p:nvSpPr>
          <p:spPr>
            <a:xfrm>
              <a:off x="8577854" y="1819709"/>
              <a:ext cx="3316631" cy="2487526"/>
            </a:xfrm>
            <a:prstGeom prst="roundRect">
              <a:avLst>
                <a:gd name="adj" fmla="val 5711"/>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sz="1600">
                  <a:solidFill>
                    <a:schemeClr val="tx1"/>
                  </a:solidFill>
                </a:rPr>
                <a:t>Swapped with real face</a:t>
              </a:r>
            </a:p>
          </p:txBody>
        </p:sp>
        <p:pic>
          <p:nvPicPr>
            <p:cNvPr id="24" name="Picture 23">
              <a:extLst>
                <a:ext uri="{FF2B5EF4-FFF2-40B4-BE49-F238E27FC236}">
                  <a16:creationId xmlns:a16="http://schemas.microsoft.com/office/drawing/2014/main" id="{CEBD79FC-F5FC-0582-B38D-2C9AB2A206D5}"/>
                </a:ext>
              </a:extLst>
            </p:cNvPr>
            <p:cNvPicPr>
              <a:picLocks noChangeAspect="1"/>
            </p:cNvPicPr>
            <p:nvPr/>
          </p:nvPicPr>
          <p:blipFill>
            <a:blip r:embed="rId5"/>
            <a:stretch>
              <a:fillRect/>
            </a:stretch>
          </p:blipFill>
          <p:spPr>
            <a:xfrm>
              <a:off x="8671772" y="2149788"/>
              <a:ext cx="3140645" cy="2041419"/>
            </a:xfrm>
            <a:prstGeom prst="rect">
              <a:avLst/>
            </a:prstGeom>
          </p:spPr>
        </p:pic>
      </p:grpSp>
      <p:grpSp>
        <p:nvGrpSpPr>
          <p:cNvPr id="16" name="Group 15">
            <a:extLst>
              <a:ext uri="{FF2B5EF4-FFF2-40B4-BE49-F238E27FC236}">
                <a16:creationId xmlns:a16="http://schemas.microsoft.com/office/drawing/2014/main" id="{7CF58E6B-E797-120F-6F8E-0C925A0B4588}"/>
              </a:ext>
            </a:extLst>
          </p:cNvPr>
          <p:cNvGrpSpPr/>
          <p:nvPr/>
        </p:nvGrpSpPr>
        <p:grpSpPr>
          <a:xfrm>
            <a:off x="8946037" y="2089684"/>
            <a:ext cx="2767298" cy="2073243"/>
            <a:chOff x="8946037" y="2089684"/>
            <a:chExt cx="2767298" cy="2073243"/>
          </a:xfrm>
        </p:grpSpPr>
        <p:sp>
          <p:nvSpPr>
            <p:cNvPr id="17" name="Oval 16">
              <a:extLst>
                <a:ext uri="{FF2B5EF4-FFF2-40B4-BE49-F238E27FC236}">
                  <a16:creationId xmlns:a16="http://schemas.microsoft.com/office/drawing/2014/main" id="{F6E13AFD-FAE3-2645-BF23-E891F6C3E789}"/>
                </a:ext>
              </a:extLst>
            </p:cNvPr>
            <p:cNvSpPr/>
            <p:nvPr/>
          </p:nvSpPr>
          <p:spPr>
            <a:xfrm>
              <a:off x="8946037" y="3027407"/>
              <a:ext cx="1158241" cy="814543"/>
            </a:xfrm>
            <a:prstGeom prst="ellipse">
              <a:avLst/>
            </a:prstGeom>
            <a:noFill/>
            <a:ln w="28575">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B3BD6433-7072-4224-5914-5A8B44CEEB01}"/>
                </a:ext>
              </a:extLst>
            </p:cNvPr>
            <p:cNvSpPr/>
            <p:nvPr/>
          </p:nvSpPr>
          <p:spPr>
            <a:xfrm>
              <a:off x="11025225" y="2089684"/>
              <a:ext cx="688110" cy="2073243"/>
            </a:xfrm>
            <a:prstGeom prst="ellipse">
              <a:avLst/>
            </a:prstGeom>
            <a:noFill/>
            <a:ln w="28575">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Oval 25">
              <a:extLst>
                <a:ext uri="{FF2B5EF4-FFF2-40B4-BE49-F238E27FC236}">
                  <a16:creationId xmlns:a16="http://schemas.microsoft.com/office/drawing/2014/main" id="{D941FD8B-11CD-F61D-09A9-FB6BA1AF1BF3}"/>
                </a:ext>
              </a:extLst>
            </p:cNvPr>
            <p:cNvSpPr/>
            <p:nvPr/>
          </p:nvSpPr>
          <p:spPr>
            <a:xfrm>
              <a:off x="9230782" y="2107740"/>
              <a:ext cx="1746992" cy="673168"/>
            </a:xfrm>
            <a:prstGeom prst="ellipse">
              <a:avLst/>
            </a:prstGeom>
            <a:noFill/>
            <a:ln w="28575">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7" name="Rounded Rectangle 26">
            <a:extLst>
              <a:ext uri="{FF2B5EF4-FFF2-40B4-BE49-F238E27FC236}">
                <a16:creationId xmlns:a16="http://schemas.microsoft.com/office/drawing/2014/main" id="{8D7F11FC-76AB-1D93-9E5C-E720F54C13AA}"/>
              </a:ext>
            </a:extLst>
          </p:cNvPr>
          <p:cNvSpPr/>
          <p:nvPr/>
        </p:nvSpPr>
        <p:spPr>
          <a:xfrm>
            <a:off x="376395" y="927496"/>
            <a:ext cx="2944793" cy="815435"/>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a:solidFill>
                  <a:schemeClr val="tx1"/>
                </a:solidFill>
              </a:rPr>
              <a:t>Spatial artifacts </a:t>
            </a:r>
            <a:r>
              <a:rPr lang="en-GB" sz="1600">
                <a:solidFill>
                  <a:schemeClr val="tx1"/>
                </a:solidFill>
              </a:rPr>
              <a:t>analysis</a:t>
            </a:r>
          </a:p>
        </p:txBody>
      </p:sp>
      <p:sp>
        <p:nvSpPr>
          <p:cNvPr id="28" name="Rounded Rectangle 27">
            <a:extLst>
              <a:ext uri="{FF2B5EF4-FFF2-40B4-BE49-F238E27FC236}">
                <a16:creationId xmlns:a16="http://schemas.microsoft.com/office/drawing/2014/main" id="{C7757AA2-7305-1EA6-67A9-9FA79E5B7CC2}"/>
              </a:ext>
            </a:extLst>
          </p:cNvPr>
          <p:cNvSpPr/>
          <p:nvPr/>
        </p:nvSpPr>
        <p:spPr>
          <a:xfrm>
            <a:off x="7576691" y="932841"/>
            <a:ext cx="4255502" cy="810090"/>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Skin texture suddenly changes around a manipulated region.</a:t>
            </a:r>
            <a:endParaRPr lang="en-AU" sz="1600">
              <a:solidFill>
                <a:schemeClr val="tx1"/>
              </a:solidFill>
              <a:latin typeface="Aptos Narrow" panose="020B0004020202020204" pitchFamily="34" charset="0"/>
            </a:endParaRPr>
          </a:p>
        </p:txBody>
      </p:sp>
      <p:sp>
        <p:nvSpPr>
          <p:cNvPr id="29" name="Rounded Rectangle 28">
            <a:extLst>
              <a:ext uri="{FF2B5EF4-FFF2-40B4-BE49-F238E27FC236}">
                <a16:creationId xmlns:a16="http://schemas.microsoft.com/office/drawing/2014/main" id="{9B346C71-4B1A-EBDF-B1B0-14352AEEF576}"/>
              </a:ext>
            </a:extLst>
          </p:cNvPr>
          <p:cNvSpPr/>
          <p:nvPr/>
        </p:nvSpPr>
        <p:spPr>
          <a:xfrm>
            <a:off x="3321189" y="927498"/>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Looks for visual inconsistencies within a single image or frame.</a:t>
            </a:r>
            <a:endParaRPr lang="en-AU" sz="1600">
              <a:solidFill>
                <a:schemeClr val="tx1"/>
              </a:solidFill>
              <a:latin typeface="Aptos Narrow" panose="020B0004020202020204" pitchFamily="34" charset="0"/>
            </a:endParaRPr>
          </a:p>
        </p:txBody>
      </p:sp>
      <p:graphicFrame>
        <p:nvGraphicFramePr>
          <p:cNvPr id="30" name="Table 29">
            <a:extLst>
              <a:ext uri="{FF2B5EF4-FFF2-40B4-BE49-F238E27FC236}">
                <a16:creationId xmlns:a16="http://schemas.microsoft.com/office/drawing/2014/main" id="{1C6F2B06-F4E6-47CB-CF2E-D9077B99C0B3}"/>
              </a:ext>
            </a:extLst>
          </p:cNvPr>
          <p:cNvGraphicFramePr>
            <a:graphicFrameLocks noGrp="1"/>
          </p:cNvGraphicFramePr>
          <p:nvPr>
            <p:extLst>
              <p:ext uri="{D42A27DB-BD31-4B8C-83A1-F6EECF244321}">
                <p14:modId xmlns:p14="http://schemas.microsoft.com/office/powerpoint/2010/main" val="3860894920"/>
              </p:ext>
            </p:extLst>
          </p:nvPr>
        </p:nvGraphicFramePr>
        <p:xfrm>
          <a:off x="376395" y="647090"/>
          <a:ext cx="11463331" cy="280408"/>
        </p:xfrm>
        <a:graphic>
          <a:graphicData uri="http://schemas.openxmlformats.org/drawingml/2006/table">
            <a:tbl>
              <a:tblPr>
                <a:tableStyleId>{5C22544A-7EE6-4342-B048-85BDC9FD1C3A}</a:tableStyleId>
              </a:tblPr>
              <a:tblGrid>
                <a:gridCol w="2952328">
                  <a:extLst>
                    <a:ext uri="{9D8B030D-6E8A-4147-A177-3AD203B41FA5}">
                      <a16:colId xmlns:a16="http://schemas.microsoft.com/office/drawing/2014/main" val="1509136722"/>
                    </a:ext>
                  </a:extLst>
                </a:gridCol>
                <a:gridCol w="4248472">
                  <a:extLst>
                    <a:ext uri="{9D8B030D-6E8A-4147-A177-3AD203B41FA5}">
                      <a16:colId xmlns:a16="http://schemas.microsoft.com/office/drawing/2014/main" val="4202690658"/>
                    </a:ext>
                  </a:extLst>
                </a:gridCol>
                <a:gridCol w="4262531">
                  <a:extLst>
                    <a:ext uri="{9D8B030D-6E8A-4147-A177-3AD203B41FA5}">
                      <a16:colId xmlns:a16="http://schemas.microsoft.com/office/drawing/2014/main" val="3768105406"/>
                    </a:ext>
                  </a:extLst>
                </a:gridCol>
              </a:tblGrid>
              <a:tr h="129886">
                <a:tc>
                  <a:txBody>
                    <a:bodyPr/>
                    <a:lstStyle/>
                    <a:p>
                      <a:pPr algn="ctr" fontAlgn="b">
                        <a:buNone/>
                      </a:pPr>
                      <a:r>
                        <a:rPr lang="en-AU" sz="1800" u="none" strike="noStrike">
                          <a:effectLst/>
                        </a:rPr>
                        <a:t>Technique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b">
                        <a:buNone/>
                      </a:pPr>
                      <a:r>
                        <a:rPr lang="en-AU" sz="1800" u="none" strike="noStrike">
                          <a:effectLst/>
                        </a:rPr>
                        <a:t>Explanation</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fontAlgn="b">
                        <a:buNone/>
                      </a:pPr>
                      <a:r>
                        <a:rPr lang="en-AU" sz="1800" u="none" strike="noStrike">
                          <a:effectLst/>
                        </a:rPr>
                        <a:t>Example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9291270"/>
                  </a:ext>
                </a:extLst>
              </a:tr>
            </a:tbl>
          </a:graphicData>
        </a:graphic>
      </p:graphicFrame>
      <p:sp>
        <p:nvSpPr>
          <p:cNvPr id="11" name="TextBox 10">
            <a:extLst>
              <a:ext uri="{FF2B5EF4-FFF2-40B4-BE49-F238E27FC236}">
                <a16:creationId xmlns:a16="http://schemas.microsoft.com/office/drawing/2014/main" id="{6C086BAF-79F2-C341-E95F-1A997BC3350B}"/>
              </a:ext>
            </a:extLst>
          </p:cNvPr>
          <p:cNvSpPr txBox="1"/>
          <p:nvPr/>
        </p:nvSpPr>
        <p:spPr>
          <a:xfrm>
            <a:off x="5166604" y="6093233"/>
            <a:ext cx="6727881" cy="408623"/>
          </a:xfrm>
          <a:prstGeom prst="roundRect">
            <a:avLst/>
          </a:prstGeom>
          <a:solidFill>
            <a:srgbClr val="2EA836">
              <a:alpha val="29804"/>
            </a:srgbClr>
          </a:solidFill>
          <a:ln>
            <a:solidFill>
              <a:srgbClr val="7030A0"/>
            </a:solidFill>
          </a:ln>
        </p:spPr>
        <p:txBody>
          <a:bodyPr wrap="square" rtlCol="0">
            <a:spAutoFit/>
          </a:bodyPr>
          <a:lstStyle/>
          <a:p>
            <a:pPr algn="ctr"/>
            <a:r>
              <a:rPr lang="en-AU" b="1"/>
              <a:t>We will try this later in the hands-on session.</a:t>
            </a:r>
          </a:p>
        </p:txBody>
      </p:sp>
    </p:spTree>
    <p:extLst>
      <p:ext uri="{BB962C8B-B14F-4D97-AF65-F5344CB8AC3E}">
        <p14:creationId xmlns:p14="http://schemas.microsoft.com/office/powerpoint/2010/main" val="2026807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1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outVertical)">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0808C-2587-B69D-BA8D-3909B46F7BF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56A5002-214F-EEB2-429C-F208E4E5B18B}"/>
              </a:ext>
            </a:extLst>
          </p:cNvPr>
          <p:cNvSpPr>
            <a:spLocks noGrp="1"/>
          </p:cNvSpPr>
          <p:nvPr>
            <p:ph type="title"/>
          </p:nvPr>
        </p:nvSpPr>
        <p:spPr>
          <a:xfrm>
            <a:off x="119336" y="92075"/>
            <a:ext cx="10801350" cy="469056"/>
          </a:xfrm>
        </p:spPr>
        <p:txBody>
          <a:bodyPr/>
          <a:lstStyle/>
          <a:p>
            <a:r>
              <a:rPr lang="en-AU">
                <a:solidFill>
                  <a:schemeClr val="bg1"/>
                </a:solidFill>
              </a:rPr>
              <a:t>Detection </a:t>
            </a:r>
            <a:r>
              <a:rPr lang="en-AU">
                <a:solidFill>
                  <a:schemeClr val="bg1"/>
                </a:solidFill>
                <a:sym typeface="Wingdings" pitchFamily="2" charset="2"/>
              </a:rPr>
              <a:t> Common Types of Detections</a:t>
            </a:r>
            <a:endParaRPr lang="en-AU">
              <a:solidFill>
                <a:schemeClr val="bg1"/>
              </a:solidFill>
            </a:endParaRPr>
          </a:p>
        </p:txBody>
      </p:sp>
      <p:sp>
        <p:nvSpPr>
          <p:cNvPr id="13" name="Slide Number Placeholder 12">
            <a:extLst>
              <a:ext uri="{FF2B5EF4-FFF2-40B4-BE49-F238E27FC236}">
                <a16:creationId xmlns:a16="http://schemas.microsoft.com/office/drawing/2014/main" id="{D70B5E47-C826-56FA-5303-A3746819FAAC}"/>
              </a:ext>
            </a:extLst>
          </p:cNvPr>
          <p:cNvSpPr>
            <a:spLocks noGrp="1"/>
          </p:cNvSpPr>
          <p:nvPr>
            <p:ph type="sldNum" sz="quarter" idx="18"/>
          </p:nvPr>
        </p:nvSpPr>
        <p:spPr/>
        <p:txBody>
          <a:bodyPr/>
          <a:lstStyle/>
          <a:p>
            <a:fld id="{E917DE0E-AFB1-41FD-BC35-27DB61CA125F}" type="slidenum">
              <a:rPr lang="en-AU" smtClean="0"/>
              <a:pPr/>
              <a:t>39</a:t>
            </a:fld>
            <a:endParaRPr lang="en-AU"/>
          </a:p>
        </p:txBody>
      </p:sp>
      <p:graphicFrame>
        <p:nvGraphicFramePr>
          <p:cNvPr id="4" name="Table 3">
            <a:extLst>
              <a:ext uri="{FF2B5EF4-FFF2-40B4-BE49-F238E27FC236}">
                <a16:creationId xmlns:a16="http://schemas.microsoft.com/office/drawing/2014/main" id="{1F828BC6-5EC9-D418-E815-3FB80A0AA2AC}"/>
              </a:ext>
            </a:extLst>
          </p:cNvPr>
          <p:cNvGraphicFramePr>
            <a:graphicFrameLocks noGrp="1"/>
          </p:cNvGraphicFramePr>
          <p:nvPr>
            <p:extLst>
              <p:ext uri="{D42A27DB-BD31-4B8C-83A1-F6EECF244321}">
                <p14:modId xmlns:p14="http://schemas.microsoft.com/office/powerpoint/2010/main" val="1487652538"/>
              </p:ext>
            </p:extLst>
          </p:nvPr>
        </p:nvGraphicFramePr>
        <p:xfrm>
          <a:off x="373959" y="648349"/>
          <a:ext cx="11463331" cy="280408"/>
        </p:xfrm>
        <a:graphic>
          <a:graphicData uri="http://schemas.openxmlformats.org/drawingml/2006/table">
            <a:tbl>
              <a:tblPr>
                <a:tableStyleId>{5C22544A-7EE6-4342-B048-85BDC9FD1C3A}</a:tableStyleId>
              </a:tblPr>
              <a:tblGrid>
                <a:gridCol w="2952328">
                  <a:extLst>
                    <a:ext uri="{9D8B030D-6E8A-4147-A177-3AD203B41FA5}">
                      <a16:colId xmlns:a16="http://schemas.microsoft.com/office/drawing/2014/main" val="1509136722"/>
                    </a:ext>
                  </a:extLst>
                </a:gridCol>
                <a:gridCol w="4248472">
                  <a:extLst>
                    <a:ext uri="{9D8B030D-6E8A-4147-A177-3AD203B41FA5}">
                      <a16:colId xmlns:a16="http://schemas.microsoft.com/office/drawing/2014/main" val="4202690658"/>
                    </a:ext>
                  </a:extLst>
                </a:gridCol>
                <a:gridCol w="4262531">
                  <a:extLst>
                    <a:ext uri="{9D8B030D-6E8A-4147-A177-3AD203B41FA5}">
                      <a16:colId xmlns:a16="http://schemas.microsoft.com/office/drawing/2014/main" val="3768105406"/>
                    </a:ext>
                  </a:extLst>
                </a:gridCol>
              </a:tblGrid>
              <a:tr h="144225">
                <a:tc>
                  <a:txBody>
                    <a:bodyPr/>
                    <a:lstStyle/>
                    <a:p>
                      <a:pPr algn="ctr" fontAlgn="b">
                        <a:buNone/>
                      </a:pPr>
                      <a:r>
                        <a:rPr lang="en-AU" sz="1800" u="none" strike="noStrike">
                          <a:effectLst/>
                        </a:rPr>
                        <a:t>Technique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b">
                        <a:buNone/>
                      </a:pPr>
                      <a:r>
                        <a:rPr lang="en-AU" sz="1800" u="none" strike="noStrike">
                          <a:effectLst/>
                        </a:rPr>
                        <a:t>Explanation</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fontAlgn="b">
                        <a:buNone/>
                      </a:pPr>
                      <a:r>
                        <a:rPr lang="en-AU" sz="1800" u="none" strike="noStrike">
                          <a:effectLst/>
                        </a:rPr>
                        <a:t>Example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9291270"/>
                  </a:ext>
                </a:extLst>
              </a:tr>
            </a:tbl>
          </a:graphicData>
        </a:graphic>
      </p:graphicFrame>
      <p:sp>
        <p:nvSpPr>
          <p:cNvPr id="5" name="Rounded Rectangle 4">
            <a:extLst>
              <a:ext uri="{FF2B5EF4-FFF2-40B4-BE49-F238E27FC236}">
                <a16:creationId xmlns:a16="http://schemas.microsoft.com/office/drawing/2014/main" id="{439E7978-6FB5-2370-1B83-FF2365F4D5A7}"/>
              </a:ext>
            </a:extLst>
          </p:cNvPr>
          <p:cNvSpPr/>
          <p:nvPr/>
        </p:nvSpPr>
        <p:spPr>
          <a:xfrm>
            <a:off x="373959" y="923611"/>
            <a:ext cx="2974229" cy="815435"/>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Physical characteristics</a:t>
            </a:r>
            <a:endParaRPr lang="en-AU" sz="1600" b="1">
              <a:solidFill>
                <a:schemeClr val="tx1"/>
              </a:solidFill>
              <a:latin typeface="Aptos Narrow" panose="020B0004020202020204" pitchFamily="34" charset="0"/>
            </a:endParaRPr>
          </a:p>
        </p:txBody>
      </p:sp>
      <p:sp>
        <p:nvSpPr>
          <p:cNvPr id="7" name="Rounded Rectangle 6">
            <a:extLst>
              <a:ext uri="{FF2B5EF4-FFF2-40B4-BE49-F238E27FC236}">
                <a16:creationId xmlns:a16="http://schemas.microsoft.com/office/drawing/2014/main" id="{27021F9B-FBB3-0389-C94D-8DB4EEB9984D}"/>
              </a:ext>
            </a:extLst>
          </p:cNvPr>
          <p:cNvSpPr/>
          <p:nvPr/>
        </p:nvSpPr>
        <p:spPr>
          <a:xfrm>
            <a:off x="7604971" y="931409"/>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latin typeface="Arial" panose="020B0604020202020204" pitchFamily="34" charset="0"/>
                <a:cs typeface="Arial" panose="020B0604020202020204" pitchFamily="34" charset="0"/>
              </a:rPr>
              <a:t>Perfect Lighting or wrong scene lighting</a:t>
            </a:r>
          </a:p>
          <a:p>
            <a:pPr marL="285750" indent="-285750" fontAlgn="b">
              <a:buFont typeface="Arial" panose="020B0604020202020204" pitchFamily="34" charset="0"/>
              <a:buChar char="•"/>
            </a:pPr>
            <a:r>
              <a:rPr lang="en-AU" sz="1600">
                <a:solidFill>
                  <a:schemeClr val="tx1"/>
                </a:solidFill>
                <a:latin typeface="Arial" panose="020B0604020202020204" pitchFamily="34" charset="0"/>
                <a:cs typeface="Arial" panose="020B0604020202020204" pitchFamily="34" charset="0"/>
              </a:rPr>
              <a:t>Physically impossible movement</a:t>
            </a:r>
          </a:p>
        </p:txBody>
      </p:sp>
      <p:sp>
        <p:nvSpPr>
          <p:cNvPr id="10" name="Rounded Rectangle 9">
            <a:extLst>
              <a:ext uri="{FF2B5EF4-FFF2-40B4-BE49-F238E27FC236}">
                <a16:creationId xmlns:a16="http://schemas.microsoft.com/office/drawing/2014/main" id="{409824F5-3C14-E0C5-8AF8-DE46451D0D95}"/>
              </a:ext>
            </a:extLst>
          </p:cNvPr>
          <p:cNvSpPr/>
          <p:nvPr/>
        </p:nvSpPr>
        <p:spPr>
          <a:xfrm>
            <a:off x="3348188" y="923612"/>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Checks whether anatomy, lighting and natural physical behaviour make sense.</a:t>
            </a:r>
            <a:endParaRPr lang="en-AU" sz="1600">
              <a:solidFill>
                <a:schemeClr val="tx1"/>
              </a:solidFill>
              <a:latin typeface="Aptos Narrow" panose="020B0004020202020204" pitchFamily="34" charset="0"/>
            </a:endParaRPr>
          </a:p>
        </p:txBody>
      </p:sp>
      <p:sp>
        <p:nvSpPr>
          <p:cNvPr id="22" name="Rounded Rectangle 21">
            <a:extLst>
              <a:ext uri="{FF2B5EF4-FFF2-40B4-BE49-F238E27FC236}">
                <a16:creationId xmlns:a16="http://schemas.microsoft.com/office/drawing/2014/main" id="{31E2F7F4-EED1-2768-7280-968F61E922C9}"/>
              </a:ext>
            </a:extLst>
          </p:cNvPr>
          <p:cNvSpPr/>
          <p:nvPr/>
        </p:nvSpPr>
        <p:spPr>
          <a:xfrm>
            <a:off x="8544551" y="1803247"/>
            <a:ext cx="3432220" cy="1838164"/>
          </a:xfrm>
          <a:prstGeom prst="roundRect">
            <a:avLst>
              <a:gd name="adj" fmla="val 5393"/>
            </a:avLst>
          </a:prstGeom>
          <a:solidFill>
            <a:srgbClr val="2EA836">
              <a:alpha val="29804"/>
            </a:srgbClr>
          </a:solidFill>
        </p:spPr>
        <p:style>
          <a:lnRef idx="2">
            <a:schemeClr val="accent1"/>
          </a:lnRef>
          <a:fillRef idx="1">
            <a:schemeClr val="lt1"/>
          </a:fillRef>
          <a:effectRef idx="0">
            <a:schemeClr val="accent1"/>
          </a:effectRef>
          <a:fontRef idx="minor">
            <a:schemeClr val="dk1"/>
          </a:fontRef>
        </p:style>
        <p:txBody>
          <a:bodyPr rtlCol="0" anchor="ctr"/>
          <a:lstStyle/>
          <a:p>
            <a:r>
              <a:rPr lang="en-AU" sz="1600"/>
              <a:t>The mixture of indoor and phone screen light affected the correct lighting generation</a:t>
            </a:r>
          </a:p>
        </p:txBody>
      </p:sp>
      <p:sp>
        <p:nvSpPr>
          <p:cNvPr id="23" name="Rounded Rectangle 22">
            <a:extLst>
              <a:ext uri="{FF2B5EF4-FFF2-40B4-BE49-F238E27FC236}">
                <a16:creationId xmlns:a16="http://schemas.microsoft.com/office/drawing/2014/main" id="{54C39197-F074-BB5F-CA33-33A99E554967}"/>
              </a:ext>
            </a:extLst>
          </p:cNvPr>
          <p:cNvSpPr/>
          <p:nvPr/>
        </p:nvSpPr>
        <p:spPr>
          <a:xfrm>
            <a:off x="8544551" y="4514695"/>
            <a:ext cx="3412499" cy="1838163"/>
          </a:xfrm>
          <a:prstGeom prst="roundRect">
            <a:avLst>
              <a:gd name="adj" fmla="val 5393"/>
            </a:avLst>
          </a:prstGeom>
          <a:solidFill>
            <a:srgbClr val="2EA836">
              <a:alpha val="29804"/>
            </a:srgbClr>
          </a:solidFill>
        </p:spPr>
        <p:style>
          <a:lnRef idx="2">
            <a:schemeClr val="accent1"/>
          </a:lnRef>
          <a:fillRef idx="1">
            <a:schemeClr val="lt1"/>
          </a:fillRef>
          <a:effectRef idx="0">
            <a:schemeClr val="accent1"/>
          </a:effectRef>
          <a:fontRef idx="minor">
            <a:schemeClr val="dk1"/>
          </a:fontRef>
        </p:style>
        <p:txBody>
          <a:bodyPr rtlCol="0" anchor="ctr"/>
          <a:lstStyle/>
          <a:p>
            <a:r>
              <a:rPr lang="en-AU" sz="1600"/>
              <a:t>The request from a deeper depth of field causes the AI model to misinterpret the lighting as nail polish</a:t>
            </a:r>
          </a:p>
        </p:txBody>
      </p:sp>
      <p:grpSp>
        <p:nvGrpSpPr>
          <p:cNvPr id="36" name="Group 35">
            <a:extLst>
              <a:ext uri="{FF2B5EF4-FFF2-40B4-BE49-F238E27FC236}">
                <a16:creationId xmlns:a16="http://schemas.microsoft.com/office/drawing/2014/main" id="{EE67B59F-39DC-6CAD-F65D-80D270D50466}"/>
              </a:ext>
            </a:extLst>
          </p:cNvPr>
          <p:cNvGrpSpPr/>
          <p:nvPr/>
        </p:nvGrpSpPr>
        <p:grpSpPr>
          <a:xfrm>
            <a:off x="352492" y="1803246"/>
            <a:ext cx="3974743" cy="4549613"/>
            <a:chOff x="352492" y="1774371"/>
            <a:chExt cx="3974743" cy="4549613"/>
          </a:xfrm>
        </p:grpSpPr>
        <p:sp>
          <p:nvSpPr>
            <p:cNvPr id="18" name="Rounded Rectangle 17">
              <a:extLst>
                <a:ext uri="{FF2B5EF4-FFF2-40B4-BE49-F238E27FC236}">
                  <a16:creationId xmlns:a16="http://schemas.microsoft.com/office/drawing/2014/main" id="{41BDE02A-902D-359A-72F8-FDB3618DCDD2}"/>
                </a:ext>
              </a:extLst>
            </p:cNvPr>
            <p:cNvSpPr/>
            <p:nvPr/>
          </p:nvSpPr>
          <p:spPr>
            <a:xfrm>
              <a:off x="352492" y="1774371"/>
              <a:ext cx="3974743" cy="4549613"/>
            </a:xfrm>
            <a:prstGeom prst="roundRect">
              <a:avLst>
                <a:gd name="adj" fmla="val 3766"/>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fontAlgn="b"/>
              <a:r>
                <a:rPr lang="en-AU" sz="1600" b="1">
                  <a:solidFill>
                    <a:schemeClr val="tx1"/>
                  </a:solidFill>
                  <a:latin typeface="Arial" panose="020B0604020202020204" pitchFamily="34" charset="0"/>
                  <a:cs typeface="Arial" panose="020B0604020202020204" pitchFamily="34" charset="0"/>
                </a:rPr>
                <a:t>Correct Lighting Interpretation by AI</a:t>
              </a:r>
            </a:p>
          </p:txBody>
        </p:sp>
        <p:pic>
          <p:nvPicPr>
            <p:cNvPr id="20" name="Picture 19">
              <a:extLst>
                <a:ext uri="{FF2B5EF4-FFF2-40B4-BE49-F238E27FC236}">
                  <a16:creationId xmlns:a16="http://schemas.microsoft.com/office/drawing/2014/main" id="{76517B56-C235-1511-0653-1A91558C7AE9}"/>
                </a:ext>
              </a:extLst>
            </p:cNvPr>
            <p:cNvPicPr>
              <a:picLocks noChangeAspect="1"/>
            </p:cNvPicPr>
            <p:nvPr/>
          </p:nvPicPr>
          <p:blipFill>
            <a:blip r:embed="rId3"/>
            <a:stretch>
              <a:fillRect/>
            </a:stretch>
          </p:blipFill>
          <p:spPr>
            <a:xfrm>
              <a:off x="544715" y="2353077"/>
              <a:ext cx="3610019" cy="3489182"/>
            </a:xfrm>
            <a:prstGeom prst="rect">
              <a:avLst/>
            </a:prstGeom>
          </p:spPr>
        </p:pic>
      </p:grpSp>
      <p:grpSp>
        <p:nvGrpSpPr>
          <p:cNvPr id="37" name="Group 36">
            <a:extLst>
              <a:ext uri="{FF2B5EF4-FFF2-40B4-BE49-F238E27FC236}">
                <a16:creationId xmlns:a16="http://schemas.microsoft.com/office/drawing/2014/main" id="{2A73809F-73DF-F3D0-F200-B196E22D8F10}"/>
              </a:ext>
            </a:extLst>
          </p:cNvPr>
          <p:cNvGrpSpPr/>
          <p:nvPr/>
        </p:nvGrpSpPr>
        <p:grpSpPr>
          <a:xfrm>
            <a:off x="4438661" y="1810287"/>
            <a:ext cx="3974743" cy="1838163"/>
            <a:chOff x="4438661" y="1781412"/>
            <a:chExt cx="3974743" cy="1838163"/>
          </a:xfrm>
        </p:grpSpPr>
        <p:sp>
          <p:nvSpPr>
            <p:cNvPr id="19" name="Rounded Rectangle 18">
              <a:extLst>
                <a:ext uri="{FF2B5EF4-FFF2-40B4-BE49-F238E27FC236}">
                  <a16:creationId xmlns:a16="http://schemas.microsoft.com/office/drawing/2014/main" id="{4E5D2120-A904-DB4E-28E5-7626DB8B5D90}"/>
                </a:ext>
              </a:extLst>
            </p:cNvPr>
            <p:cNvSpPr/>
            <p:nvPr/>
          </p:nvSpPr>
          <p:spPr>
            <a:xfrm>
              <a:off x="4438661" y="1781412"/>
              <a:ext cx="3974743" cy="1838163"/>
            </a:xfrm>
            <a:prstGeom prst="roundRect">
              <a:avLst>
                <a:gd name="adj" fmla="val 5393"/>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rtlCol="0" anchor="t"/>
            <a:lstStyle/>
            <a:p>
              <a:pPr algn="ctr" fontAlgn="b"/>
              <a:r>
                <a:rPr lang="en-AU" sz="1600" b="1">
                  <a:solidFill>
                    <a:schemeClr val="tx1"/>
                  </a:solidFill>
                  <a:latin typeface="Arial" panose="020B0604020202020204" pitchFamily="34" charset="0"/>
                  <a:cs typeface="Arial" panose="020B0604020202020204" pitchFamily="34" charset="0"/>
                </a:rPr>
                <a:t>Incorrected lighting from the phone </a:t>
              </a:r>
            </a:p>
          </p:txBody>
        </p:sp>
        <p:pic>
          <p:nvPicPr>
            <p:cNvPr id="12" name="Picture 11">
              <a:extLst>
                <a:ext uri="{FF2B5EF4-FFF2-40B4-BE49-F238E27FC236}">
                  <a16:creationId xmlns:a16="http://schemas.microsoft.com/office/drawing/2014/main" id="{887C9C2A-CB6B-B9BB-7B32-45C6218E7678}"/>
                </a:ext>
              </a:extLst>
            </p:cNvPr>
            <p:cNvPicPr>
              <a:picLocks noChangeAspect="1"/>
            </p:cNvPicPr>
            <p:nvPr/>
          </p:nvPicPr>
          <p:blipFill>
            <a:blip r:embed="rId4"/>
            <a:stretch>
              <a:fillRect/>
            </a:stretch>
          </p:blipFill>
          <p:spPr>
            <a:xfrm>
              <a:off x="4784171" y="2158261"/>
              <a:ext cx="1454149" cy="1399789"/>
            </a:xfrm>
            <a:prstGeom prst="rect">
              <a:avLst/>
            </a:prstGeom>
          </p:spPr>
        </p:pic>
        <p:pic>
          <p:nvPicPr>
            <p:cNvPr id="27" name="Picture 26">
              <a:extLst>
                <a:ext uri="{FF2B5EF4-FFF2-40B4-BE49-F238E27FC236}">
                  <a16:creationId xmlns:a16="http://schemas.microsoft.com/office/drawing/2014/main" id="{6B312C89-0286-6F21-59C1-77D24EEE5F60}"/>
                </a:ext>
              </a:extLst>
            </p:cNvPr>
            <p:cNvPicPr>
              <a:picLocks noChangeAspect="1"/>
            </p:cNvPicPr>
            <p:nvPr/>
          </p:nvPicPr>
          <p:blipFill>
            <a:blip r:embed="rId5"/>
            <a:stretch>
              <a:fillRect/>
            </a:stretch>
          </p:blipFill>
          <p:spPr>
            <a:xfrm>
              <a:off x="6648450" y="2138470"/>
              <a:ext cx="1349188" cy="1419580"/>
            </a:xfrm>
            <a:prstGeom prst="rect">
              <a:avLst/>
            </a:prstGeom>
          </p:spPr>
        </p:pic>
      </p:grpSp>
      <p:grpSp>
        <p:nvGrpSpPr>
          <p:cNvPr id="39" name="Group 38">
            <a:extLst>
              <a:ext uri="{FF2B5EF4-FFF2-40B4-BE49-F238E27FC236}">
                <a16:creationId xmlns:a16="http://schemas.microsoft.com/office/drawing/2014/main" id="{1831C7BE-B67B-0782-BC54-AEFAC9A10140}"/>
              </a:ext>
            </a:extLst>
          </p:cNvPr>
          <p:cNvGrpSpPr/>
          <p:nvPr/>
        </p:nvGrpSpPr>
        <p:grpSpPr>
          <a:xfrm>
            <a:off x="4458382" y="4514696"/>
            <a:ext cx="3955022" cy="1838163"/>
            <a:chOff x="4458382" y="4485821"/>
            <a:chExt cx="3955022" cy="1838163"/>
          </a:xfrm>
        </p:grpSpPr>
        <p:sp>
          <p:nvSpPr>
            <p:cNvPr id="21" name="Rounded Rectangle 20">
              <a:extLst>
                <a:ext uri="{FF2B5EF4-FFF2-40B4-BE49-F238E27FC236}">
                  <a16:creationId xmlns:a16="http://schemas.microsoft.com/office/drawing/2014/main" id="{24DF7E1F-EA34-D287-1B1C-D1A70E2D85FA}"/>
                </a:ext>
              </a:extLst>
            </p:cNvPr>
            <p:cNvSpPr/>
            <p:nvPr/>
          </p:nvSpPr>
          <p:spPr>
            <a:xfrm>
              <a:off x="4458382" y="4485821"/>
              <a:ext cx="3955022" cy="1838163"/>
            </a:xfrm>
            <a:prstGeom prst="roundRect">
              <a:avLst>
                <a:gd name="adj" fmla="val 5393"/>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rtlCol="0" anchor="t"/>
            <a:lstStyle/>
            <a:p>
              <a:pPr algn="ctr" fontAlgn="b"/>
              <a:r>
                <a:rPr lang="en-AU" sz="1600" b="1">
                  <a:solidFill>
                    <a:schemeClr val="tx1"/>
                  </a:solidFill>
                  <a:latin typeface="Arial" panose="020B0604020202020204" pitchFamily="34" charset="0"/>
                  <a:cs typeface="Arial" panose="020B0604020202020204" pitchFamily="34" charset="0"/>
                </a:rPr>
                <a:t>Mis-interpreted lighting</a:t>
              </a:r>
            </a:p>
          </p:txBody>
        </p:sp>
        <p:pic>
          <p:nvPicPr>
            <p:cNvPr id="29" name="Picture 28">
              <a:extLst>
                <a:ext uri="{FF2B5EF4-FFF2-40B4-BE49-F238E27FC236}">
                  <a16:creationId xmlns:a16="http://schemas.microsoft.com/office/drawing/2014/main" id="{345016AC-630F-05AC-D856-95C11CD036DE}"/>
                </a:ext>
              </a:extLst>
            </p:cNvPr>
            <p:cNvPicPr>
              <a:picLocks noChangeAspect="1"/>
            </p:cNvPicPr>
            <p:nvPr/>
          </p:nvPicPr>
          <p:blipFill>
            <a:blip r:embed="rId6"/>
            <a:stretch>
              <a:fillRect/>
            </a:stretch>
          </p:blipFill>
          <p:spPr>
            <a:xfrm>
              <a:off x="6731505" y="4811341"/>
              <a:ext cx="1454149" cy="1462139"/>
            </a:xfrm>
            <a:prstGeom prst="rect">
              <a:avLst/>
            </a:prstGeom>
          </p:spPr>
        </p:pic>
        <p:pic>
          <p:nvPicPr>
            <p:cNvPr id="31" name="Picture 30">
              <a:extLst>
                <a:ext uri="{FF2B5EF4-FFF2-40B4-BE49-F238E27FC236}">
                  <a16:creationId xmlns:a16="http://schemas.microsoft.com/office/drawing/2014/main" id="{A1C99713-02C8-38EB-B180-37D082E66234}"/>
                </a:ext>
              </a:extLst>
            </p:cNvPr>
            <p:cNvPicPr>
              <a:picLocks noChangeAspect="1"/>
            </p:cNvPicPr>
            <p:nvPr/>
          </p:nvPicPr>
          <p:blipFill>
            <a:blip r:embed="rId7"/>
            <a:stretch>
              <a:fillRect/>
            </a:stretch>
          </p:blipFill>
          <p:spPr>
            <a:xfrm>
              <a:off x="4784171" y="4811340"/>
              <a:ext cx="1454149" cy="1462139"/>
            </a:xfrm>
            <a:prstGeom prst="rect">
              <a:avLst/>
            </a:prstGeom>
          </p:spPr>
        </p:pic>
      </p:grpSp>
      <p:grpSp>
        <p:nvGrpSpPr>
          <p:cNvPr id="38" name="Group 37">
            <a:extLst>
              <a:ext uri="{FF2B5EF4-FFF2-40B4-BE49-F238E27FC236}">
                <a16:creationId xmlns:a16="http://schemas.microsoft.com/office/drawing/2014/main" id="{AAFE2B1E-952C-D04F-2292-9296963FD319}"/>
              </a:ext>
            </a:extLst>
          </p:cNvPr>
          <p:cNvGrpSpPr/>
          <p:nvPr/>
        </p:nvGrpSpPr>
        <p:grpSpPr>
          <a:xfrm>
            <a:off x="4508680" y="3648450"/>
            <a:ext cx="3834704" cy="866246"/>
            <a:chOff x="4508680" y="3619575"/>
            <a:chExt cx="3834704" cy="866246"/>
          </a:xfrm>
        </p:grpSpPr>
        <p:sp>
          <p:nvSpPr>
            <p:cNvPr id="32" name="Down Arrow 31">
              <a:extLst>
                <a:ext uri="{FF2B5EF4-FFF2-40B4-BE49-F238E27FC236}">
                  <a16:creationId xmlns:a16="http://schemas.microsoft.com/office/drawing/2014/main" id="{CE6E98EC-2EA6-B020-6766-B23CD0735739}"/>
                </a:ext>
              </a:extLst>
            </p:cNvPr>
            <p:cNvSpPr/>
            <p:nvPr/>
          </p:nvSpPr>
          <p:spPr>
            <a:xfrm>
              <a:off x="5959643" y="3619575"/>
              <a:ext cx="952500" cy="866246"/>
            </a:xfrm>
            <a:prstGeom prst="downArrow">
              <a:avLst>
                <a:gd name="adj1" fmla="val 50000"/>
                <a:gd name="adj2" fmla="val 214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TextBox 32">
              <a:extLst>
                <a:ext uri="{FF2B5EF4-FFF2-40B4-BE49-F238E27FC236}">
                  <a16:creationId xmlns:a16="http://schemas.microsoft.com/office/drawing/2014/main" id="{16C17BBC-6176-2D4B-CC50-1D40A3E09F81}"/>
                </a:ext>
              </a:extLst>
            </p:cNvPr>
            <p:cNvSpPr txBox="1"/>
            <p:nvPr/>
          </p:nvSpPr>
          <p:spPr>
            <a:xfrm>
              <a:off x="4508680" y="3831070"/>
              <a:ext cx="3834704" cy="338554"/>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AU" sz="1600"/>
                <a:t>Requested to have deeper depth of field</a:t>
              </a:r>
            </a:p>
          </p:txBody>
        </p:sp>
      </p:grpSp>
      <p:sp>
        <p:nvSpPr>
          <p:cNvPr id="35" name="TextBox 34">
            <a:extLst>
              <a:ext uri="{FF2B5EF4-FFF2-40B4-BE49-F238E27FC236}">
                <a16:creationId xmlns:a16="http://schemas.microsoft.com/office/drawing/2014/main" id="{652CEE98-4926-898A-FA7A-C636804CDABD}"/>
              </a:ext>
            </a:extLst>
          </p:cNvPr>
          <p:cNvSpPr txBox="1"/>
          <p:nvPr/>
        </p:nvSpPr>
        <p:spPr>
          <a:xfrm>
            <a:off x="364334" y="6415382"/>
            <a:ext cx="7413146" cy="408623"/>
          </a:xfrm>
          <a:prstGeom prst="roundRect">
            <a:avLst/>
          </a:prstGeom>
          <a:solidFill>
            <a:srgbClr val="2EA836">
              <a:alpha val="29804"/>
            </a:srgbClr>
          </a:solidFill>
          <a:ln>
            <a:solidFill>
              <a:srgbClr val="7030A0"/>
            </a:solidFill>
          </a:ln>
        </p:spPr>
        <p:txBody>
          <a:bodyPr wrap="square" rtlCol="0">
            <a:spAutoFit/>
          </a:bodyPr>
          <a:lstStyle/>
          <a:p>
            <a:pPr algn="ctr"/>
            <a:r>
              <a:rPr lang="en-AU" b="1"/>
              <a:t>We will try this later in the hands-on session.</a:t>
            </a:r>
          </a:p>
        </p:txBody>
      </p:sp>
    </p:spTree>
    <p:extLst>
      <p:ext uri="{BB962C8B-B14F-4D97-AF65-F5344CB8AC3E}">
        <p14:creationId xmlns:p14="http://schemas.microsoft.com/office/powerpoint/2010/main" val="228856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heel(1)">
                                      <p:cBhvr>
                                        <p:cTn id="7" dur="10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500"/>
                                        <p:tgtEl>
                                          <p:spTgt spid="3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wipe(left)">
                                      <p:cBhvr>
                                        <p:cTn id="26" dur="500"/>
                                        <p:tgtEl>
                                          <p:spTgt spid="39"/>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37"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barn(outVertical)">
                                      <p:cBhvr>
                                        <p:cTn id="3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3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DB479-C0EC-5C24-DE2E-ECBAAD91AAC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2C8FC3F-EBFE-4948-5B9B-8C50BC92656B}"/>
              </a:ext>
            </a:extLst>
          </p:cNvPr>
          <p:cNvSpPr>
            <a:spLocks noGrp="1"/>
          </p:cNvSpPr>
          <p:nvPr>
            <p:ph type="title"/>
          </p:nvPr>
        </p:nvSpPr>
        <p:spPr>
          <a:xfrm>
            <a:off x="119336" y="92075"/>
            <a:ext cx="10801350" cy="469056"/>
          </a:xfrm>
        </p:spPr>
        <p:txBody>
          <a:bodyPr/>
          <a:lstStyle/>
          <a:p>
            <a:r>
              <a:rPr lang="en-AU">
                <a:solidFill>
                  <a:schemeClr val="bg1"/>
                </a:solidFill>
              </a:rPr>
              <a:t>Detection </a:t>
            </a:r>
            <a:r>
              <a:rPr lang="en-AU">
                <a:solidFill>
                  <a:schemeClr val="bg1"/>
                </a:solidFill>
                <a:sym typeface="Wingdings" pitchFamily="2" charset="2"/>
              </a:rPr>
              <a:t> Common Types of Detections</a:t>
            </a:r>
            <a:endParaRPr lang="en-AU">
              <a:solidFill>
                <a:schemeClr val="bg1"/>
              </a:solidFill>
            </a:endParaRPr>
          </a:p>
        </p:txBody>
      </p:sp>
      <p:sp>
        <p:nvSpPr>
          <p:cNvPr id="13" name="Slide Number Placeholder 12">
            <a:extLst>
              <a:ext uri="{FF2B5EF4-FFF2-40B4-BE49-F238E27FC236}">
                <a16:creationId xmlns:a16="http://schemas.microsoft.com/office/drawing/2014/main" id="{EE855C91-6680-BFEE-13CD-1DA3F283F531}"/>
              </a:ext>
            </a:extLst>
          </p:cNvPr>
          <p:cNvSpPr>
            <a:spLocks noGrp="1"/>
          </p:cNvSpPr>
          <p:nvPr>
            <p:ph type="sldNum" sz="quarter" idx="18"/>
          </p:nvPr>
        </p:nvSpPr>
        <p:spPr/>
        <p:txBody>
          <a:bodyPr/>
          <a:lstStyle/>
          <a:p>
            <a:fld id="{E917DE0E-AFB1-41FD-BC35-27DB61CA125F}" type="slidenum">
              <a:rPr lang="en-AU" smtClean="0"/>
              <a:pPr/>
              <a:t>40</a:t>
            </a:fld>
            <a:endParaRPr lang="en-AU"/>
          </a:p>
        </p:txBody>
      </p:sp>
      <p:grpSp>
        <p:nvGrpSpPr>
          <p:cNvPr id="23" name="Group 22">
            <a:extLst>
              <a:ext uri="{FF2B5EF4-FFF2-40B4-BE49-F238E27FC236}">
                <a16:creationId xmlns:a16="http://schemas.microsoft.com/office/drawing/2014/main" id="{E613344F-F8E9-5CB2-4C82-4B8E48CA0749}"/>
              </a:ext>
            </a:extLst>
          </p:cNvPr>
          <p:cNvGrpSpPr/>
          <p:nvPr/>
        </p:nvGrpSpPr>
        <p:grpSpPr>
          <a:xfrm>
            <a:off x="379218" y="1980683"/>
            <a:ext cx="5586389" cy="2841575"/>
            <a:chOff x="119336" y="1894055"/>
            <a:chExt cx="5586389" cy="2841575"/>
          </a:xfrm>
        </p:grpSpPr>
        <p:sp>
          <p:nvSpPr>
            <p:cNvPr id="4" name="Rounded Rectangle 3">
              <a:extLst>
                <a:ext uri="{FF2B5EF4-FFF2-40B4-BE49-F238E27FC236}">
                  <a16:creationId xmlns:a16="http://schemas.microsoft.com/office/drawing/2014/main" id="{554DF810-07E4-7571-7D41-86A2C484B8E1}"/>
                </a:ext>
              </a:extLst>
            </p:cNvPr>
            <p:cNvSpPr/>
            <p:nvPr/>
          </p:nvSpPr>
          <p:spPr>
            <a:xfrm>
              <a:off x="119336" y="1894055"/>
              <a:ext cx="5586389" cy="2841575"/>
            </a:xfrm>
            <a:prstGeom prst="roundRect">
              <a:avLst>
                <a:gd name="adj" fmla="val 3766"/>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fontAlgn="b"/>
              <a:r>
                <a:rPr lang="en-AU" sz="1600">
                  <a:solidFill>
                    <a:schemeClr val="tx1"/>
                  </a:solidFill>
                </a:rPr>
                <a:t>Authentic</a:t>
              </a:r>
            </a:p>
          </p:txBody>
        </p:sp>
        <p:grpSp>
          <p:nvGrpSpPr>
            <p:cNvPr id="21" name="Group 20">
              <a:extLst>
                <a:ext uri="{FF2B5EF4-FFF2-40B4-BE49-F238E27FC236}">
                  <a16:creationId xmlns:a16="http://schemas.microsoft.com/office/drawing/2014/main" id="{125BB7D6-C9C8-5C15-CAD0-4B8E0C01C083}"/>
                </a:ext>
              </a:extLst>
            </p:cNvPr>
            <p:cNvGrpSpPr/>
            <p:nvPr/>
          </p:nvGrpSpPr>
          <p:grpSpPr>
            <a:xfrm>
              <a:off x="466949" y="2264414"/>
              <a:ext cx="4931613" cy="2275270"/>
              <a:chOff x="466949" y="2264414"/>
              <a:chExt cx="4931613" cy="2275270"/>
            </a:xfrm>
          </p:grpSpPr>
          <p:pic>
            <p:nvPicPr>
              <p:cNvPr id="6" name="Picture 5">
                <a:extLst>
                  <a:ext uri="{FF2B5EF4-FFF2-40B4-BE49-F238E27FC236}">
                    <a16:creationId xmlns:a16="http://schemas.microsoft.com/office/drawing/2014/main" id="{C932CDCF-F5E7-503B-0DFD-DA070985B1EA}"/>
                  </a:ext>
                </a:extLst>
              </p:cNvPr>
              <p:cNvPicPr>
                <a:picLocks noChangeAspect="1"/>
              </p:cNvPicPr>
              <p:nvPr/>
            </p:nvPicPr>
            <p:blipFill>
              <a:blip r:embed="rId3"/>
              <a:stretch>
                <a:fillRect/>
              </a:stretch>
            </p:blipFill>
            <p:spPr>
              <a:xfrm>
                <a:off x="466949" y="2264414"/>
                <a:ext cx="2291999" cy="2275269"/>
              </a:xfrm>
              <a:prstGeom prst="rect">
                <a:avLst/>
              </a:prstGeom>
            </p:spPr>
          </p:pic>
          <p:pic>
            <p:nvPicPr>
              <p:cNvPr id="11" name="Picture 10">
                <a:extLst>
                  <a:ext uri="{FF2B5EF4-FFF2-40B4-BE49-F238E27FC236}">
                    <a16:creationId xmlns:a16="http://schemas.microsoft.com/office/drawing/2014/main" id="{A0FA394A-8716-D290-4F4F-68ABC89B9A07}"/>
                  </a:ext>
                </a:extLst>
              </p:cNvPr>
              <p:cNvPicPr>
                <a:picLocks noChangeAspect="1"/>
              </p:cNvPicPr>
              <p:nvPr/>
            </p:nvPicPr>
            <p:blipFill>
              <a:blip r:embed="rId4"/>
              <a:stretch>
                <a:fillRect/>
              </a:stretch>
            </p:blipFill>
            <p:spPr>
              <a:xfrm>
                <a:off x="3106563" y="2264415"/>
                <a:ext cx="2291999" cy="2275269"/>
              </a:xfrm>
              <a:prstGeom prst="rect">
                <a:avLst/>
              </a:prstGeom>
            </p:spPr>
          </p:pic>
        </p:grpSp>
      </p:grpSp>
      <p:grpSp>
        <p:nvGrpSpPr>
          <p:cNvPr id="22" name="Group 21">
            <a:extLst>
              <a:ext uri="{FF2B5EF4-FFF2-40B4-BE49-F238E27FC236}">
                <a16:creationId xmlns:a16="http://schemas.microsoft.com/office/drawing/2014/main" id="{C943A05D-80F7-95AF-6DC7-4E4518B280C4}"/>
              </a:ext>
            </a:extLst>
          </p:cNvPr>
          <p:cNvGrpSpPr/>
          <p:nvPr/>
        </p:nvGrpSpPr>
        <p:grpSpPr>
          <a:xfrm>
            <a:off x="6306926" y="1980682"/>
            <a:ext cx="5570523" cy="2841575"/>
            <a:chOff x="6047044" y="1894054"/>
            <a:chExt cx="5570523" cy="2841575"/>
          </a:xfrm>
        </p:grpSpPr>
        <p:sp>
          <p:nvSpPr>
            <p:cNvPr id="5" name="Rounded Rectangle 4">
              <a:extLst>
                <a:ext uri="{FF2B5EF4-FFF2-40B4-BE49-F238E27FC236}">
                  <a16:creationId xmlns:a16="http://schemas.microsoft.com/office/drawing/2014/main" id="{05DE6F58-A357-C81F-4704-194FFB92C1BF}"/>
                </a:ext>
              </a:extLst>
            </p:cNvPr>
            <p:cNvSpPr/>
            <p:nvPr/>
          </p:nvSpPr>
          <p:spPr>
            <a:xfrm>
              <a:off x="6047044" y="1894054"/>
              <a:ext cx="5570523" cy="2841575"/>
            </a:xfrm>
            <a:prstGeom prst="roundRect">
              <a:avLst>
                <a:gd name="adj" fmla="val 3766"/>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fontAlgn="b"/>
              <a:r>
                <a:rPr lang="en-AU" sz="1600">
                  <a:solidFill>
                    <a:schemeClr val="tx1"/>
                  </a:solidFill>
                </a:rPr>
                <a:t>Face-Swapped (z-image generated people)</a:t>
              </a:r>
            </a:p>
            <a:p>
              <a:pPr algn="ctr" fontAlgn="b"/>
              <a:endParaRPr lang="en-AU" sz="1600" b="1">
                <a:solidFill>
                  <a:schemeClr val="tx1"/>
                </a:solidFill>
                <a:latin typeface="Aptos Narrow" panose="020B0004020202020204" pitchFamily="34" charset="0"/>
              </a:endParaRPr>
            </a:p>
          </p:txBody>
        </p:sp>
        <p:pic>
          <p:nvPicPr>
            <p:cNvPr id="9" name="Picture 8">
              <a:extLst>
                <a:ext uri="{FF2B5EF4-FFF2-40B4-BE49-F238E27FC236}">
                  <a16:creationId xmlns:a16="http://schemas.microsoft.com/office/drawing/2014/main" id="{5A4D1A43-C0A4-1C0A-F551-422EEA152194}"/>
                </a:ext>
              </a:extLst>
            </p:cNvPr>
            <p:cNvPicPr>
              <a:picLocks noChangeAspect="1"/>
            </p:cNvPicPr>
            <p:nvPr/>
          </p:nvPicPr>
          <p:blipFill>
            <a:blip r:embed="rId5"/>
            <a:stretch>
              <a:fillRect/>
            </a:stretch>
          </p:blipFill>
          <p:spPr>
            <a:xfrm>
              <a:off x="6418185" y="2264416"/>
              <a:ext cx="2291999" cy="2275269"/>
            </a:xfrm>
            <a:prstGeom prst="rect">
              <a:avLst/>
            </a:prstGeom>
          </p:spPr>
        </p:pic>
        <p:pic>
          <p:nvPicPr>
            <p:cNvPr id="14" name="Picture 13">
              <a:extLst>
                <a:ext uri="{FF2B5EF4-FFF2-40B4-BE49-F238E27FC236}">
                  <a16:creationId xmlns:a16="http://schemas.microsoft.com/office/drawing/2014/main" id="{CD622CA8-9D1A-9B82-E7F8-424CB374C702}"/>
                </a:ext>
              </a:extLst>
            </p:cNvPr>
            <p:cNvPicPr>
              <a:picLocks noChangeAspect="1"/>
            </p:cNvPicPr>
            <p:nvPr/>
          </p:nvPicPr>
          <p:blipFill>
            <a:blip r:embed="rId6"/>
            <a:stretch>
              <a:fillRect/>
            </a:stretch>
          </p:blipFill>
          <p:spPr>
            <a:xfrm>
              <a:off x="9013544" y="2264415"/>
              <a:ext cx="2291999" cy="2275269"/>
            </a:xfrm>
            <a:prstGeom prst="rect">
              <a:avLst/>
            </a:prstGeom>
          </p:spPr>
        </p:pic>
      </p:grpSp>
      <p:graphicFrame>
        <p:nvGraphicFramePr>
          <p:cNvPr id="10" name="Table 9">
            <a:extLst>
              <a:ext uri="{FF2B5EF4-FFF2-40B4-BE49-F238E27FC236}">
                <a16:creationId xmlns:a16="http://schemas.microsoft.com/office/drawing/2014/main" id="{C6B759F4-A998-E14D-1CEA-68A606C365A9}"/>
              </a:ext>
            </a:extLst>
          </p:cNvPr>
          <p:cNvGraphicFramePr>
            <a:graphicFrameLocks noGrp="1"/>
          </p:cNvGraphicFramePr>
          <p:nvPr>
            <p:extLst>
              <p:ext uri="{D42A27DB-BD31-4B8C-83A1-F6EECF244321}">
                <p14:modId xmlns:p14="http://schemas.microsoft.com/office/powerpoint/2010/main" val="473224236"/>
              </p:ext>
            </p:extLst>
          </p:nvPr>
        </p:nvGraphicFramePr>
        <p:xfrm>
          <a:off x="395645" y="647090"/>
          <a:ext cx="11463331" cy="280408"/>
        </p:xfrm>
        <a:graphic>
          <a:graphicData uri="http://schemas.openxmlformats.org/drawingml/2006/table">
            <a:tbl>
              <a:tblPr>
                <a:tableStyleId>{5C22544A-7EE6-4342-B048-85BDC9FD1C3A}</a:tableStyleId>
              </a:tblPr>
              <a:tblGrid>
                <a:gridCol w="2952328">
                  <a:extLst>
                    <a:ext uri="{9D8B030D-6E8A-4147-A177-3AD203B41FA5}">
                      <a16:colId xmlns:a16="http://schemas.microsoft.com/office/drawing/2014/main" val="1509136722"/>
                    </a:ext>
                  </a:extLst>
                </a:gridCol>
                <a:gridCol w="4248472">
                  <a:extLst>
                    <a:ext uri="{9D8B030D-6E8A-4147-A177-3AD203B41FA5}">
                      <a16:colId xmlns:a16="http://schemas.microsoft.com/office/drawing/2014/main" val="4202690658"/>
                    </a:ext>
                  </a:extLst>
                </a:gridCol>
                <a:gridCol w="4262531">
                  <a:extLst>
                    <a:ext uri="{9D8B030D-6E8A-4147-A177-3AD203B41FA5}">
                      <a16:colId xmlns:a16="http://schemas.microsoft.com/office/drawing/2014/main" val="3768105406"/>
                    </a:ext>
                  </a:extLst>
                </a:gridCol>
              </a:tblGrid>
              <a:tr h="129886">
                <a:tc>
                  <a:txBody>
                    <a:bodyPr/>
                    <a:lstStyle/>
                    <a:p>
                      <a:pPr algn="ctr" fontAlgn="b">
                        <a:buNone/>
                      </a:pPr>
                      <a:r>
                        <a:rPr lang="en-AU" sz="1800" u="none" strike="noStrike">
                          <a:effectLst/>
                        </a:rPr>
                        <a:t>Technique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b">
                        <a:buNone/>
                      </a:pPr>
                      <a:r>
                        <a:rPr lang="en-AU" sz="1800" u="none" strike="noStrike">
                          <a:effectLst/>
                        </a:rPr>
                        <a:t>Explanation</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fontAlgn="b">
                        <a:buNone/>
                      </a:pPr>
                      <a:r>
                        <a:rPr lang="en-AU" sz="1800" u="none" strike="noStrike">
                          <a:effectLst/>
                        </a:rPr>
                        <a:t>Example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9291270"/>
                  </a:ext>
                </a:extLst>
              </a:tr>
            </a:tbl>
          </a:graphicData>
        </a:graphic>
      </p:graphicFrame>
      <p:sp>
        <p:nvSpPr>
          <p:cNvPr id="12" name="Rounded Rectangle 11">
            <a:extLst>
              <a:ext uri="{FF2B5EF4-FFF2-40B4-BE49-F238E27FC236}">
                <a16:creationId xmlns:a16="http://schemas.microsoft.com/office/drawing/2014/main" id="{2265BB22-5449-5B4C-5C46-5DFFEE55EC5E}"/>
              </a:ext>
            </a:extLst>
          </p:cNvPr>
          <p:cNvSpPr/>
          <p:nvPr/>
        </p:nvSpPr>
        <p:spPr>
          <a:xfrm>
            <a:off x="395645" y="919355"/>
            <a:ext cx="2970800" cy="815435"/>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Frequency and noise analysis</a:t>
            </a:r>
            <a:endParaRPr lang="en-AU" sz="1600" b="1">
              <a:solidFill>
                <a:schemeClr val="tx1"/>
              </a:solidFill>
              <a:latin typeface="Aptos Narrow" panose="020B0004020202020204" pitchFamily="34" charset="0"/>
            </a:endParaRPr>
          </a:p>
        </p:txBody>
      </p:sp>
      <p:sp>
        <p:nvSpPr>
          <p:cNvPr id="18" name="Rounded Rectangle 17">
            <a:extLst>
              <a:ext uri="{FF2B5EF4-FFF2-40B4-BE49-F238E27FC236}">
                <a16:creationId xmlns:a16="http://schemas.microsoft.com/office/drawing/2014/main" id="{79F5E223-1549-8DF0-F856-357E87514236}"/>
              </a:ext>
            </a:extLst>
          </p:cNvPr>
          <p:cNvSpPr/>
          <p:nvPr/>
        </p:nvSpPr>
        <p:spPr>
          <a:xfrm>
            <a:off x="7621947" y="926092"/>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latin typeface="Arial" panose="020B0604020202020204" pitchFamily="34" charset="0"/>
                <a:cs typeface="Arial" panose="020B0604020202020204" pitchFamily="34" charset="0"/>
              </a:rPr>
              <a:t>Noise and processing inconsistencies</a:t>
            </a:r>
          </a:p>
          <a:p>
            <a:pPr marL="285750" indent="-285750" fontAlgn="b">
              <a:buFont typeface="Arial" panose="020B0604020202020204" pitchFamily="34" charset="0"/>
              <a:buChar char="•"/>
            </a:pPr>
            <a:r>
              <a:rPr lang="en-AU" sz="1600">
                <a:solidFill>
                  <a:schemeClr val="tx1"/>
                </a:solidFill>
                <a:latin typeface="Arial" panose="020B0604020202020204" pitchFamily="34" charset="0"/>
                <a:cs typeface="Arial" panose="020B0604020202020204" pitchFamily="34" charset="0"/>
              </a:rPr>
              <a:t>Weak fine texture</a:t>
            </a:r>
          </a:p>
        </p:txBody>
      </p:sp>
      <p:sp>
        <p:nvSpPr>
          <p:cNvPr id="19" name="Rounded Rectangle 18">
            <a:extLst>
              <a:ext uri="{FF2B5EF4-FFF2-40B4-BE49-F238E27FC236}">
                <a16:creationId xmlns:a16="http://schemas.microsoft.com/office/drawing/2014/main" id="{5D31AF55-61CA-D138-B3DC-CF4FE3EC71D6}"/>
              </a:ext>
            </a:extLst>
          </p:cNvPr>
          <p:cNvSpPr/>
          <p:nvPr/>
        </p:nvSpPr>
        <p:spPr>
          <a:xfrm>
            <a:off x="3366445" y="919356"/>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Examines hidden pixel patterns that cameras and generators leave behind.</a:t>
            </a:r>
            <a:endParaRPr lang="en-AU" sz="1600">
              <a:solidFill>
                <a:schemeClr val="tx1"/>
              </a:solidFill>
              <a:latin typeface="Aptos Narrow" panose="020B0004020202020204" pitchFamily="34" charset="0"/>
            </a:endParaRPr>
          </a:p>
        </p:txBody>
      </p:sp>
      <p:sp>
        <p:nvSpPr>
          <p:cNvPr id="17" name="TextBox 16">
            <a:extLst>
              <a:ext uri="{FF2B5EF4-FFF2-40B4-BE49-F238E27FC236}">
                <a16:creationId xmlns:a16="http://schemas.microsoft.com/office/drawing/2014/main" id="{CC6FCBC1-765A-B7A2-D24D-B1D16F8841AD}"/>
              </a:ext>
            </a:extLst>
          </p:cNvPr>
          <p:cNvSpPr txBox="1"/>
          <p:nvPr/>
        </p:nvSpPr>
        <p:spPr>
          <a:xfrm>
            <a:off x="379218" y="6425431"/>
            <a:ext cx="7398262" cy="408623"/>
          </a:xfrm>
          <a:prstGeom prst="roundRect">
            <a:avLst/>
          </a:prstGeom>
          <a:solidFill>
            <a:srgbClr val="2EA836">
              <a:alpha val="29804"/>
            </a:srgbClr>
          </a:solidFill>
          <a:ln>
            <a:solidFill>
              <a:srgbClr val="7030A0"/>
            </a:solidFill>
          </a:ln>
        </p:spPr>
        <p:txBody>
          <a:bodyPr wrap="square" rtlCol="0">
            <a:spAutoFit/>
          </a:bodyPr>
          <a:lstStyle/>
          <a:p>
            <a:pPr algn="ctr"/>
            <a:r>
              <a:rPr lang="en-AU" b="1"/>
              <a:t>We will try this later in the hands-on session.</a:t>
            </a:r>
          </a:p>
        </p:txBody>
      </p:sp>
      <p:sp>
        <p:nvSpPr>
          <p:cNvPr id="24" name="TextBox 23">
            <a:extLst>
              <a:ext uri="{FF2B5EF4-FFF2-40B4-BE49-F238E27FC236}">
                <a16:creationId xmlns:a16="http://schemas.microsoft.com/office/drawing/2014/main" id="{2343CBCA-3CD5-26ED-B946-6F16EF752E8B}"/>
              </a:ext>
            </a:extLst>
          </p:cNvPr>
          <p:cNvSpPr txBox="1"/>
          <p:nvPr/>
        </p:nvSpPr>
        <p:spPr>
          <a:xfrm>
            <a:off x="379218" y="5092923"/>
            <a:ext cx="11479758" cy="1048643"/>
          </a:xfrm>
          <a:prstGeom prst="roundRect">
            <a:avLst>
              <a:gd name="adj" fmla="val 8187"/>
            </a:avLst>
          </a:prstGeom>
          <a:solidFill>
            <a:srgbClr val="DDC9EF">
              <a:alpha val="29804"/>
            </a:srgbClr>
          </a:solidFill>
          <a:ln>
            <a:solidFill>
              <a:srgbClr val="7030A0"/>
            </a:solidFill>
          </a:ln>
        </p:spPr>
        <p:txBody>
          <a:bodyPr wrap="square" rtlCol="0">
            <a:spAutoFit/>
          </a:bodyPr>
          <a:lstStyle/>
          <a:p>
            <a:pPr marL="285750" indent="-285750">
              <a:spcAft>
                <a:spcPts val="600"/>
              </a:spcAft>
              <a:buFont typeface="Arial" panose="020B0604020202020204" pitchFamily="34" charset="0"/>
              <a:buChar char="•"/>
            </a:pPr>
            <a:r>
              <a:rPr lang="en-AU"/>
              <a:t>Apply the same high-pass filter to both images. The swapped face has weaker fine texture. In come cases, processes such as smoothing or compression can also cause this.</a:t>
            </a:r>
          </a:p>
          <a:p>
            <a:pPr marL="285750" indent="-285750">
              <a:spcAft>
                <a:spcPts val="600"/>
              </a:spcAft>
              <a:buFont typeface="Arial" panose="020B0604020202020204" pitchFamily="34" charset="0"/>
              <a:buChar char="•"/>
            </a:pPr>
            <a:r>
              <a:rPr lang="en-AU" b="1" u="sng"/>
              <a:t>Face swapping and editing can introduce Inconsistencies of noise</a:t>
            </a:r>
            <a:r>
              <a:rPr lang="en-AU" u="sng"/>
              <a:t> </a:t>
            </a:r>
            <a:r>
              <a:rPr lang="en-AU"/>
              <a:t>and processing pattern.</a:t>
            </a:r>
          </a:p>
        </p:txBody>
      </p:sp>
    </p:spTree>
    <p:extLst>
      <p:ext uri="{BB962C8B-B14F-4D97-AF65-F5344CB8AC3E}">
        <p14:creationId xmlns:p14="http://schemas.microsoft.com/office/powerpoint/2010/main" val="8396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1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heel(1)">
                                      <p:cBhvr>
                                        <p:cTn id="12" dur="10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arn(outVertical)">
                                      <p:cBhvr>
                                        <p:cTn id="17" dur="500"/>
                                        <p:tgtEl>
                                          <p:spTgt spid="24"/>
                                        </p:tgtEl>
                                      </p:cBhvr>
                                    </p:animEffect>
                                  </p:childTnLst>
                                </p:cTn>
                              </p:par>
                              <p:par>
                                <p:cTn id="18" presetID="16" presetClass="entr" presetSubtype="37"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barn(outVertical)">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BF6D-B8CE-FC81-A8A0-F6CBFD74EFC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BED6ED6-A4BC-744E-A991-CA3F2F631595}"/>
              </a:ext>
            </a:extLst>
          </p:cNvPr>
          <p:cNvSpPr>
            <a:spLocks noGrp="1"/>
          </p:cNvSpPr>
          <p:nvPr>
            <p:ph type="title"/>
          </p:nvPr>
        </p:nvSpPr>
        <p:spPr>
          <a:xfrm>
            <a:off x="119336" y="92075"/>
            <a:ext cx="10801350" cy="469056"/>
          </a:xfrm>
        </p:spPr>
        <p:txBody>
          <a:bodyPr/>
          <a:lstStyle/>
          <a:p>
            <a:r>
              <a:rPr lang="en-AU">
                <a:solidFill>
                  <a:schemeClr val="bg1"/>
                </a:solidFill>
              </a:rPr>
              <a:t>Detection </a:t>
            </a:r>
            <a:r>
              <a:rPr lang="en-AU">
                <a:solidFill>
                  <a:schemeClr val="bg1"/>
                </a:solidFill>
                <a:sym typeface="Wingdings" pitchFamily="2" charset="2"/>
              </a:rPr>
              <a:t> Common Types of Detections</a:t>
            </a:r>
            <a:endParaRPr lang="en-AU">
              <a:solidFill>
                <a:schemeClr val="bg1"/>
              </a:solidFill>
            </a:endParaRPr>
          </a:p>
        </p:txBody>
      </p:sp>
      <p:sp>
        <p:nvSpPr>
          <p:cNvPr id="13" name="Slide Number Placeholder 12">
            <a:extLst>
              <a:ext uri="{FF2B5EF4-FFF2-40B4-BE49-F238E27FC236}">
                <a16:creationId xmlns:a16="http://schemas.microsoft.com/office/drawing/2014/main" id="{777489A5-3D3E-5A74-A424-DF78C7DC5543}"/>
              </a:ext>
            </a:extLst>
          </p:cNvPr>
          <p:cNvSpPr>
            <a:spLocks noGrp="1"/>
          </p:cNvSpPr>
          <p:nvPr>
            <p:ph type="sldNum" sz="quarter" idx="18"/>
          </p:nvPr>
        </p:nvSpPr>
        <p:spPr/>
        <p:txBody>
          <a:bodyPr/>
          <a:lstStyle/>
          <a:p>
            <a:fld id="{E917DE0E-AFB1-41FD-BC35-27DB61CA125F}" type="slidenum">
              <a:rPr lang="en-AU" smtClean="0"/>
              <a:pPr/>
              <a:t>41</a:t>
            </a:fld>
            <a:endParaRPr lang="en-AU"/>
          </a:p>
        </p:txBody>
      </p:sp>
      <p:grpSp>
        <p:nvGrpSpPr>
          <p:cNvPr id="19" name="Group 18">
            <a:extLst>
              <a:ext uri="{FF2B5EF4-FFF2-40B4-BE49-F238E27FC236}">
                <a16:creationId xmlns:a16="http://schemas.microsoft.com/office/drawing/2014/main" id="{31524721-CECB-F1E0-C3A5-E6342B79A7A0}"/>
              </a:ext>
            </a:extLst>
          </p:cNvPr>
          <p:cNvGrpSpPr/>
          <p:nvPr/>
        </p:nvGrpSpPr>
        <p:grpSpPr>
          <a:xfrm>
            <a:off x="372964" y="1887184"/>
            <a:ext cx="5605694" cy="2842269"/>
            <a:chOff x="132334" y="1887184"/>
            <a:chExt cx="5605694" cy="2842269"/>
          </a:xfrm>
        </p:grpSpPr>
        <p:sp>
          <p:nvSpPr>
            <p:cNvPr id="7" name="Rounded Rectangle 6">
              <a:extLst>
                <a:ext uri="{FF2B5EF4-FFF2-40B4-BE49-F238E27FC236}">
                  <a16:creationId xmlns:a16="http://schemas.microsoft.com/office/drawing/2014/main" id="{6DB324A5-DE1B-36E2-0655-1A33931939DE}"/>
                </a:ext>
              </a:extLst>
            </p:cNvPr>
            <p:cNvSpPr/>
            <p:nvPr/>
          </p:nvSpPr>
          <p:spPr>
            <a:xfrm>
              <a:off x="132334" y="1887184"/>
              <a:ext cx="5605694" cy="2842269"/>
            </a:xfrm>
            <a:prstGeom prst="roundRect">
              <a:avLst>
                <a:gd name="adj" fmla="val 3766"/>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fontAlgn="b"/>
              <a:r>
                <a:rPr lang="en-AU" sz="1600">
                  <a:solidFill>
                    <a:schemeClr val="tx1"/>
                  </a:solidFill>
                </a:rPr>
                <a:t>Authentic</a:t>
              </a:r>
            </a:p>
          </p:txBody>
        </p:sp>
        <p:pic>
          <p:nvPicPr>
            <p:cNvPr id="6" name="Picture 5">
              <a:extLst>
                <a:ext uri="{FF2B5EF4-FFF2-40B4-BE49-F238E27FC236}">
                  <a16:creationId xmlns:a16="http://schemas.microsoft.com/office/drawing/2014/main" id="{783B11A0-324B-60E7-63B3-EE97A180B3C9}"/>
                </a:ext>
              </a:extLst>
            </p:cNvPr>
            <p:cNvPicPr>
              <a:picLocks noChangeAspect="1"/>
            </p:cNvPicPr>
            <p:nvPr/>
          </p:nvPicPr>
          <p:blipFill>
            <a:blip r:embed="rId3"/>
            <a:stretch>
              <a:fillRect/>
            </a:stretch>
          </p:blipFill>
          <p:spPr>
            <a:xfrm>
              <a:off x="461552" y="2279256"/>
              <a:ext cx="2264445" cy="2247917"/>
            </a:xfrm>
            <a:prstGeom prst="rect">
              <a:avLst/>
            </a:prstGeom>
          </p:spPr>
        </p:pic>
        <p:pic>
          <p:nvPicPr>
            <p:cNvPr id="11" name="Picture 10">
              <a:extLst>
                <a:ext uri="{FF2B5EF4-FFF2-40B4-BE49-F238E27FC236}">
                  <a16:creationId xmlns:a16="http://schemas.microsoft.com/office/drawing/2014/main" id="{911143C7-7364-5E39-5566-8BB999C55445}"/>
                </a:ext>
              </a:extLst>
            </p:cNvPr>
            <p:cNvPicPr>
              <a:picLocks noChangeAspect="1"/>
            </p:cNvPicPr>
            <p:nvPr/>
          </p:nvPicPr>
          <p:blipFill>
            <a:blip r:embed="rId4"/>
            <a:stretch>
              <a:fillRect/>
            </a:stretch>
          </p:blipFill>
          <p:spPr>
            <a:xfrm>
              <a:off x="3133183" y="2279257"/>
              <a:ext cx="2264445" cy="2247917"/>
            </a:xfrm>
            <a:prstGeom prst="rect">
              <a:avLst/>
            </a:prstGeom>
          </p:spPr>
        </p:pic>
      </p:grpSp>
      <p:grpSp>
        <p:nvGrpSpPr>
          <p:cNvPr id="20" name="Group 19">
            <a:extLst>
              <a:ext uri="{FF2B5EF4-FFF2-40B4-BE49-F238E27FC236}">
                <a16:creationId xmlns:a16="http://schemas.microsoft.com/office/drawing/2014/main" id="{A9C52827-B028-CBC6-6608-7091F84F73A1}"/>
              </a:ext>
            </a:extLst>
          </p:cNvPr>
          <p:cNvGrpSpPr/>
          <p:nvPr/>
        </p:nvGrpSpPr>
        <p:grpSpPr>
          <a:xfrm>
            <a:off x="6249951" y="1887184"/>
            <a:ext cx="5589773" cy="2842269"/>
            <a:chOff x="6009321" y="1887184"/>
            <a:chExt cx="5589773" cy="2842269"/>
          </a:xfrm>
        </p:grpSpPr>
        <p:sp>
          <p:nvSpPr>
            <p:cNvPr id="5" name="Rounded Rectangle 4">
              <a:extLst>
                <a:ext uri="{FF2B5EF4-FFF2-40B4-BE49-F238E27FC236}">
                  <a16:creationId xmlns:a16="http://schemas.microsoft.com/office/drawing/2014/main" id="{50812238-9ADC-B881-FC04-B3402D8A8F5B}"/>
                </a:ext>
              </a:extLst>
            </p:cNvPr>
            <p:cNvSpPr/>
            <p:nvPr/>
          </p:nvSpPr>
          <p:spPr>
            <a:xfrm>
              <a:off x="6009321" y="1887184"/>
              <a:ext cx="5589773" cy="2842269"/>
            </a:xfrm>
            <a:prstGeom prst="roundRect">
              <a:avLst>
                <a:gd name="adj" fmla="val 3766"/>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fontAlgn="b"/>
              <a:r>
                <a:rPr lang="en-AU" sz="1600">
                  <a:solidFill>
                    <a:schemeClr val="tx1"/>
                  </a:solidFill>
                </a:rPr>
                <a:t>Face-Swapped (z-image generated fiction people)</a:t>
              </a:r>
            </a:p>
            <a:p>
              <a:pPr algn="ctr" fontAlgn="b"/>
              <a:endParaRPr lang="en-AU" sz="1600" b="1">
                <a:solidFill>
                  <a:schemeClr val="tx1"/>
                </a:solidFill>
                <a:latin typeface="Aptos Narrow" panose="020B0004020202020204" pitchFamily="34" charset="0"/>
              </a:endParaRPr>
            </a:p>
          </p:txBody>
        </p:sp>
        <p:pic>
          <p:nvPicPr>
            <p:cNvPr id="9" name="Picture 8">
              <a:extLst>
                <a:ext uri="{FF2B5EF4-FFF2-40B4-BE49-F238E27FC236}">
                  <a16:creationId xmlns:a16="http://schemas.microsoft.com/office/drawing/2014/main" id="{A8BBB806-7740-631A-CA11-E1140A964B60}"/>
                </a:ext>
              </a:extLst>
            </p:cNvPr>
            <p:cNvPicPr>
              <a:picLocks noChangeAspect="1"/>
            </p:cNvPicPr>
            <p:nvPr/>
          </p:nvPicPr>
          <p:blipFill>
            <a:blip r:embed="rId5"/>
            <a:stretch>
              <a:fillRect/>
            </a:stretch>
          </p:blipFill>
          <p:spPr>
            <a:xfrm>
              <a:off x="6347963" y="2282121"/>
              <a:ext cx="2264445" cy="2247917"/>
            </a:xfrm>
            <a:prstGeom prst="rect">
              <a:avLst/>
            </a:prstGeom>
          </p:spPr>
        </p:pic>
        <p:pic>
          <p:nvPicPr>
            <p:cNvPr id="14" name="Picture 13">
              <a:extLst>
                <a:ext uri="{FF2B5EF4-FFF2-40B4-BE49-F238E27FC236}">
                  <a16:creationId xmlns:a16="http://schemas.microsoft.com/office/drawing/2014/main" id="{379317AB-48B9-C9A8-2ECE-918D40B3971E}"/>
                </a:ext>
              </a:extLst>
            </p:cNvPr>
            <p:cNvPicPr>
              <a:picLocks noChangeAspect="1"/>
            </p:cNvPicPr>
            <p:nvPr/>
          </p:nvPicPr>
          <p:blipFill>
            <a:blip r:embed="rId6"/>
            <a:stretch>
              <a:fillRect/>
            </a:stretch>
          </p:blipFill>
          <p:spPr>
            <a:xfrm>
              <a:off x="9088139" y="2287250"/>
              <a:ext cx="2264445" cy="2247917"/>
            </a:xfrm>
            <a:prstGeom prst="rect">
              <a:avLst/>
            </a:prstGeom>
          </p:spPr>
        </p:pic>
      </p:grpSp>
      <p:graphicFrame>
        <p:nvGraphicFramePr>
          <p:cNvPr id="4" name="Table 3">
            <a:extLst>
              <a:ext uri="{FF2B5EF4-FFF2-40B4-BE49-F238E27FC236}">
                <a16:creationId xmlns:a16="http://schemas.microsoft.com/office/drawing/2014/main" id="{3034AAFC-3A0D-54DD-971B-1CE48121E3B4}"/>
              </a:ext>
            </a:extLst>
          </p:cNvPr>
          <p:cNvGraphicFramePr>
            <a:graphicFrameLocks noGrp="1"/>
          </p:cNvGraphicFramePr>
          <p:nvPr>
            <p:extLst>
              <p:ext uri="{D42A27DB-BD31-4B8C-83A1-F6EECF244321}">
                <p14:modId xmlns:p14="http://schemas.microsoft.com/office/powerpoint/2010/main" val="1974434329"/>
              </p:ext>
            </p:extLst>
          </p:nvPr>
        </p:nvGraphicFramePr>
        <p:xfrm>
          <a:off x="376393" y="647090"/>
          <a:ext cx="11463331" cy="280408"/>
        </p:xfrm>
        <a:graphic>
          <a:graphicData uri="http://schemas.openxmlformats.org/drawingml/2006/table">
            <a:tbl>
              <a:tblPr>
                <a:tableStyleId>{5C22544A-7EE6-4342-B048-85BDC9FD1C3A}</a:tableStyleId>
              </a:tblPr>
              <a:tblGrid>
                <a:gridCol w="2952328">
                  <a:extLst>
                    <a:ext uri="{9D8B030D-6E8A-4147-A177-3AD203B41FA5}">
                      <a16:colId xmlns:a16="http://schemas.microsoft.com/office/drawing/2014/main" val="1509136722"/>
                    </a:ext>
                  </a:extLst>
                </a:gridCol>
                <a:gridCol w="4248472">
                  <a:extLst>
                    <a:ext uri="{9D8B030D-6E8A-4147-A177-3AD203B41FA5}">
                      <a16:colId xmlns:a16="http://schemas.microsoft.com/office/drawing/2014/main" val="4202690658"/>
                    </a:ext>
                  </a:extLst>
                </a:gridCol>
                <a:gridCol w="4262531">
                  <a:extLst>
                    <a:ext uri="{9D8B030D-6E8A-4147-A177-3AD203B41FA5}">
                      <a16:colId xmlns:a16="http://schemas.microsoft.com/office/drawing/2014/main" val="3768105406"/>
                    </a:ext>
                  </a:extLst>
                </a:gridCol>
              </a:tblGrid>
              <a:tr h="129886">
                <a:tc>
                  <a:txBody>
                    <a:bodyPr/>
                    <a:lstStyle/>
                    <a:p>
                      <a:pPr algn="ctr" fontAlgn="b">
                        <a:buNone/>
                      </a:pPr>
                      <a:r>
                        <a:rPr lang="en-AU" sz="1800" u="none" strike="noStrike">
                          <a:effectLst/>
                        </a:rPr>
                        <a:t>Technique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b">
                        <a:buNone/>
                      </a:pPr>
                      <a:r>
                        <a:rPr lang="en-AU" sz="1800" u="none" strike="noStrike">
                          <a:effectLst/>
                        </a:rPr>
                        <a:t>Explanation</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fontAlgn="b">
                        <a:buNone/>
                      </a:pPr>
                      <a:r>
                        <a:rPr lang="en-AU" sz="1800" u="none" strike="noStrike">
                          <a:effectLst/>
                        </a:rPr>
                        <a:t>Example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9291270"/>
                  </a:ext>
                </a:extLst>
              </a:tr>
            </a:tbl>
          </a:graphicData>
        </a:graphic>
      </p:graphicFrame>
      <p:sp>
        <p:nvSpPr>
          <p:cNvPr id="12" name="Rounded Rectangle 11">
            <a:extLst>
              <a:ext uri="{FF2B5EF4-FFF2-40B4-BE49-F238E27FC236}">
                <a16:creationId xmlns:a16="http://schemas.microsoft.com/office/drawing/2014/main" id="{4747D20C-E2A1-C5C5-C8B9-BA1F2CE0BD42}"/>
              </a:ext>
            </a:extLst>
          </p:cNvPr>
          <p:cNvSpPr/>
          <p:nvPr/>
        </p:nvSpPr>
        <p:spPr>
          <a:xfrm>
            <a:off x="372964" y="919961"/>
            <a:ext cx="2939328" cy="815433"/>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Processing traces</a:t>
            </a:r>
            <a:endParaRPr lang="en-AU" sz="1600" b="1">
              <a:solidFill>
                <a:schemeClr val="tx1"/>
              </a:solidFill>
              <a:latin typeface="Aptos Narrow" panose="020B0004020202020204" pitchFamily="34" charset="0"/>
            </a:endParaRPr>
          </a:p>
        </p:txBody>
      </p:sp>
      <p:sp>
        <p:nvSpPr>
          <p:cNvPr id="15" name="Rounded Rectangle 14">
            <a:extLst>
              <a:ext uri="{FF2B5EF4-FFF2-40B4-BE49-F238E27FC236}">
                <a16:creationId xmlns:a16="http://schemas.microsoft.com/office/drawing/2014/main" id="{B099DB7A-A5A5-CDF1-BA65-48EF05881886}"/>
              </a:ext>
            </a:extLst>
          </p:cNvPr>
          <p:cNvSpPr/>
          <p:nvPr/>
        </p:nvSpPr>
        <p:spPr>
          <a:xfrm>
            <a:off x="7584222" y="927498"/>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A face-swap process leaves a faint blending boundary</a:t>
            </a:r>
            <a:endParaRPr lang="en-AU" sz="1600">
              <a:solidFill>
                <a:schemeClr val="tx1"/>
              </a:solidFill>
              <a:latin typeface="Aptos Narrow" panose="020B0004020202020204" pitchFamily="34" charset="0"/>
            </a:endParaRPr>
          </a:p>
        </p:txBody>
      </p:sp>
      <p:sp>
        <p:nvSpPr>
          <p:cNvPr id="16" name="Rounded Rectangle 15">
            <a:extLst>
              <a:ext uri="{FF2B5EF4-FFF2-40B4-BE49-F238E27FC236}">
                <a16:creationId xmlns:a16="http://schemas.microsoft.com/office/drawing/2014/main" id="{27C19B4F-A8D3-A3CC-033F-5BDE084E3791}"/>
              </a:ext>
            </a:extLst>
          </p:cNvPr>
          <p:cNvSpPr/>
          <p:nvPr/>
        </p:nvSpPr>
        <p:spPr>
          <a:xfrm>
            <a:off x="3320506" y="919961"/>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Looks for patterns left by operations such as blending or editing</a:t>
            </a:r>
            <a:endParaRPr lang="en-AU" sz="1600">
              <a:solidFill>
                <a:schemeClr val="tx1"/>
              </a:solidFill>
              <a:latin typeface="Aptos Narrow" panose="020B0004020202020204" pitchFamily="34" charset="0"/>
            </a:endParaRPr>
          </a:p>
        </p:txBody>
      </p:sp>
      <p:sp>
        <p:nvSpPr>
          <p:cNvPr id="21" name="TextBox 20">
            <a:extLst>
              <a:ext uri="{FF2B5EF4-FFF2-40B4-BE49-F238E27FC236}">
                <a16:creationId xmlns:a16="http://schemas.microsoft.com/office/drawing/2014/main" id="{DA99C067-CFA9-C398-845E-B638FD51394E}"/>
              </a:ext>
            </a:extLst>
          </p:cNvPr>
          <p:cNvSpPr txBox="1"/>
          <p:nvPr/>
        </p:nvSpPr>
        <p:spPr>
          <a:xfrm>
            <a:off x="372964" y="4836194"/>
            <a:ext cx="11466760" cy="1432798"/>
          </a:xfrm>
          <a:prstGeom prst="roundRect">
            <a:avLst>
              <a:gd name="adj" fmla="val 10869"/>
            </a:avLst>
          </a:prstGeom>
          <a:solidFill>
            <a:srgbClr val="DDC9EF">
              <a:alpha val="29804"/>
            </a:srgbClr>
          </a:solidFill>
          <a:ln>
            <a:solidFill>
              <a:srgbClr val="7030A0"/>
            </a:solidFill>
          </a:ln>
        </p:spPr>
        <p:txBody>
          <a:bodyPr wrap="square" rtlCol="0">
            <a:spAutoFit/>
          </a:bodyPr>
          <a:lstStyle/>
          <a:p>
            <a:pPr marL="285750" indent="-285750">
              <a:spcAft>
                <a:spcPts val="600"/>
              </a:spcAft>
              <a:buFont typeface="Arial" panose="020B0604020202020204" pitchFamily="34" charset="0"/>
              <a:buChar char="•"/>
            </a:pPr>
            <a:r>
              <a:rPr lang="en-AU"/>
              <a:t>Compare two portrait recompression-difference view (Error Level Analysis).</a:t>
            </a:r>
          </a:p>
          <a:p>
            <a:pPr marL="285750" indent="-285750">
              <a:spcAft>
                <a:spcPts val="600"/>
              </a:spcAft>
              <a:buFont typeface="Arial" panose="020B0604020202020204" pitchFamily="34" charset="0"/>
              <a:buChar char="•"/>
            </a:pPr>
            <a:r>
              <a:rPr lang="en-AU"/>
              <a:t>Right hand side ELA appear darker than the corresponding region, which could be a sign of face swap, as it they change less during recompression</a:t>
            </a:r>
          </a:p>
          <a:p>
            <a:pPr marL="285750" indent="-285750">
              <a:spcAft>
                <a:spcPts val="600"/>
              </a:spcAft>
              <a:buFont typeface="Arial" panose="020B0604020202020204" pitchFamily="34" charset="0"/>
              <a:buChar char="•"/>
            </a:pPr>
            <a:r>
              <a:rPr lang="en-AU"/>
              <a:t>Face swapping and editing can leave local differences in texture and compression response. </a:t>
            </a:r>
          </a:p>
        </p:txBody>
      </p:sp>
      <p:sp>
        <p:nvSpPr>
          <p:cNvPr id="23" name="TextBox 22">
            <a:extLst>
              <a:ext uri="{FF2B5EF4-FFF2-40B4-BE49-F238E27FC236}">
                <a16:creationId xmlns:a16="http://schemas.microsoft.com/office/drawing/2014/main" id="{139A1FCC-BBFF-6D22-F8CD-CCF6FC18F8F7}"/>
              </a:ext>
            </a:extLst>
          </p:cNvPr>
          <p:cNvSpPr txBox="1"/>
          <p:nvPr/>
        </p:nvSpPr>
        <p:spPr>
          <a:xfrm>
            <a:off x="372964" y="6366927"/>
            <a:ext cx="7172516" cy="408623"/>
          </a:xfrm>
          <a:prstGeom prst="roundRect">
            <a:avLst/>
          </a:prstGeom>
          <a:solidFill>
            <a:srgbClr val="2EA836">
              <a:alpha val="29804"/>
            </a:srgbClr>
          </a:solidFill>
          <a:ln>
            <a:solidFill>
              <a:srgbClr val="7030A0"/>
            </a:solidFill>
          </a:ln>
        </p:spPr>
        <p:txBody>
          <a:bodyPr wrap="square" rtlCol="0">
            <a:spAutoFit/>
          </a:bodyPr>
          <a:lstStyle/>
          <a:p>
            <a:pPr algn="ctr"/>
            <a:r>
              <a:rPr lang="en-AU" b="1"/>
              <a:t>We will try this later in the hands-on session.</a:t>
            </a:r>
          </a:p>
        </p:txBody>
      </p:sp>
    </p:spTree>
    <p:extLst>
      <p:ext uri="{BB962C8B-B14F-4D97-AF65-F5344CB8AC3E}">
        <p14:creationId xmlns:p14="http://schemas.microsoft.com/office/powerpoint/2010/main" val="292294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1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heel(1)">
                                      <p:cBhvr>
                                        <p:cTn id="12" dur="10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bg/>
                                          </p:spTgt>
                                        </p:tgtEl>
                                        <p:attrNameLst>
                                          <p:attrName>style.visibility</p:attrName>
                                        </p:attrNameLst>
                                      </p:cBhvr>
                                      <p:to>
                                        <p:strVal val="visible"/>
                                      </p:to>
                                    </p:set>
                                    <p:animEffect transition="in" filter="fade">
                                      <p:cBhvr>
                                        <p:cTn id="17" dur="500"/>
                                        <p:tgtEl>
                                          <p:spTgt spid="21">
                                            <p:bg/>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xEl>
                                              <p:pRg st="0" end="0"/>
                                            </p:txEl>
                                          </p:spTgt>
                                        </p:tgtEl>
                                        <p:attrNameLst>
                                          <p:attrName>style.visibility</p:attrName>
                                        </p:attrNameLst>
                                      </p:cBhvr>
                                      <p:to>
                                        <p:strVal val="visible"/>
                                      </p:to>
                                    </p:set>
                                    <p:animEffect transition="in" filter="fade">
                                      <p:cBhvr>
                                        <p:cTn id="22" dur="500"/>
                                        <p:tgtEl>
                                          <p:spTgt spid="2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xEl>
                                              <p:pRg st="1" end="1"/>
                                            </p:txEl>
                                          </p:spTgt>
                                        </p:tgtEl>
                                        <p:attrNameLst>
                                          <p:attrName>style.visibility</p:attrName>
                                        </p:attrNameLst>
                                      </p:cBhvr>
                                      <p:to>
                                        <p:strVal val="visible"/>
                                      </p:to>
                                    </p:set>
                                    <p:animEffect transition="in" filter="fade">
                                      <p:cBhvr>
                                        <p:cTn id="27" dur="500"/>
                                        <p:tgtEl>
                                          <p:spTgt spid="21">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xEl>
                                              <p:pRg st="2" end="2"/>
                                            </p:txEl>
                                          </p:spTgt>
                                        </p:tgtEl>
                                        <p:attrNameLst>
                                          <p:attrName>style.visibility</p:attrName>
                                        </p:attrNameLst>
                                      </p:cBhvr>
                                      <p:to>
                                        <p:strVal val="visible"/>
                                      </p:to>
                                    </p:set>
                                    <p:animEffect transition="in" filter="fade">
                                      <p:cBhvr>
                                        <p:cTn id="32" dur="500"/>
                                        <p:tgtEl>
                                          <p:spTgt spid="21">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arn(outVertical)">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CCBD0-DCE8-D3A2-772C-584E2B0EE0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9BFA787-2D81-F192-1FB6-4E1100DC0969}"/>
              </a:ext>
            </a:extLst>
          </p:cNvPr>
          <p:cNvSpPr>
            <a:spLocks noGrp="1"/>
          </p:cNvSpPr>
          <p:nvPr>
            <p:ph type="title"/>
          </p:nvPr>
        </p:nvSpPr>
        <p:spPr>
          <a:xfrm>
            <a:off x="119336" y="92075"/>
            <a:ext cx="10801350" cy="469056"/>
          </a:xfrm>
        </p:spPr>
        <p:txBody>
          <a:bodyPr/>
          <a:lstStyle/>
          <a:p>
            <a:r>
              <a:rPr lang="en-AU">
                <a:solidFill>
                  <a:schemeClr val="bg1"/>
                </a:solidFill>
              </a:rPr>
              <a:t>Detection </a:t>
            </a:r>
            <a:r>
              <a:rPr lang="en-AU">
                <a:solidFill>
                  <a:schemeClr val="bg1"/>
                </a:solidFill>
                <a:sym typeface="Wingdings" pitchFamily="2" charset="2"/>
              </a:rPr>
              <a:t> Common Types of Detections</a:t>
            </a:r>
            <a:endParaRPr lang="en-AU">
              <a:solidFill>
                <a:schemeClr val="bg1"/>
              </a:solidFill>
            </a:endParaRPr>
          </a:p>
        </p:txBody>
      </p:sp>
      <p:sp>
        <p:nvSpPr>
          <p:cNvPr id="13" name="Slide Number Placeholder 12">
            <a:extLst>
              <a:ext uri="{FF2B5EF4-FFF2-40B4-BE49-F238E27FC236}">
                <a16:creationId xmlns:a16="http://schemas.microsoft.com/office/drawing/2014/main" id="{F19EEE00-DCCE-4793-327E-FB8CEA568BDC}"/>
              </a:ext>
            </a:extLst>
          </p:cNvPr>
          <p:cNvSpPr>
            <a:spLocks noGrp="1"/>
          </p:cNvSpPr>
          <p:nvPr>
            <p:ph type="sldNum" sz="quarter" idx="18"/>
          </p:nvPr>
        </p:nvSpPr>
        <p:spPr/>
        <p:txBody>
          <a:bodyPr/>
          <a:lstStyle/>
          <a:p>
            <a:fld id="{E917DE0E-AFB1-41FD-BC35-27DB61CA125F}" type="slidenum">
              <a:rPr lang="en-AU" smtClean="0"/>
              <a:pPr/>
              <a:t>42</a:t>
            </a:fld>
            <a:endParaRPr lang="en-AU"/>
          </a:p>
        </p:txBody>
      </p:sp>
      <p:grpSp>
        <p:nvGrpSpPr>
          <p:cNvPr id="15" name="Group 14">
            <a:extLst>
              <a:ext uri="{FF2B5EF4-FFF2-40B4-BE49-F238E27FC236}">
                <a16:creationId xmlns:a16="http://schemas.microsoft.com/office/drawing/2014/main" id="{89637DB3-E41E-FF62-7096-9FD02CCABA1F}"/>
              </a:ext>
            </a:extLst>
          </p:cNvPr>
          <p:cNvGrpSpPr/>
          <p:nvPr/>
        </p:nvGrpSpPr>
        <p:grpSpPr>
          <a:xfrm>
            <a:off x="389639" y="1850741"/>
            <a:ext cx="6785340" cy="4353938"/>
            <a:chOff x="243533" y="1878900"/>
            <a:chExt cx="6785340" cy="4353938"/>
          </a:xfrm>
        </p:grpSpPr>
        <p:sp>
          <p:nvSpPr>
            <p:cNvPr id="14" name="Rounded Rectangle 13">
              <a:extLst>
                <a:ext uri="{FF2B5EF4-FFF2-40B4-BE49-F238E27FC236}">
                  <a16:creationId xmlns:a16="http://schemas.microsoft.com/office/drawing/2014/main" id="{4833EB8C-971B-3EAF-EEEF-547274CC9D01}"/>
                </a:ext>
              </a:extLst>
            </p:cNvPr>
            <p:cNvSpPr/>
            <p:nvPr/>
          </p:nvSpPr>
          <p:spPr>
            <a:xfrm>
              <a:off x="243533" y="1878900"/>
              <a:ext cx="6785340" cy="4353938"/>
            </a:xfrm>
            <a:prstGeom prst="roundRect">
              <a:avLst>
                <a:gd name="adj" fmla="val 2740"/>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sz="1600">
                  <a:solidFill>
                    <a:schemeClr val="tx1"/>
                  </a:solidFill>
                </a:rPr>
                <a:t>Real photo with synthetic </a:t>
              </a:r>
              <a:r>
                <a:rPr lang="en-AU">
                  <a:solidFill>
                    <a:schemeClr val="tx1"/>
                  </a:solidFill>
                </a:rPr>
                <a:t>movement</a:t>
              </a:r>
            </a:p>
          </p:txBody>
        </p:sp>
        <p:pic>
          <p:nvPicPr>
            <p:cNvPr id="6" name="5">
              <a:hlinkClick r:id="" action="ppaction://media"/>
              <a:extLst>
                <a:ext uri="{FF2B5EF4-FFF2-40B4-BE49-F238E27FC236}">
                  <a16:creationId xmlns:a16="http://schemas.microsoft.com/office/drawing/2014/main" id="{10040E51-4F03-9826-9F65-DF4DF647F9D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20547" y="2396002"/>
              <a:ext cx="6431312" cy="3617613"/>
            </a:xfrm>
            <a:prstGeom prst="rect">
              <a:avLst/>
            </a:prstGeom>
          </p:spPr>
        </p:pic>
      </p:grpSp>
      <p:sp>
        <p:nvSpPr>
          <p:cNvPr id="3" name="Oval 2">
            <a:extLst>
              <a:ext uri="{FF2B5EF4-FFF2-40B4-BE49-F238E27FC236}">
                <a16:creationId xmlns:a16="http://schemas.microsoft.com/office/drawing/2014/main" id="{1452BACD-89C8-051F-BAF4-E5B707A2809B}"/>
              </a:ext>
            </a:extLst>
          </p:cNvPr>
          <p:cNvSpPr/>
          <p:nvPr/>
        </p:nvSpPr>
        <p:spPr>
          <a:xfrm rot="19962802">
            <a:off x="2120752" y="2317906"/>
            <a:ext cx="1746992" cy="1052419"/>
          </a:xfrm>
          <a:prstGeom prst="ellipse">
            <a:avLst/>
          </a:prstGeom>
          <a:noFill/>
          <a:ln w="28575">
            <a:solidFill>
              <a:srgbClr val="32EF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4" name="Table 3">
            <a:extLst>
              <a:ext uri="{FF2B5EF4-FFF2-40B4-BE49-F238E27FC236}">
                <a16:creationId xmlns:a16="http://schemas.microsoft.com/office/drawing/2014/main" id="{C886439A-DAED-950F-5F5F-D5570703403A}"/>
              </a:ext>
            </a:extLst>
          </p:cNvPr>
          <p:cNvGraphicFramePr>
            <a:graphicFrameLocks noGrp="1"/>
          </p:cNvGraphicFramePr>
          <p:nvPr>
            <p:extLst>
              <p:ext uri="{D42A27DB-BD31-4B8C-83A1-F6EECF244321}">
                <p14:modId xmlns:p14="http://schemas.microsoft.com/office/powerpoint/2010/main" val="3275459609"/>
              </p:ext>
            </p:extLst>
          </p:nvPr>
        </p:nvGraphicFramePr>
        <p:xfrm>
          <a:off x="389639" y="653321"/>
          <a:ext cx="11463331" cy="280408"/>
        </p:xfrm>
        <a:graphic>
          <a:graphicData uri="http://schemas.openxmlformats.org/drawingml/2006/table">
            <a:tbl>
              <a:tblPr>
                <a:tableStyleId>{5C22544A-7EE6-4342-B048-85BDC9FD1C3A}</a:tableStyleId>
              </a:tblPr>
              <a:tblGrid>
                <a:gridCol w="2952328">
                  <a:extLst>
                    <a:ext uri="{9D8B030D-6E8A-4147-A177-3AD203B41FA5}">
                      <a16:colId xmlns:a16="http://schemas.microsoft.com/office/drawing/2014/main" val="1509136722"/>
                    </a:ext>
                  </a:extLst>
                </a:gridCol>
                <a:gridCol w="4248472">
                  <a:extLst>
                    <a:ext uri="{9D8B030D-6E8A-4147-A177-3AD203B41FA5}">
                      <a16:colId xmlns:a16="http://schemas.microsoft.com/office/drawing/2014/main" val="4202690658"/>
                    </a:ext>
                  </a:extLst>
                </a:gridCol>
                <a:gridCol w="4262531">
                  <a:extLst>
                    <a:ext uri="{9D8B030D-6E8A-4147-A177-3AD203B41FA5}">
                      <a16:colId xmlns:a16="http://schemas.microsoft.com/office/drawing/2014/main" val="3768105406"/>
                    </a:ext>
                  </a:extLst>
                </a:gridCol>
              </a:tblGrid>
              <a:tr h="129886">
                <a:tc>
                  <a:txBody>
                    <a:bodyPr/>
                    <a:lstStyle/>
                    <a:p>
                      <a:pPr algn="ctr" fontAlgn="b">
                        <a:buNone/>
                      </a:pPr>
                      <a:r>
                        <a:rPr lang="en-AU" sz="1800" u="none" strike="noStrike">
                          <a:effectLst/>
                        </a:rPr>
                        <a:t>Technique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b">
                        <a:buNone/>
                      </a:pPr>
                      <a:r>
                        <a:rPr lang="en-AU" sz="1800" u="none" strike="noStrike">
                          <a:effectLst/>
                        </a:rPr>
                        <a:t>Explanation</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fontAlgn="b">
                        <a:buNone/>
                      </a:pPr>
                      <a:r>
                        <a:rPr lang="en-AU" sz="1800" u="none" strike="noStrike">
                          <a:effectLst/>
                        </a:rPr>
                        <a:t>Example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9291270"/>
                  </a:ext>
                </a:extLst>
              </a:tr>
            </a:tbl>
          </a:graphicData>
        </a:graphic>
      </p:graphicFrame>
      <p:sp>
        <p:nvSpPr>
          <p:cNvPr id="7" name="Rounded Rectangle 6">
            <a:extLst>
              <a:ext uri="{FF2B5EF4-FFF2-40B4-BE49-F238E27FC236}">
                <a16:creationId xmlns:a16="http://schemas.microsoft.com/office/drawing/2014/main" id="{EE0C15F9-B82B-40B7-E868-48B538127F63}"/>
              </a:ext>
            </a:extLst>
          </p:cNvPr>
          <p:cNvSpPr/>
          <p:nvPr/>
        </p:nvSpPr>
        <p:spPr>
          <a:xfrm>
            <a:off x="389639" y="932884"/>
            <a:ext cx="2935901" cy="801550"/>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Temporal consistency</a:t>
            </a:r>
            <a:endParaRPr lang="en-AU" sz="1600" b="1">
              <a:solidFill>
                <a:schemeClr val="tx1"/>
              </a:solidFill>
              <a:latin typeface="Aptos Narrow" panose="020B0004020202020204" pitchFamily="34" charset="0"/>
            </a:endParaRPr>
          </a:p>
        </p:txBody>
      </p:sp>
      <p:sp>
        <p:nvSpPr>
          <p:cNvPr id="9" name="Rounded Rectangle 8">
            <a:extLst>
              <a:ext uri="{FF2B5EF4-FFF2-40B4-BE49-F238E27FC236}">
                <a16:creationId xmlns:a16="http://schemas.microsoft.com/office/drawing/2014/main" id="{940CADAF-CC3A-C7C5-5FE7-11511C578A64}"/>
              </a:ext>
            </a:extLst>
          </p:cNvPr>
          <p:cNvSpPr/>
          <p:nvPr/>
        </p:nvSpPr>
        <p:spPr>
          <a:xfrm>
            <a:off x="7597468" y="938251"/>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Detail appears and disappears across adjacent frames.</a:t>
            </a:r>
            <a:endParaRPr lang="en-AU" sz="1600">
              <a:solidFill>
                <a:schemeClr val="tx1"/>
              </a:solidFill>
              <a:latin typeface="Aptos Narrow" panose="020B0004020202020204" pitchFamily="34" charset="0"/>
            </a:endParaRPr>
          </a:p>
        </p:txBody>
      </p:sp>
      <p:sp>
        <p:nvSpPr>
          <p:cNvPr id="10" name="Rounded Rectangle 9">
            <a:extLst>
              <a:ext uri="{FF2B5EF4-FFF2-40B4-BE49-F238E27FC236}">
                <a16:creationId xmlns:a16="http://schemas.microsoft.com/office/drawing/2014/main" id="{9D1CB0EF-38FB-C711-BE04-361F4A2F5C4B}"/>
              </a:ext>
            </a:extLst>
          </p:cNvPr>
          <p:cNvSpPr/>
          <p:nvPr/>
        </p:nvSpPr>
        <p:spPr>
          <a:xfrm>
            <a:off x="3333753" y="930886"/>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Checks whether appearance and movement remain stable between video frames.</a:t>
            </a:r>
            <a:endParaRPr lang="en-AU" sz="1600">
              <a:solidFill>
                <a:schemeClr val="tx1"/>
              </a:solidFill>
              <a:latin typeface="Aptos Narrow" panose="020B0004020202020204" pitchFamily="34" charset="0"/>
            </a:endParaRPr>
          </a:p>
        </p:txBody>
      </p:sp>
      <p:sp>
        <p:nvSpPr>
          <p:cNvPr id="11" name="Rounded Rectangle 10">
            <a:extLst>
              <a:ext uri="{FF2B5EF4-FFF2-40B4-BE49-F238E27FC236}">
                <a16:creationId xmlns:a16="http://schemas.microsoft.com/office/drawing/2014/main" id="{A5A7DE16-22EA-8FA3-3EBA-2F6BE97A53B0}"/>
              </a:ext>
            </a:extLst>
          </p:cNvPr>
          <p:cNvSpPr/>
          <p:nvPr/>
        </p:nvSpPr>
        <p:spPr>
          <a:xfrm>
            <a:off x="7282317" y="1850741"/>
            <a:ext cx="4570653" cy="4353938"/>
          </a:xfrm>
          <a:prstGeom prst="roundRect">
            <a:avLst>
              <a:gd name="adj" fmla="val 2699"/>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defRPr sz="1800" b="0">
                <a:solidFill>
                  <a:srgbClr val="111111"/>
                </a:solidFill>
                <a:latin typeface="Arial"/>
                <a:ea typeface="Arial"/>
                <a:cs typeface="Arial"/>
              </a:defRPr>
            </a:pPr>
            <a:r>
              <a:rPr lang="en-AU">
                <a:solidFill>
                  <a:srgbClr val="111111"/>
                </a:solidFill>
                <a:latin typeface="Arial"/>
                <a:ea typeface="Arial"/>
                <a:cs typeface="Arial"/>
              </a:rPr>
              <a:t>Follow the circled hair as the hand passes across it. </a:t>
            </a:r>
          </a:p>
          <a:p>
            <a:pPr marL="285750" indent="-285750">
              <a:buFont typeface="Arial" panose="020B0604020202020204" pitchFamily="34" charset="0"/>
              <a:buChar char="•"/>
              <a:defRPr sz="1800" b="0">
                <a:solidFill>
                  <a:srgbClr val="111111"/>
                </a:solidFill>
                <a:latin typeface="Arial"/>
                <a:ea typeface="Arial"/>
                <a:cs typeface="Arial"/>
              </a:defRPr>
            </a:pPr>
            <a:endParaRPr lang="en-AU">
              <a:solidFill>
                <a:srgbClr val="111111"/>
              </a:solidFill>
              <a:latin typeface="Arial"/>
              <a:ea typeface="Arial"/>
              <a:cs typeface="Arial"/>
            </a:endParaRPr>
          </a:p>
          <a:p>
            <a:pPr marL="285750" indent="-285750">
              <a:buFont typeface="Arial" panose="020B0604020202020204" pitchFamily="34" charset="0"/>
              <a:buChar char="•"/>
              <a:defRPr sz="1800" b="0">
                <a:solidFill>
                  <a:srgbClr val="111111"/>
                </a:solidFill>
                <a:latin typeface="Arial"/>
                <a:ea typeface="Arial"/>
                <a:cs typeface="Arial"/>
              </a:defRPr>
            </a:pPr>
            <a:r>
              <a:rPr lang="en-AU">
                <a:solidFill>
                  <a:srgbClr val="111111"/>
                </a:solidFill>
                <a:latin typeface="Arial"/>
                <a:ea typeface="Arial"/>
                <a:cs typeface="Arial"/>
              </a:rPr>
              <a:t>Look for an abrupt change in shape or texture between nearby frames, rather than ordinary movement of the hair.</a:t>
            </a:r>
          </a:p>
          <a:p>
            <a:pPr marL="285750" indent="-285750">
              <a:buFont typeface="Arial" panose="020B0604020202020204" pitchFamily="34" charset="0"/>
              <a:buChar char="•"/>
            </a:pPr>
            <a:endParaRPr lang="en-AU" sz="1600">
              <a:solidFill>
                <a:schemeClr val="tx1"/>
              </a:solidFill>
            </a:endParaRPr>
          </a:p>
          <a:p>
            <a:pPr marL="285750" indent="-285750">
              <a:buFont typeface="Arial" panose="020B0604020202020204" pitchFamily="34" charset="0"/>
              <a:buChar char="•"/>
              <a:defRPr sz="1800" b="0">
                <a:solidFill>
                  <a:srgbClr val="111111"/>
                </a:solidFill>
                <a:latin typeface="Arial"/>
                <a:ea typeface="Arial"/>
                <a:cs typeface="Arial"/>
              </a:defRPr>
            </a:pPr>
            <a:r>
              <a:rPr lang="en-AU">
                <a:solidFill>
                  <a:srgbClr val="111111"/>
                </a:solidFill>
                <a:latin typeface="Arial"/>
                <a:ea typeface="Arial"/>
                <a:cs typeface="Arial"/>
              </a:rPr>
              <a:t>Replay the final part of the clip to check whether the change persists.</a:t>
            </a:r>
          </a:p>
        </p:txBody>
      </p:sp>
      <p:sp>
        <p:nvSpPr>
          <p:cNvPr id="5" name="TextBox 4">
            <a:extLst>
              <a:ext uri="{FF2B5EF4-FFF2-40B4-BE49-F238E27FC236}">
                <a16:creationId xmlns:a16="http://schemas.microsoft.com/office/drawing/2014/main" id="{F629CA76-7C35-36D8-D64B-5169DC062287}"/>
              </a:ext>
            </a:extLst>
          </p:cNvPr>
          <p:cNvSpPr txBox="1"/>
          <p:nvPr/>
        </p:nvSpPr>
        <p:spPr>
          <a:xfrm>
            <a:off x="141959" y="6358054"/>
            <a:ext cx="7645146" cy="408623"/>
          </a:xfrm>
          <a:prstGeom prst="roundRect">
            <a:avLst/>
          </a:prstGeom>
          <a:solidFill>
            <a:srgbClr val="2EA836">
              <a:alpha val="29804"/>
            </a:srgbClr>
          </a:solidFill>
          <a:ln>
            <a:solidFill>
              <a:srgbClr val="7030A0"/>
            </a:solidFill>
          </a:ln>
        </p:spPr>
        <p:txBody>
          <a:bodyPr wrap="square" rtlCol="0">
            <a:spAutoFit/>
          </a:bodyPr>
          <a:lstStyle/>
          <a:p>
            <a:pPr algn="ctr"/>
            <a:r>
              <a:rPr lang="en-AU" b="1"/>
              <a:t>We will try this later in the hands-on session.</a:t>
            </a:r>
          </a:p>
        </p:txBody>
      </p:sp>
    </p:spTree>
    <p:extLst>
      <p:ext uri="{BB962C8B-B14F-4D97-AF65-F5344CB8AC3E}">
        <p14:creationId xmlns:p14="http://schemas.microsoft.com/office/powerpoint/2010/main" val="893386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10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heel(1)">
                                      <p:cBhvr>
                                        <p:cTn id="15" dur="1000"/>
                                        <p:tgtEl>
                                          <p:spTgt spid="11"/>
                                        </p:tgtEl>
                                      </p:cBhvr>
                                    </p:animEffect>
                                  </p:childTnLst>
                                </p:cTn>
                              </p:par>
                            </p:childTnLst>
                          </p:cTn>
                        </p:par>
                        <p:par>
                          <p:cTn id="16" fill="hold">
                            <p:stCondLst>
                              <p:cond delay="1000"/>
                            </p:stCondLst>
                            <p:childTnLst>
                              <p:par>
                                <p:cTn id="17" presetID="16" presetClass="entr" presetSubtype="37"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out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4D80E-929F-2FDC-E408-02E2DCD5D56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F07B133-345C-D437-D551-57E350188B09}"/>
              </a:ext>
            </a:extLst>
          </p:cNvPr>
          <p:cNvSpPr>
            <a:spLocks noGrp="1"/>
          </p:cNvSpPr>
          <p:nvPr>
            <p:ph type="title"/>
          </p:nvPr>
        </p:nvSpPr>
        <p:spPr>
          <a:xfrm>
            <a:off x="119336" y="92075"/>
            <a:ext cx="10801350" cy="469056"/>
          </a:xfrm>
        </p:spPr>
        <p:txBody>
          <a:bodyPr/>
          <a:lstStyle/>
          <a:p>
            <a:r>
              <a:rPr lang="en-AU">
                <a:solidFill>
                  <a:schemeClr val="bg1"/>
                </a:solidFill>
              </a:rPr>
              <a:t>Detection </a:t>
            </a:r>
            <a:r>
              <a:rPr lang="en-AU">
                <a:solidFill>
                  <a:schemeClr val="bg1"/>
                </a:solidFill>
                <a:sym typeface="Wingdings" pitchFamily="2" charset="2"/>
              </a:rPr>
              <a:t> Common Types of Detections</a:t>
            </a:r>
            <a:endParaRPr lang="en-AU">
              <a:solidFill>
                <a:schemeClr val="bg1"/>
              </a:solidFill>
            </a:endParaRPr>
          </a:p>
        </p:txBody>
      </p:sp>
      <p:sp>
        <p:nvSpPr>
          <p:cNvPr id="13" name="Slide Number Placeholder 12">
            <a:extLst>
              <a:ext uri="{FF2B5EF4-FFF2-40B4-BE49-F238E27FC236}">
                <a16:creationId xmlns:a16="http://schemas.microsoft.com/office/drawing/2014/main" id="{E4EBB00F-E035-50D0-A8F8-13FCE056D40E}"/>
              </a:ext>
            </a:extLst>
          </p:cNvPr>
          <p:cNvSpPr>
            <a:spLocks noGrp="1"/>
          </p:cNvSpPr>
          <p:nvPr>
            <p:ph type="sldNum" sz="quarter" idx="18"/>
          </p:nvPr>
        </p:nvSpPr>
        <p:spPr/>
        <p:txBody>
          <a:bodyPr/>
          <a:lstStyle/>
          <a:p>
            <a:fld id="{E917DE0E-AFB1-41FD-BC35-27DB61CA125F}" type="slidenum">
              <a:rPr lang="en-AU" smtClean="0"/>
              <a:pPr/>
              <a:t>43</a:t>
            </a:fld>
            <a:endParaRPr lang="en-AU"/>
          </a:p>
        </p:txBody>
      </p:sp>
      <p:grpSp>
        <p:nvGrpSpPr>
          <p:cNvPr id="15" name="Group 14">
            <a:extLst>
              <a:ext uri="{FF2B5EF4-FFF2-40B4-BE49-F238E27FC236}">
                <a16:creationId xmlns:a16="http://schemas.microsoft.com/office/drawing/2014/main" id="{D36965E6-FA11-DE9B-8456-7C40F1EC94CF}"/>
              </a:ext>
            </a:extLst>
          </p:cNvPr>
          <p:cNvGrpSpPr/>
          <p:nvPr/>
        </p:nvGrpSpPr>
        <p:grpSpPr>
          <a:xfrm>
            <a:off x="393209" y="1864957"/>
            <a:ext cx="5850177" cy="4353938"/>
            <a:chOff x="512122" y="1847347"/>
            <a:chExt cx="5850177" cy="4353938"/>
          </a:xfrm>
        </p:grpSpPr>
        <p:sp>
          <p:nvSpPr>
            <p:cNvPr id="12" name="Rounded Rectangle 11">
              <a:extLst>
                <a:ext uri="{FF2B5EF4-FFF2-40B4-BE49-F238E27FC236}">
                  <a16:creationId xmlns:a16="http://schemas.microsoft.com/office/drawing/2014/main" id="{0D8BE129-52BB-9D51-D130-516CEAB8BE25}"/>
                </a:ext>
              </a:extLst>
            </p:cNvPr>
            <p:cNvSpPr/>
            <p:nvPr/>
          </p:nvSpPr>
          <p:spPr>
            <a:xfrm>
              <a:off x="512122" y="1847347"/>
              <a:ext cx="5850177" cy="4353938"/>
            </a:xfrm>
            <a:prstGeom prst="roundRect">
              <a:avLst>
                <a:gd name="adj" fmla="val 2740"/>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a:solidFill>
                    <a:schemeClr val="tx1"/>
                  </a:solidFill>
                  <a:latin typeface="Arial" panose="020B0604020202020204" pitchFamily="34" charset="0"/>
                  <a:cs typeface="Arial" panose="020B0604020202020204" pitchFamily="34" charset="0"/>
                </a:rPr>
                <a:t>Real photo, real audio clip, lip-sync and head matching</a:t>
              </a:r>
            </a:p>
          </p:txBody>
        </p:sp>
        <p:pic>
          <p:nvPicPr>
            <p:cNvPr id="6" name="dfc2dc716f1c80c7e45f">
              <a:hlinkClick r:id="" action="ppaction://media"/>
              <a:extLst>
                <a:ext uri="{FF2B5EF4-FFF2-40B4-BE49-F238E27FC236}">
                  <a16:creationId xmlns:a16="http://schemas.microsoft.com/office/drawing/2014/main" id="{2484DE60-C18B-DBAE-2A9E-C41C386471D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33034" y="2328313"/>
              <a:ext cx="3208351" cy="3521361"/>
            </a:xfrm>
            <a:prstGeom prst="rect">
              <a:avLst/>
            </a:prstGeom>
          </p:spPr>
        </p:pic>
      </p:grpSp>
      <p:graphicFrame>
        <p:nvGraphicFramePr>
          <p:cNvPr id="3" name="Table 2">
            <a:extLst>
              <a:ext uri="{FF2B5EF4-FFF2-40B4-BE49-F238E27FC236}">
                <a16:creationId xmlns:a16="http://schemas.microsoft.com/office/drawing/2014/main" id="{5128A70A-6E0C-2311-847A-9594652CA0A1}"/>
              </a:ext>
            </a:extLst>
          </p:cNvPr>
          <p:cNvGraphicFramePr>
            <a:graphicFrameLocks noGrp="1"/>
          </p:cNvGraphicFramePr>
          <p:nvPr>
            <p:extLst>
              <p:ext uri="{D42A27DB-BD31-4B8C-83A1-F6EECF244321}">
                <p14:modId xmlns:p14="http://schemas.microsoft.com/office/powerpoint/2010/main" val="2214374519"/>
              </p:ext>
            </p:extLst>
          </p:nvPr>
        </p:nvGraphicFramePr>
        <p:xfrm>
          <a:off x="393209" y="656318"/>
          <a:ext cx="11463331" cy="280408"/>
        </p:xfrm>
        <a:graphic>
          <a:graphicData uri="http://schemas.openxmlformats.org/drawingml/2006/table">
            <a:tbl>
              <a:tblPr>
                <a:tableStyleId>{5C22544A-7EE6-4342-B048-85BDC9FD1C3A}</a:tableStyleId>
              </a:tblPr>
              <a:tblGrid>
                <a:gridCol w="2952328">
                  <a:extLst>
                    <a:ext uri="{9D8B030D-6E8A-4147-A177-3AD203B41FA5}">
                      <a16:colId xmlns:a16="http://schemas.microsoft.com/office/drawing/2014/main" val="1509136722"/>
                    </a:ext>
                  </a:extLst>
                </a:gridCol>
                <a:gridCol w="4248472">
                  <a:extLst>
                    <a:ext uri="{9D8B030D-6E8A-4147-A177-3AD203B41FA5}">
                      <a16:colId xmlns:a16="http://schemas.microsoft.com/office/drawing/2014/main" val="4202690658"/>
                    </a:ext>
                  </a:extLst>
                </a:gridCol>
                <a:gridCol w="4262531">
                  <a:extLst>
                    <a:ext uri="{9D8B030D-6E8A-4147-A177-3AD203B41FA5}">
                      <a16:colId xmlns:a16="http://schemas.microsoft.com/office/drawing/2014/main" val="3768105406"/>
                    </a:ext>
                  </a:extLst>
                </a:gridCol>
              </a:tblGrid>
              <a:tr h="129886">
                <a:tc>
                  <a:txBody>
                    <a:bodyPr/>
                    <a:lstStyle/>
                    <a:p>
                      <a:pPr algn="ctr" fontAlgn="b">
                        <a:buNone/>
                      </a:pPr>
                      <a:r>
                        <a:rPr lang="en-AU" sz="1800" u="none" strike="noStrike">
                          <a:effectLst/>
                        </a:rPr>
                        <a:t>Technique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b">
                        <a:buNone/>
                      </a:pPr>
                      <a:r>
                        <a:rPr lang="en-AU" sz="1800" u="none" strike="noStrike">
                          <a:effectLst/>
                        </a:rPr>
                        <a:t>Explanation</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fontAlgn="b">
                        <a:buNone/>
                      </a:pPr>
                      <a:r>
                        <a:rPr lang="en-AU" sz="1800" u="none" strike="noStrike">
                          <a:effectLst/>
                        </a:rPr>
                        <a:t>Example</a:t>
                      </a:r>
                      <a:endParaRPr lang="en-AU" sz="1800" b="1" i="0" u="none" strike="noStrike">
                        <a:solidFill>
                          <a:srgbClr val="000000"/>
                        </a:solidFill>
                        <a:effectLst/>
                        <a:latin typeface="Aptos Narrow" panose="020B0004020202020204" pitchFamily="34" charset="0"/>
                      </a:endParaRPr>
                    </a:p>
                  </a:txBody>
                  <a:tcPr marL="6088" marR="6088" marT="6088"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9291270"/>
                  </a:ext>
                </a:extLst>
              </a:tr>
            </a:tbl>
          </a:graphicData>
        </a:graphic>
      </p:graphicFrame>
      <p:sp>
        <p:nvSpPr>
          <p:cNvPr id="4" name="Rounded Rectangle 3">
            <a:extLst>
              <a:ext uri="{FF2B5EF4-FFF2-40B4-BE49-F238E27FC236}">
                <a16:creationId xmlns:a16="http://schemas.microsoft.com/office/drawing/2014/main" id="{2C3A233C-FE38-2C46-8630-AEF7DF2D97BE}"/>
              </a:ext>
            </a:extLst>
          </p:cNvPr>
          <p:cNvSpPr/>
          <p:nvPr/>
        </p:nvSpPr>
        <p:spPr>
          <a:xfrm>
            <a:off x="393209" y="936726"/>
            <a:ext cx="2944113" cy="815434"/>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Audio-visual consistency</a:t>
            </a:r>
            <a:endParaRPr lang="en-AU" sz="1600" b="1">
              <a:solidFill>
                <a:schemeClr val="tx1"/>
              </a:solidFill>
              <a:latin typeface="Aptos Narrow" panose="020B0004020202020204" pitchFamily="34" charset="0"/>
            </a:endParaRPr>
          </a:p>
        </p:txBody>
      </p:sp>
      <p:sp>
        <p:nvSpPr>
          <p:cNvPr id="7" name="Rounded Rectangle 6">
            <a:extLst>
              <a:ext uri="{FF2B5EF4-FFF2-40B4-BE49-F238E27FC236}">
                <a16:creationId xmlns:a16="http://schemas.microsoft.com/office/drawing/2014/main" id="{04B6C1EA-CA16-C812-DA31-335A43A4B62B}"/>
              </a:ext>
            </a:extLst>
          </p:cNvPr>
          <p:cNvSpPr/>
          <p:nvPr/>
        </p:nvSpPr>
        <p:spPr>
          <a:xfrm>
            <a:off x="7601038" y="936727"/>
            <a:ext cx="4255502" cy="815433"/>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fontAlgn="b">
              <a:buFont typeface="Arial" panose="020B0604020202020204" pitchFamily="34" charset="0"/>
              <a:buChar char="•"/>
            </a:pPr>
            <a:r>
              <a:rPr lang="en-AU" sz="1600">
                <a:solidFill>
                  <a:schemeClr val="tx1"/>
                </a:solidFill>
              </a:rPr>
              <a:t>The lip movements do not match the timing or sounds of the speech(desynced)</a:t>
            </a:r>
            <a:endParaRPr lang="en-AU" sz="1600">
              <a:solidFill>
                <a:schemeClr val="tx1"/>
              </a:solidFill>
              <a:latin typeface="Aptos Narrow" panose="020B0004020202020204" pitchFamily="34" charset="0"/>
            </a:endParaRPr>
          </a:p>
        </p:txBody>
      </p:sp>
      <p:sp>
        <p:nvSpPr>
          <p:cNvPr id="9" name="Rounded Rectangle 8">
            <a:extLst>
              <a:ext uri="{FF2B5EF4-FFF2-40B4-BE49-F238E27FC236}">
                <a16:creationId xmlns:a16="http://schemas.microsoft.com/office/drawing/2014/main" id="{85931E66-D941-88F6-7A72-8DBE5B087AF5}"/>
              </a:ext>
            </a:extLst>
          </p:cNvPr>
          <p:cNvSpPr/>
          <p:nvPr/>
        </p:nvSpPr>
        <p:spPr>
          <a:xfrm>
            <a:off x="3345536" y="936726"/>
            <a:ext cx="4255502" cy="81543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sz="1600">
                <a:solidFill>
                  <a:schemeClr val="tx1"/>
                </a:solidFill>
              </a:rPr>
              <a:t>Checks whether what we see agrees with what we hear.</a:t>
            </a:r>
            <a:endParaRPr lang="en-AU" sz="1600">
              <a:solidFill>
                <a:schemeClr val="tx1"/>
              </a:solidFill>
              <a:latin typeface="Aptos Narrow" panose="020B0004020202020204" pitchFamily="34" charset="0"/>
            </a:endParaRPr>
          </a:p>
        </p:txBody>
      </p:sp>
      <p:sp>
        <p:nvSpPr>
          <p:cNvPr id="10" name="Rounded Rectangle 9">
            <a:extLst>
              <a:ext uri="{FF2B5EF4-FFF2-40B4-BE49-F238E27FC236}">
                <a16:creationId xmlns:a16="http://schemas.microsoft.com/office/drawing/2014/main" id="{618B5C73-B26B-C4F5-D3E6-96D859551A9D}"/>
              </a:ext>
            </a:extLst>
          </p:cNvPr>
          <p:cNvSpPr/>
          <p:nvPr/>
        </p:nvSpPr>
        <p:spPr>
          <a:xfrm>
            <a:off x="6509645" y="1864957"/>
            <a:ext cx="5346895" cy="4353938"/>
          </a:xfrm>
          <a:prstGeom prst="roundRect">
            <a:avLst>
              <a:gd name="adj" fmla="val 5338"/>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
            <a:r>
              <a:rPr lang="en-AU">
                <a:solidFill>
                  <a:schemeClr val="tx1"/>
                </a:solidFill>
              </a:rPr>
              <a:t>There might be syncing issues between the video and audio, which sometimes result in unnatural movement.</a:t>
            </a:r>
            <a:r>
              <a:rPr lang="en-AU" i="1">
                <a:solidFill>
                  <a:schemeClr val="tx1"/>
                </a:solidFill>
              </a:rPr>
              <a:t> </a:t>
            </a:r>
          </a:p>
          <a:p>
            <a:pPr fontAlgn="b"/>
            <a:endParaRPr lang="en-AU" i="1">
              <a:solidFill>
                <a:schemeClr val="tx1"/>
              </a:solidFill>
            </a:endParaRPr>
          </a:p>
          <a:p>
            <a:pPr fontAlgn="b"/>
            <a:r>
              <a:rPr lang="en-AU" i="1">
                <a:solidFill>
                  <a:schemeClr val="tx1"/>
                </a:solidFill>
              </a:rPr>
              <a:t>(NB: wait for the end)</a:t>
            </a:r>
          </a:p>
        </p:txBody>
      </p:sp>
      <p:sp>
        <p:nvSpPr>
          <p:cNvPr id="5" name="TextBox 4">
            <a:extLst>
              <a:ext uri="{FF2B5EF4-FFF2-40B4-BE49-F238E27FC236}">
                <a16:creationId xmlns:a16="http://schemas.microsoft.com/office/drawing/2014/main" id="{5A1E35BE-F884-5875-0D1B-8FBD3B5123F3}"/>
              </a:ext>
            </a:extLst>
          </p:cNvPr>
          <p:cNvSpPr txBox="1"/>
          <p:nvPr/>
        </p:nvSpPr>
        <p:spPr>
          <a:xfrm>
            <a:off x="393209" y="6357302"/>
            <a:ext cx="7528383" cy="408623"/>
          </a:xfrm>
          <a:prstGeom prst="roundRect">
            <a:avLst/>
          </a:prstGeom>
          <a:solidFill>
            <a:srgbClr val="2EA836">
              <a:alpha val="29804"/>
            </a:srgbClr>
          </a:solidFill>
          <a:ln>
            <a:solidFill>
              <a:srgbClr val="7030A0"/>
            </a:solidFill>
          </a:ln>
        </p:spPr>
        <p:txBody>
          <a:bodyPr wrap="square" rtlCol="0">
            <a:spAutoFit/>
          </a:bodyPr>
          <a:lstStyle/>
          <a:p>
            <a:pPr algn="ctr"/>
            <a:r>
              <a:rPr lang="en-AU" b="1"/>
              <a:t>We will try this later in the hands-on session.</a:t>
            </a:r>
          </a:p>
        </p:txBody>
      </p:sp>
    </p:spTree>
    <p:extLst>
      <p:ext uri="{BB962C8B-B14F-4D97-AF65-F5344CB8AC3E}">
        <p14:creationId xmlns:p14="http://schemas.microsoft.com/office/powerpoint/2010/main" val="350028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heel(1)">
                                      <p:cBhvr>
                                        <p:cTn id="12" dur="1000"/>
                                        <p:tgtEl>
                                          <p:spTgt spid="10"/>
                                        </p:tgtEl>
                                      </p:cBhvr>
                                    </p:animEffect>
                                  </p:childTnLst>
                                </p:cTn>
                              </p:par>
                              <p:par>
                                <p:cTn id="13" presetID="16" presetClass="entr" presetSubtype="37"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outVertic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364F5-045C-82E8-E1FA-6F83248DD7DF}"/>
            </a:ext>
          </a:extLst>
        </p:cNvPr>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1BE65405-3D3D-A798-25F3-EE3B8164281D}"/>
              </a:ext>
            </a:extLst>
          </p:cNvPr>
          <p:cNvCxnSpPr>
            <a:cxnSpLocks/>
            <a:stCxn id="7" idx="1"/>
            <a:endCxn id="3" idx="3"/>
          </p:cNvCxnSpPr>
          <p:nvPr/>
        </p:nvCxnSpPr>
        <p:spPr>
          <a:xfrm flipH="1">
            <a:off x="4352031" y="5317465"/>
            <a:ext cx="673622" cy="1455"/>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0772A62-B2B9-F920-F477-59F7711DECC2}"/>
              </a:ext>
            </a:extLst>
          </p:cNvPr>
          <p:cNvCxnSpPr>
            <a:cxnSpLocks/>
            <a:stCxn id="43" idx="3"/>
            <a:endCxn id="41" idx="1"/>
          </p:cNvCxnSpPr>
          <p:nvPr/>
        </p:nvCxnSpPr>
        <p:spPr>
          <a:xfrm flipV="1">
            <a:off x="7166345" y="4095552"/>
            <a:ext cx="687563" cy="4542"/>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08C17A3B-82D2-98C8-577F-EFE446659B88}"/>
              </a:ext>
            </a:extLst>
          </p:cNvPr>
          <p:cNvCxnSpPr>
            <a:cxnSpLocks/>
            <a:stCxn id="65" idx="1"/>
            <a:endCxn id="63" idx="3"/>
          </p:cNvCxnSpPr>
          <p:nvPr/>
        </p:nvCxnSpPr>
        <p:spPr>
          <a:xfrm flipH="1" flipV="1">
            <a:off x="4352032" y="2736010"/>
            <a:ext cx="673620" cy="1"/>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990F0DF-1DCB-E78D-8D44-E6ADD067C7B7}"/>
              </a:ext>
            </a:extLst>
          </p:cNvPr>
          <p:cNvCxnSpPr>
            <a:cxnSpLocks/>
            <a:stCxn id="76" idx="3"/>
            <a:endCxn id="74" idx="1"/>
          </p:cNvCxnSpPr>
          <p:nvPr/>
        </p:nvCxnSpPr>
        <p:spPr>
          <a:xfrm>
            <a:off x="7166344" y="1661789"/>
            <a:ext cx="687564" cy="0"/>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1CD9EC53-BA1A-A869-EB42-6005E0AD68CA}"/>
              </a:ext>
            </a:extLst>
          </p:cNvPr>
          <p:cNvSpPr>
            <a:spLocks noGrp="1"/>
          </p:cNvSpPr>
          <p:nvPr>
            <p:ph type="title"/>
          </p:nvPr>
        </p:nvSpPr>
        <p:spPr>
          <a:xfrm>
            <a:off x="119336" y="92075"/>
            <a:ext cx="10801350" cy="469056"/>
          </a:xfrm>
        </p:spPr>
        <p:txBody>
          <a:bodyPr/>
          <a:lstStyle/>
          <a:p>
            <a:r>
              <a:rPr lang="en-AU">
                <a:solidFill>
                  <a:schemeClr val="bg1"/>
                </a:solidFill>
              </a:rPr>
              <a:t>Our Vision: An End-to-End Defensive Pathway</a:t>
            </a:r>
          </a:p>
        </p:txBody>
      </p:sp>
      <p:sp>
        <p:nvSpPr>
          <p:cNvPr id="13" name="Slide Number Placeholder 12">
            <a:extLst>
              <a:ext uri="{FF2B5EF4-FFF2-40B4-BE49-F238E27FC236}">
                <a16:creationId xmlns:a16="http://schemas.microsoft.com/office/drawing/2014/main" id="{FFBE3DA2-CBD2-F292-07E2-0983C4D2D211}"/>
              </a:ext>
            </a:extLst>
          </p:cNvPr>
          <p:cNvSpPr>
            <a:spLocks noGrp="1"/>
          </p:cNvSpPr>
          <p:nvPr>
            <p:ph type="sldNum" sz="quarter" idx="18"/>
          </p:nvPr>
        </p:nvSpPr>
        <p:spPr/>
        <p:txBody>
          <a:bodyPr/>
          <a:lstStyle/>
          <a:p>
            <a:fld id="{E917DE0E-AFB1-41FD-BC35-27DB61CA125F}" type="slidenum">
              <a:rPr lang="en-AU" smtClean="0"/>
              <a:pPr/>
              <a:t>44</a:t>
            </a:fld>
            <a:endParaRPr lang="en-AU"/>
          </a:p>
        </p:txBody>
      </p:sp>
      <p:grpSp>
        <p:nvGrpSpPr>
          <p:cNvPr id="15" name="Group 14">
            <a:extLst>
              <a:ext uri="{FF2B5EF4-FFF2-40B4-BE49-F238E27FC236}">
                <a16:creationId xmlns:a16="http://schemas.microsoft.com/office/drawing/2014/main" id="{9A776EFE-24B7-B41D-E462-74B76DDA1DC9}"/>
              </a:ext>
            </a:extLst>
          </p:cNvPr>
          <p:cNvGrpSpPr/>
          <p:nvPr/>
        </p:nvGrpSpPr>
        <p:grpSpPr>
          <a:xfrm>
            <a:off x="6382785" y="603119"/>
            <a:ext cx="738792" cy="898873"/>
            <a:chOff x="10435158" y="1086570"/>
            <a:chExt cx="738792" cy="898873"/>
          </a:xfrm>
        </p:grpSpPr>
        <p:pic>
          <p:nvPicPr>
            <p:cNvPr id="5" name="Graphic 4">
              <a:extLst>
                <a:ext uri="{FF2B5EF4-FFF2-40B4-BE49-F238E27FC236}">
                  <a16:creationId xmlns:a16="http://schemas.microsoft.com/office/drawing/2014/main" id="{184A031D-E829-7A55-D5D8-2DB31F5E17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5158" y="1086570"/>
              <a:ext cx="668004" cy="668004"/>
            </a:xfrm>
            <a:prstGeom prst="rect">
              <a:avLst/>
            </a:prstGeom>
          </p:spPr>
        </p:pic>
        <p:sp>
          <p:nvSpPr>
            <p:cNvPr id="6" name="TextBox 5">
              <a:extLst>
                <a:ext uri="{FF2B5EF4-FFF2-40B4-BE49-F238E27FC236}">
                  <a16:creationId xmlns:a16="http://schemas.microsoft.com/office/drawing/2014/main" id="{B3017396-3804-3612-F0D4-AA66AF3DDBE0}"/>
                </a:ext>
              </a:extLst>
            </p:cNvPr>
            <p:cNvSpPr txBox="1"/>
            <p:nvPr/>
          </p:nvSpPr>
          <p:spPr>
            <a:xfrm>
              <a:off x="10435158" y="1646889"/>
              <a:ext cx="738792" cy="338554"/>
            </a:xfrm>
            <a:prstGeom prst="rect">
              <a:avLst/>
            </a:prstGeom>
            <a:noFill/>
          </p:spPr>
          <p:txBody>
            <a:bodyPr wrap="none" rtlCol="0">
              <a:spAutoFit/>
            </a:bodyPr>
            <a:lstStyle/>
            <a:p>
              <a:r>
                <a:rPr lang="en-US" sz="1600"/>
                <a:t>Victim</a:t>
              </a:r>
            </a:p>
          </p:txBody>
        </p:sp>
      </p:grpSp>
      <p:grpSp>
        <p:nvGrpSpPr>
          <p:cNvPr id="14" name="Group 13">
            <a:extLst>
              <a:ext uri="{FF2B5EF4-FFF2-40B4-BE49-F238E27FC236}">
                <a16:creationId xmlns:a16="http://schemas.microsoft.com/office/drawing/2014/main" id="{8AE3A207-29F8-8913-7A49-9B1A3F24531E}"/>
              </a:ext>
            </a:extLst>
          </p:cNvPr>
          <p:cNvGrpSpPr/>
          <p:nvPr/>
        </p:nvGrpSpPr>
        <p:grpSpPr>
          <a:xfrm>
            <a:off x="6266472" y="5853689"/>
            <a:ext cx="971417" cy="1004311"/>
            <a:chOff x="1919536" y="1052736"/>
            <a:chExt cx="971417" cy="1004311"/>
          </a:xfrm>
        </p:grpSpPr>
        <p:pic>
          <p:nvPicPr>
            <p:cNvPr id="9" name="Graphic 8">
              <a:extLst>
                <a:ext uri="{FF2B5EF4-FFF2-40B4-BE49-F238E27FC236}">
                  <a16:creationId xmlns:a16="http://schemas.microsoft.com/office/drawing/2014/main" id="{1C22212C-31E3-9F14-A771-8B61325271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9536" y="1052736"/>
              <a:ext cx="864096" cy="835034"/>
            </a:xfrm>
            <a:prstGeom prst="rect">
              <a:avLst/>
            </a:prstGeom>
          </p:spPr>
        </p:pic>
        <p:sp>
          <p:nvSpPr>
            <p:cNvPr id="11" name="TextBox 10">
              <a:extLst>
                <a:ext uri="{FF2B5EF4-FFF2-40B4-BE49-F238E27FC236}">
                  <a16:creationId xmlns:a16="http://schemas.microsoft.com/office/drawing/2014/main" id="{9CB6A982-904A-D2F2-C2A7-BD8E910F26E2}"/>
                </a:ext>
              </a:extLst>
            </p:cNvPr>
            <p:cNvSpPr txBox="1"/>
            <p:nvPr/>
          </p:nvSpPr>
          <p:spPr>
            <a:xfrm>
              <a:off x="1956082" y="1718493"/>
              <a:ext cx="934871" cy="338554"/>
            </a:xfrm>
            <a:prstGeom prst="rect">
              <a:avLst/>
            </a:prstGeom>
            <a:noFill/>
          </p:spPr>
          <p:txBody>
            <a:bodyPr wrap="none" rtlCol="0">
              <a:spAutoFit/>
            </a:bodyPr>
            <a:lstStyle/>
            <a:p>
              <a:r>
                <a:rPr lang="en-US" sz="1600"/>
                <a:t>Criminal</a:t>
              </a:r>
            </a:p>
          </p:txBody>
        </p:sp>
      </p:grpSp>
      <p:sp>
        <p:nvSpPr>
          <p:cNvPr id="16" name="Right Arrow 15">
            <a:extLst>
              <a:ext uri="{FF2B5EF4-FFF2-40B4-BE49-F238E27FC236}">
                <a16:creationId xmlns:a16="http://schemas.microsoft.com/office/drawing/2014/main" id="{25864127-14A1-4469-4E06-8F3A9EC6721A}"/>
              </a:ext>
            </a:extLst>
          </p:cNvPr>
          <p:cNvSpPr/>
          <p:nvPr/>
        </p:nvSpPr>
        <p:spPr>
          <a:xfrm rot="16200000">
            <a:off x="3016046" y="3449147"/>
            <a:ext cx="6159906" cy="618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09830152-80E9-B40B-579B-232408B2935F}"/>
              </a:ext>
            </a:extLst>
          </p:cNvPr>
          <p:cNvSpPr/>
          <p:nvPr/>
        </p:nvSpPr>
        <p:spPr>
          <a:xfrm>
            <a:off x="200247" y="4715152"/>
            <a:ext cx="4151784" cy="1207535"/>
          </a:xfrm>
          <a:prstGeom prst="roundRect">
            <a:avLst>
              <a:gd name="adj" fmla="val 10357"/>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Defensive Source</a:t>
            </a:r>
            <a:endParaRPr lang="en-US">
              <a:solidFill>
                <a:schemeClr val="tx1"/>
              </a:solidFill>
            </a:endParaRPr>
          </a:p>
          <a:p>
            <a:pPr marL="285750" indent="-285750">
              <a:buFont typeface="Arial" panose="020B0604020202020204" pitchFamily="34" charset="0"/>
              <a:buChar char="•"/>
            </a:pPr>
            <a:r>
              <a:rPr lang="en-US">
                <a:solidFill>
                  <a:schemeClr val="tx1"/>
                </a:solidFill>
              </a:rPr>
              <a:t>Increases the difficulty of generating deepfake with security enhanced source media</a:t>
            </a:r>
          </a:p>
        </p:txBody>
      </p:sp>
      <p:sp>
        <p:nvSpPr>
          <p:cNvPr id="7" name="Rounded Rectangle 6">
            <a:extLst>
              <a:ext uri="{FF2B5EF4-FFF2-40B4-BE49-F238E27FC236}">
                <a16:creationId xmlns:a16="http://schemas.microsoft.com/office/drawing/2014/main" id="{9423F5D7-BC9C-E6AE-6149-C45C0B2CFC69}"/>
              </a:ext>
            </a:extLst>
          </p:cNvPr>
          <p:cNvSpPr/>
          <p:nvPr/>
        </p:nvSpPr>
        <p:spPr>
          <a:xfrm>
            <a:off x="5025653" y="4977033"/>
            <a:ext cx="2140692" cy="680864"/>
          </a:xfrm>
          <a:prstGeom prst="roundRect">
            <a:avLst>
              <a:gd name="adj" fmla="val 11071"/>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Enhancing the Source</a:t>
            </a:r>
          </a:p>
        </p:txBody>
      </p:sp>
      <p:sp>
        <p:nvSpPr>
          <p:cNvPr id="41" name="Rounded Rectangle 40">
            <a:extLst>
              <a:ext uri="{FF2B5EF4-FFF2-40B4-BE49-F238E27FC236}">
                <a16:creationId xmlns:a16="http://schemas.microsoft.com/office/drawing/2014/main" id="{924BB98E-1C72-1212-1CBE-16C50C6E4DF0}"/>
              </a:ext>
            </a:extLst>
          </p:cNvPr>
          <p:cNvSpPr/>
          <p:nvPr/>
        </p:nvSpPr>
        <p:spPr>
          <a:xfrm>
            <a:off x="7853908" y="3576955"/>
            <a:ext cx="4120900" cy="1037194"/>
          </a:xfrm>
          <a:prstGeom prst="roundRect">
            <a:avLst>
              <a:gd name="adj" fmla="val 13606"/>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Watermark, provenance, metadata</a:t>
            </a:r>
          </a:p>
          <a:p>
            <a:pPr marL="285750" indent="-285750">
              <a:buFont typeface="Arial" panose="020B0604020202020204" pitchFamily="34" charset="0"/>
              <a:buChar char="•"/>
            </a:pPr>
            <a:r>
              <a:rPr lang="en-US">
                <a:solidFill>
                  <a:schemeClr val="tx1"/>
                </a:solidFill>
              </a:rPr>
              <a:t>Embedded into the material, Generated by tool</a:t>
            </a:r>
          </a:p>
        </p:txBody>
      </p:sp>
      <p:sp>
        <p:nvSpPr>
          <p:cNvPr id="43" name="Rounded Rectangle 42">
            <a:extLst>
              <a:ext uri="{FF2B5EF4-FFF2-40B4-BE49-F238E27FC236}">
                <a16:creationId xmlns:a16="http://schemas.microsoft.com/office/drawing/2014/main" id="{78CEA3CE-1D7C-327B-DBAC-BB299804D3CB}"/>
              </a:ext>
            </a:extLst>
          </p:cNvPr>
          <p:cNvSpPr/>
          <p:nvPr/>
        </p:nvSpPr>
        <p:spPr>
          <a:xfrm>
            <a:off x="5025653" y="3741751"/>
            <a:ext cx="2140692" cy="716685"/>
          </a:xfrm>
          <a:prstGeom prst="roundRect">
            <a:avLst>
              <a:gd name="adj" fmla="val 10465"/>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Embedding Provenance</a:t>
            </a:r>
          </a:p>
        </p:txBody>
      </p:sp>
      <p:sp>
        <p:nvSpPr>
          <p:cNvPr id="63" name="Rounded Rectangle 62">
            <a:extLst>
              <a:ext uri="{FF2B5EF4-FFF2-40B4-BE49-F238E27FC236}">
                <a16:creationId xmlns:a16="http://schemas.microsoft.com/office/drawing/2014/main" id="{283CA944-19CC-B48F-68E3-71F24497888C}"/>
              </a:ext>
            </a:extLst>
          </p:cNvPr>
          <p:cNvSpPr/>
          <p:nvPr/>
        </p:nvSpPr>
        <p:spPr>
          <a:xfrm>
            <a:off x="231132" y="2076296"/>
            <a:ext cx="4120900" cy="1319428"/>
          </a:xfrm>
          <a:prstGeom prst="roundRect">
            <a:avLst>
              <a:gd name="adj" fmla="val 1041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Detection</a:t>
            </a:r>
          </a:p>
          <a:p>
            <a:pPr marL="285750" indent="-285750">
              <a:buFont typeface="Arial" panose="020B0604020202020204" pitchFamily="34" charset="0"/>
              <a:buChar char="•"/>
            </a:pPr>
            <a:r>
              <a:rPr lang="en-US">
                <a:solidFill>
                  <a:schemeClr val="tx1"/>
                </a:solidFill>
              </a:rPr>
              <a:t>Detecting the whether the material is a deepfake material</a:t>
            </a:r>
          </a:p>
        </p:txBody>
      </p:sp>
      <p:sp>
        <p:nvSpPr>
          <p:cNvPr id="65" name="Rounded Rectangle 64">
            <a:extLst>
              <a:ext uri="{FF2B5EF4-FFF2-40B4-BE49-F238E27FC236}">
                <a16:creationId xmlns:a16="http://schemas.microsoft.com/office/drawing/2014/main" id="{F14D06BC-9DEF-8969-E964-F98CB4AD6917}"/>
              </a:ext>
            </a:extLst>
          </p:cNvPr>
          <p:cNvSpPr/>
          <p:nvPr/>
        </p:nvSpPr>
        <p:spPr>
          <a:xfrm>
            <a:off x="5025652" y="2252387"/>
            <a:ext cx="2140692" cy="967247"/>
          </a:xfrm>
          <a:prstGeom prst="roundRect">
            <a:avLst>
              <a:gd name="adj" fmla="val 8132"/>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Disrupting Distribution and Transfer</a:t>
            </a:r>
          </a:p>
        </p:txBody>
      </p:sp>
      <p:sp>
        <p:nvSpPr>
          <p:cNvPr id="74" name="Rounded Rectangle 73">
            <a:extLst>
              <a:ext uri="{FF2B5EF4-FFF2-40B4-BE49-F238E27FC236}">
                <a16:creationId xmlns:a16="http://schemas.microsoft.com/office/drawing/2014/main" id="{E5FAE6A0-439A-B904-AA26-BBD878675170}"/>
              </a:ext>
            </a:extLst>
          </p:cNvPr>
          <p:cNvSpPr/>
          <p:nvPr/>
        </p:nvSpPr>
        <p:spPr>
          <a:xfrm>
            <a:off x="7853908" y="1023724"/>
            <a:ext cx="4120900" cy="1276130"/>
          </a:xfrm>
          <a:prstGeom prst="roundRect">
            <a:avLst>
              <a:gd name="adj" fmla="val 11193"/>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Knowledge</a:t>
            </a:r>
            <a:endParaRPr lang="en-US">
              <a:solidFill>
                <a:schemeClr val="tx1"/>
              </a:solidFill>
            </a:endParaRPr>
          </a:p>
          <a:p>
            <a:pPr marL="285750" indent="-285750">
              <a:buFont typeface="Arial" panose="020B0604020202020204" pitchFamily="34" charset="0"/>
              <a:buChar char="•"/>
            </a:pPr>
            <a:r>
              <a:rPr lang="en-US">
                <a:solidFill>
                  <a:schemeClr val="tx1"/>
                </a:solidFill>
              </a:rPr>
              <a:t>Train user about what criminal want and how they should protect them self.</a:t>
            </a:r>
          </a:p>
        </p:txBody>
      </p:sp>
      <p:sp>
        <p:nvSpPr>
          <p:cNvPr id="76" name="Rounded Rectangle 75">
            <a:extLst>
              <a:ext uri="{FF2B5EF4-FFF2-40B4-BE49-F238E27FC236}">
                <a16:creationId xmlns:a16="http://schemas.microsoft.com/office/drawing/2014/main" id="{BFF7C5D4-2BFA-F9EA-C610-E104AEF0FD1E}"/>
              </a:ext>
            </a:extLst>
          </p:cNvPr>
          <p:cNvSpPr/>
          <p:nvPr/>
        </p:nvSpPr>
        <p:spPr>
          <a:xfrm>
            <a:off x="5025652" y="1492512"/>
            <a:ext cx="2140692" cy="338554"/>
          </a:xfrm>
          <a:prstGeom prst="roundRect">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User awareness</a:t>
            </a:r>
          </a:p>
        </p:txBody>
      </p:sp>
      <p:sp>
        <p:nvSpPr>
          <p:cNvPr id="2" name="Rounded Rectangle 1">
            <a:extLst>
              <a:ext uri="{FF2B5EF4-FFF2-40B4-BE49-F238E27FC236}">
                <a16:creationId xmlns:a16="http://schemas.microsoft.com/office/drawing/2014/main" id="{52CFEC11-E591-BD1F-6031-05E9CBF1EB86}"/>
              </a:ext>
            </a:extLst>
          </p:cNvPr>
          <p:cNvSpPr/>
          <p:nvPr/>
        </p:nvSpPr>
        <p:spPr>
          <a:xfrm>
            <a:off x="7716136" y="914932"/>
            <a:ext cx="4396445" cy="1519427"/>
          </a:xfrm>
          <a:prstGeom prst="roundRect">
            <a:avLst/>
          </a:prstGeom>
          <a:noFill/>
          <a:ln w="762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BAF7077A-6FAE-FBD5-DC19-653232B28AE0}"/>
              </a:ext>
            </a:extLst>
          </p:cNvPr>
          <p:cNvSpPr txBox="1"/>
          <p:nvPr/>
        </p:nvSpPr>
        <p:spPr>
          <a:xfrm>
            <a:off x="25989" y="658342"/>
            <a:ext cx="4151785" cy="919401"/>
          </a:xfrm>
          <a:prstGeom prst="roundRect">
            <a:avLst/>
          </a:prstGeom>
          <a:solidFill>
            <a:srgbClr val="DDC9EF"/>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AU" sz="1600"/>
              <a:t>Please note that these four steps are the possible steps during the route, it is not an exhaustive list.</a:t>
            </a:r>
          </a:p>
        </p:txBody>
      </p:sp>
    </p:spTree>
    <p:extLst>
      <p:ext uri="{BB962C8B-B14F-4D97-AF65-F5344CB8AC3E}">
        <p14:creationId xmlns:p14="http://schemas.microsoft.com/office/powerpoint/2010/main" val="820356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83038-1649-D215-D212-6526C2E57CF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84419A6-A879-3395-FFFC-A6D17F0A223D}"/>
              </a:ext>
            </a:extLst>
          </p:cNvPr>
          <p:cNvSpPr>
            <a:spLocks noGrp="1"/>
          </p:cNvSpPr>
          <p:nvPr>
            <p:ph type="title"/>
          </p:nvPr>
        </p:nvSpPr>
        <p:spPr>
          <a:xfrm>
            <a:off x="119336" y="92075"/>
            <a:ext cx="10801350" cy="469056"/>
          </a:xfrm>
        </p:spPr>
        <p:txBody>
          <a:bodyPr>
            <a:normAutofit/>
          </a:bodyPr>
          <a:lstStyle/>
          <a:p>
            <a:r>
              <a:rPr lang="en-AU">
                <a:solidFill>
                  <a:schemeClr val="bg1"/>
                </a:solidFill>
              </a:rPr>
              <a:t>Detection </a:t>
            </a:r>
            <a:r>
              <a:rPr lang="en-AU">
                <a:solidFill>
                  <a:schemeClr val="bg1"/>
                </a:solidFill>
                <a:sym typeface="Wingdings" pitchFamily="2" charset="2"/>
              </a:rPr>
              <a:t> </a:t>
            </a:r>
            <a:r>
              <a:rPr lang="en-US">
                <a:solidFill>
                  <a:schemeClr val="bg1"/>
                </a:solidFill>
              </a:rPr>
              <a:t>Raise Public Awareness</a:t>
            </a:r>
            <a:endParaRPr lang="en-AU">
              <a:solidFill>
                <a:schemeClr val="bg1"/>
              </a:solidFill>
            </a:endParaRPr>
          </a:p>
        </p:txBody>
      </p:sp>
      <p:sp>
        <p:nvSpPr>
          <p:cNvPr id="13" name="Slide Number Placeholder 12">
            <a:extLst>
              <a:ext uri="{FF2B5EF4-FFF2-40B4-BE49-F238E27FC236}">
                <a16:creationId xmlns:a16="http://schemas.microsoft.com/office/drawing/2014/main" id="{9DEC4D2E-CE76-7745-40CA-1BD5A18E3DC0}"/>
              </a:ext>
            </a:extLst>
          </p:cNvPr>
          <p:cNvSpPr>
            <a:spLocks noGrp="1"/>
          </p:cNvSpPr>
          <p:nvPr>
            <p:ph type="sldNum" sz="quarter" idx="18"/>
          </p:nvPr>
        </p:nvSpPr>
        <p:spPr/>
        <p:txBody>
          <a:bodyPr/>
          <a:lstStyle/>
          <a:p>
            <a:fld id="{E917DE0E-AFB1-41FD-BC35-27DB61CA125F}" type="slidenum">
              <a:rPr lang="en-AU" smtClean="0"/>
              <a:pPr/>
              <a:t>45</a:t>
            </a:fld>
            <a:endParaRPr lang="en-AU"/>
          </a:p>
        </p:txBody>
      </p:sp>
      <p:grpSp>
        <p:nvGrpSpPr>
          <p:cNvPr id="4" name="Group 3">
            <a:extLst>
              <a:ext uri="{FF2B5EF4-FFF2-40B4-BE49-F238E27FC236}">
                <a16:creationId xmlns:a16="http://schemas.microsoft.com/office/drawing/2014/main" id="{8C480675-4568-8E39-8205-BEF923D65793}"/>
              </a:ext>
            </a:extLst>
          </p:cNvPr>
          <p:cNvGrpSpPr/>
          <p:nvPr/>
        </p:nvGrpSpPr>
        <p:grpSpPr>
          <a:xfrm>
            <a:off x="1558685" y="745144"/>
            <a:ext cx="738792" cy="898873"/>
            <a:chOff x="10435158" y="1086570"/>
            <a:chExt cx="738792" cy="898873"/>
          </a:xfrm>
        </p:grpSpPr>
        <p:pic>
          <p:nvPicPr>
            <p:cNvPr id="5" name="Graphic 4">
              <a:extLst>
                <a:ext uri="{FF2B5EF4-FFF2-40B4-BE49-F238E27FC236}">
                  <a16:creationId xmlns:a16="http://schemas.microsoft.com/office/drawing/2014/main" id="{D1F7C4AB-4964-2C28-5EAD-B969835F14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5158" y="1086570"/>
              <a:ext cx="668004" cy="668004"/>
            </a:xfrm>
            <a:prstGeom prst="rect">
              <a:avLst/>
            </a:prstGeom>
          </p:spPr>
        </p:pic>
        <p:sp>
          <p:nvSpPr>
            <p:cNvPr id="6" name="TextBox 5">
              <a:extLst>
                <a:ext uri="{FF2B5EF4-FFF2-40B4-BE49-F238E27FC236}">
                  <a16:creationId xmlns:a16="http://schemas.microsoft.com/office/drawing/2014/main" id="{5F64E02F-531F-93E1-2688-6C20143164F4}"/>
                </a:ext>
              </a:extLst>
            </p:cNvPr>
            <p:cNvSpPr txBox="1"/>
            <p:nvPr/>
          </p:nvSpPr>
          <p:spPr>
            <a:xfrm>
              <a:off x="10435158" y="1646889"/>
              <a:ext cx="738792" cy="338554"/>
            </a:xfrm>
            <a:prstGeom prst="rect">
              <a:avLst/>
            </a:prstGeom>
            <a:noFill/>
          </p:spPr>
          <p:txBody>
            <a:bodyPr wrap="none" rtlCol="0">
              <a:spAutoFit/>
            </a:bodyPr>
            <a:lstStyle/>
            <a:p>
              <a:r>
                <a:rPr lang="en-US" sz="1600"/>
                <a:t>Victim</a:t>
              </a:r>
            </a:p>
          </p:txBody>
        </p:sp>
      </p:grpSp>
      <p:grpSp>
        <p:nvGrpSpPr>
          <p:cNvPr id="7" name="Group 6">
            <a:extLst>
              <a:ext uri="{FF2B5EF4-FFF2-40B4-BE49-F238E27FC236}">
                <a16:creationId xmlns:a16="http://schemas.microsoft.com/office/drawing/2014/main" id="{9DC435CA-8D49-354B-1120-6E8535F03E3F}"/>
              </a:ext>
            </a:extLst>
          </p:cNvPr>
          <p:cNvGrpSpPr/>
          <p:nvPr/>
        </p:nvGrpSpPr>
        <p:grpSpPr>
          <a:xfrm>
            <a:off x="1388870" y="5514860"/>
            <a:ext cx="971417" cy="1004311"/>
            <a:chOff x="1919536" y="1052736"/>
            <a:chExt cx="971417" cy="1004311"/>
          </a:xfrm>
        </p:grpSpPr>
        <p:pic>
          <p:nvPicPr>
            <p:cNvPr id="11" name="Graphic 10">
              <a:extLst>
                <a:ext uri="{FF2B5EF4-FFF2-40B4-BE49-F238E27FC236}">
                  <a16:creationId xmlns:a16="http://schemas.microsoft.com/office/drawing/2014/main" id="{D57781E6-DC8B-48B0-FA44-2504F27BAE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9536" y="1052736"/>
              <a:ext cx="864096" cy="835034"/>
            </a:xfrm>
            <a:prstGeom prst="rect">
              <a:avLst/>
            </a:prstGeom>
          </p:spPr>
        </p:pic>
        <p:sp>
          <p:nvSpPr>
            <p:cNvPr id="14" name="TextBox 13">
              <a:extLst>
                <a:ext uri="{FF2B5EF4-FFF2-40B4-BE49-F238E27FC236}">
                  <a16:creationId xmlns:a16="http://schemas.microsoft.com/office/drawing/2014/main" id="{D63154ED-2624-E39D-0808-A45F8DF84F56}"/>
                </a:ext>
              </a:extLst>
            </p:cNvPr>
            <p:cNvSpPr txBox="1"/>
            <p:nvPr/>
          </p:nvSpPr>
          <p:spPr>
            <a:xfrm>
              <a:off x="1956082" y="1718493"/>
              <a:ext cx="934871" cy="338554"/>
            </a:xfrm>
            <a:prstGeom prst="rect">
              <a:avLst/>
            </a:prstGeom>
            <a:noFill/>
          </p:spPr>
          <p:txBody>
            <a:bodyPr wrap="none" rtlCol="0">
              <a:spAutoFit/>
            </a:bodyPr>
            <a:lstStyle/>
            <a:p>
              <a:r>
                <a:rPr lang="en-US" sz="1600"/>
                <a:t>Criminal</a:t>
              </a:r>
            </a:p>
          </p:txBody>
        </p:sp>
      </p:grpSp>
      <p:sp>
        <p:nvSpPr>
          <p:cNvPr id="15" name="Right Arrow 14">
            <a:extLst>
              <a:ext uri="{FF2B5EF4-FFF2-40B4-BE49-F238E27FC236}">
                <a16:creationId xmlns:a16="http://schemas.microsoft.com/office/drawing/2014/main" id="{747EE667-23F6-586B-25FC-7F257CB45A7C}"/>
              </a:ext>
            </a:extLst>
          </p:cNvPr>
          <p:cNvSpPr/>
          <p:nvPr/>
        </p:nvSpPr>
        <p:spPr>
          <a:xfrm rot="16200000">
            <a:off x="820662" y="4055834"/>
            <a:ext cx="2159990" cy="618293"/>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AC43181C-4FD0-9F9A-61C3-8F36FC74EDF9}"/>
              </a:ext>
            </a:extLst>
          </p:cNvPr>
          <p:cNvSpPr/>
          <p:nvPr/>
        </p:nvSpPr>
        <p:spPr>
          <a:xfrm rot="5400000">
            <a:off x="1612312" y="1632745"/>
            <a:ext cx="576683" cy="618293"/>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C29DB1CC-E967-C9D8-CD6B-EFF72982FE83}"/>
              </a:ext>
            </a:extLst>
          </p:cNvPr>
          <p:cNvGrpSpPr/>
          <p:nvPr/>
        </p:nvGrpSpPr>
        <p:grpSpPr>
          <a:xfrm>
            <a:off x="1460980" y="2287416"/>
            <a:ext cx="914400" cy="914400"/>
            <a:chOff x="4630989" y="2514600"/>
            <a:chExt cx="914400" cy="914400"/>
          </a:xfrm>
        </p:grpSpPr>
        <p:pic>
          <p:nvPicPr>
            <p:cNvPr id="18" name="Graphic 17" descr="Shield with solid fill">
              <a:extLst>
                <a:ext uri="{FF2B5EF4-FFF2-40B4-BE49-F238E27FC236}">
                  <a16:creationId xmlns:a16="http://schemas.microsoft.com/office/drawing/2014/main" id="{0463B9EF-511B-0516-71F5-8FDF71F773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30989" y="2514600"/>
              <a:ext cx="914400" cy="914400"/>
            </a:xfrm>
            <a:prstGeom prst="rect">
              <a:avLst/>
            </a:prstGeom>
          </p:spPr>
        </p:pic>
        <p:pic>
          <p:nvPicPr>
            <p:cNvPr id="19" name="Graphic 18" descr="Shield with solid fill">
              <a:extLst>
                <a:ext uri="{FF2B5EF4-FFF2-40B4-BE49-F238E27FC236}">
                  <a16:creationId xmlns:a16="http://schemas.microsoft.com/office/drawing/2014/main" id="{6B254E1D-8ACE-C485-A050-8605944B8D2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08892" y="2592503"/>
              <a:ext cx="758594" cy="758594"/>
            </a:xfrm>
            <a:prstGeom prst="rect">
              <a:avLst/>
            </a:prstGeom>
          </p:spPr>
        </p:pic>
        <p:pic>
          <p:nvPicPr>
            <p:cNvPr id="20" name="Graphic 19" descr="Shield with solid fill">
              <a:extLst>
                <a:ext uri="{FF2B5EF4-FFF2-40B4-BE49-F238E27FC236}">
                  <a16:creationId xmlns:a16="http://schemas.microsoft.com/office/drawing/2014/main" id="{12E7843A-E61F-3E46-6DF6-C72FA4F63A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59961" y="2636912"/>
              <a:ext cx="656456" cy="656456"/>
            </a:xfrm>
            <a:prstGeom prst="rect">
              <a:avLst/>
            </a:prstGeom>
          </p:spPr>
        </p:pic>
      </p:grpSp>
      <p:sp>
        <p:nvSpPr>
          <p:cNvPr id="24" name="TextBox 23">
            <a:extLst>
              <a:ext uri="{FF2B5EF4-FFF2-40B4-BE49-F238E27FC236}">
                <a16:creationId xmlns:a16="http://schemas.microsoft.com/office/drawing/2014/main" id="{83D945EF-91BB-C846-384B-4BD5F91BCC03}"/>
              </a:ext>
            </a:extLst>
          </p:cNvPr>
          <p:cNvSpPr txBox="1"/>
          <p:nvPr/>
        </p:nvSpPr>
        <p:spPr>
          <a:xfrm>
            <a:off x="3803622" y="3718649"/>
            <a:ext cx="7738605" cy="715089"/>
          </a:xfrm>
          <a:prstGeom prst="roundRect">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AU"/>
              <a:t>Critical Thinking is required. </a:t>
            </a:r>
          </a:p>
          <a:p>
            <a:pPr marL="285750" indent="-285750">
              <a:buFont typeface="Arial" panose="020B0604020202020204" pitchFamily="34" charset="0"/>
              <a:buChar char="•"/>
            </a:pPr>
            <a:r>
              <a:rPr lang="en-AU"/>
              <a:t>Key knowledge potential victims need to ask: </a:t>
            </a:r>
          </a:p>
        </p:txBody>
      </p:sp>
      <p:sp>
        <p:nvSpPr>
          <p:cNvPr id="32" name="TextBox 31">
            <a:extLst>
              <a:ext uri="{FF2B5EF4-FFF2-40B4-BE49-F238E27FC236}">
                <a16:creationId xmlns:a16="http://schemas.microsoft.com/office/drawing/2014/main" id="{333DEF3D-CF8C-29BE-FF5C-75E26297270C}"/>
              </a:ext>
            </a:extLst>
          </p:cNvPr>
          <p:cNvSpPr txBox="1"/>
          <p:nvPr/>
        </p:nvSpPr>
        <p:spPr>
          <a:xfrm>
            <a:off x="3807109" y="1279765"/>
            <a:ext cx="7735118" cy="2129552"/>
          </a:xfrm>
          <a:prstGeom prst="roundRect">
            <a:avLst>
              <a:gd name="adj" fmla="val 9321"/>
            </a:avLst>
          </a:prstGeom>
          <a:solidFill>
            <a:srgbClr val="DDC9EF">
              <a:alpha val="29804"/>
            </a:srgbClr>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AU"/>
              <a:t>Besides from the technical aspects, </a:t>
            </a:r>
            <a:r>
              <a:rPr lang="en-AU" b="1"/>
              <a:t>how can we raise the public awareness</a:t>
            </a:r>
            <a:r>
              <a:rPr lang="en-AU"/>
              <a:t>? E.g. </a:t>
            </a:r>
          </a:p>
          <a:p>
            <a:pPr marL="285750" indent="-285750">
              <a:buFont typeface="Arial" panose="020B0604020202020204" pitchFamily="34" charset="0"/>
              <a:buChar char="•"/>
            </a:pPr>
            <a:r>
              <a:rPr lang="en-AU"/>
              <a:t>How to make people, especially older/non-tech-savvy people, understand there is a technology can do this?</a:t>
            </a:r>
          </a:p>
          <a:p>
            <a:pPr marL="285750" indent="-285750">
              <a:buFont typeface="Arial" panose="020B0604020202020204" pitchFamily="34" charset="0"/>
              <a:buChar char="•"/>
            </a:pPr>
            <a:r>
              <a:rPr lang="en-AU"/>
              <a:t>How to develop an easier way (a protocol) to let them distinguish some simple deepfake tricks?</a:t>
            </a:r>
          </a:p>
          <a:p>
            <a:pPr marL="742950" lvl="1" indent="-285750">
              <a:buFont typeface="Arial" panose="020B0604020202020204" pitchFamily="34" charset="0"/>
              <a:buChar char="•"/>
            </a:pPr>
            <a:r>
              <a:rPr lang="en-AU"/>
              <a:t>Especially for the “cast a wide net” style</a:t>
            </a:r>
          </a:p>
        </p:txBody>
      </p:sp>
      <p:cxnSp>
        <p:nvCxnSpPr>
          <p:cNvPr id="34" name="Straight Connector 33">
            <a:extLst>
              <a:ext uri="{FF2B5EF4-FFF2-40B4-BE49-F238E27FC236}">
                <a16:creationId xmlns:a16="http://schemas.microsoft.com/office/drawing/2014/main" id="{04CD9DFC-C7D5-DF16-23CE-99A8B6A851FE}"/>
              </a:ext>
            </a:extLst>
          </p:cNvPr>
          <p:cNvCxnSpPr>
            <a:cxnSpLocks/>
          </p:cNvCxnSpPr>
          <p:nvPr/>
        </p:nvCxnSpPr>
        <p:spPr>
          <a:xfrm flipV="1">
            <a:off x="2379951" y="1010778"/>
            <a:ext cx="1675484" cy="164974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63A772E-3EB9-7B74-1838-CB1BE9F2281F}"/>
              </a:ext>
            </a:extLst>
          </p:cNvPr>
          <p:cNvCxnSpPr>
            <a:cxnSpLocks/>
          </p:cNvCxnSpPr>
          <p:nvPr/>
        </p:nvCxnSpPr>
        <p:spPr>
          <a:xfrm>
            <a:off x="2379951" y="2660518"/>
            <a:ext cx="1575473" cy="35157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D77EB48-DEF6-DDA3-5323-E13ED3BE1D02}"/>
              </a:ext>
            </a:extLst>
          </p:cNvPr>
          <p:cNvCxnSpPr>
            <a:cxnSpLocks/>
          </p:cNvCxnSpPr>
          <p:nvPr/>
        </p:nvCxnSpPr>
        <p:spPr>
          <a:xfrm>
            <a:off x="4055435" y="1010778"/>
            <a:ext cx="153650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E7A21E4-1F57-6651-72E1-6D64BD3F74E7}"/>
              </a:ext>
            </a:extLst>
          </p:cNvPr>
          <p:cNvCxnSpPr>
            <a:cxnSpLocks/>
          </p:cNvCxnSpPr>
          <p:nvPr/>
        </p:nvCxnSpPr>
        <p:spPr>
          <a:xfrm>
            <a:off x="3955424" y="6179200"/>
            <a:ext cx="1536509"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5BFCAC31-A061-DF41-7225-AE00066C2452}"/>
              </a:ext>
            </a:extLst>
          </p:cNvPr>
          <p:cNvSpPr/>
          <p:nvPr/>
        </p:nvSpPr>
        <p:spPr>
          <a:xfrm>
            <a:off x="3803622" y="4714626"/>
            <a:ext cx="2733626" cy="955517"/>
          </a:xfrm>
          <a:prstGeom prst="roundRect">
            <a:avLst/>
          </a:prstGeom>
          <a:solidFill>
            <a:srgbClr val="EB602B">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AU" sz="1600">
                <a:solidFill>
                  <a:schemeClr val="tx1"/>
                </a:solidFill>
              </a:rPr>
              <a:t>What </a:t>
            </a:r>
            <a:r>
              <a:rPr lang="en-AU" sz="1600" b="1">
                <a:solidFill>
                  <a:schemeClr val="tx1"/>
                </a:solidFill>
              </a:rPr>
              <a:t>material</a:t>
            </a:r>
            <a:r>
              <a:rPr lang="en-AU" sz="1600">
                <a:solidFill>
                  <a:schemeClr val="tx1"/>
                </a:solidFill>
              </a:rPr>
              <a:t> does the criminal want you to see or believe?</a:t>
            </a:r>
          </a:p>
        </p:txBody>
      </p:sp>
      <p:sp>
        <p:nvSpPr>
          <p:cNvPr id="3" name="Rounded Rectangle 2">
            <a:extLst>
              <a:ext uri="{FF2B5EF4-FFF2-40B4-BE49-F238E27FC236}">
                <a16:creationId xmlns:a16="http://schemas.microsoft.com/office/drawing/2014/main" id="{9063656F-81D1-C973-506F-C2C78F8A8895}"/>
              </a:ext>
            </a:extLst>
          </p:cNvPr>
          <p:cNvSpPr/>
          <p:nvPr/>
        </p:nvSpPr>
        <p:spPr>
          <a:xfrm>
            <a:off x="6618226" y="4714626"/>
            <a:ext cx="2733626" cy="955517"/>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AU" sz="1600">
                <a:solidFill>
                  <a:schemeClr val="tx1"/>
                </a:solidFill>
              </a:rPr>
              <a:t>What </a:t>
            </a:r>
            <a:r>
              <a:rPr lang="en-AU" sz="1600" b="1">
                <a:solidFill>
                  <a:schemeClr val="tx1"/>
                </a:solidFill>
              </a:rPr>
              <a:t>story</a:t>
            </a:r>
            <a:r>
              <a:rPr lang="en-AU" sz="1600">
                <a:solidFill>
                  <a:schemeClr val="tx1"/>
                </a:solidFill>
              </a:rPr>
              <a:t> is the criminal trying to tell?</a:t>
            </a:r>
          </a:p>
        </p:txBody>
      </p:sp>
      <p:sp>
        <p:nvSpPr>
          <p:cNvPr id="9" name="Rounded Rectangle 8">
            <a:extLst>
              <a:ext uri="{FF2B5EF4-FFF2-40B4-BE49-F238E27FC236}">
                <a16:creationId xmlns:a16="http://schemas.microsoft.com/office/drawing/2014/main" id="{BE64C4F9-4937-E454-046B-F5013F50391B}"/>
              </a:ext>
            </a:extLst>
          </p:cNvPr>
          <p:cNvSpPr/>
          <p:nvPr/>
        </p:nvSpPr>
        <p:spPr>
          <a:xfrm>
            <a:off x="9432830" y="4701219"/>
            <a:ext cx="2733626" cy="955517"/>
          </a:xfrm>
          <a:prstGeom prst="roundRect">
            <a:avLst/>
          </a:prstGeom>
          <a:solidFill>
            <a:srgbClr val="2EA836">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AU" sz="1600">
                <a:solidFill>
                  <a:schemeClr val="tx1"/>
                </a:solidFill>
              </a:rPr>
              <a:t>What </a:t>
            </a:r>
            <a:r>
              <a:rPr lang="en-AU" sz="1600" b="1">
                <a:solidFill>
                  <a:schemeClr val="tx1"/>
                </a:solidFill>
              </a:rPr>
              <a:t>actions</a:t>
            </a:r>
            <a:r>
              <a:rPr lang="en-AU" sz="1600">
                <a:solidFill>
                  <a:schemeClr val="tx1"/>
                </a:solidFill>
              </a:rPr>
              <a:t> does the criminal want you to take?</a:t>
            </a:r>
          </a:p>
        </p:txBody>
      </p:sp>
    </p:spTree>
    <p:extLst>
      <p:ext uri="{BB962C8B-B14F-4D97-AF65-F5344CB8AC3E}">
        <p14:creationId xmlns:p14="http://schemas.microsoft.com/office/powerpoint/2010/main" val="2885398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par>
                                <p:cTn id="9" presetID="1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decel="5000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1" decel="5000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outVertical)">
                                      <p:cBhvr>
                                        <p:cTn id="27" dur="500"/>
                                        <p:tgtEl>
                                          <p:spTgt spid="21"/>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par>
                                <p:cTn id="32" presetID="22" presetClass="entr" presetSubtype="8" fill="hold"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left)">
                                      <p:cBhvr>
                                        <p:cTn id="34" dur="500"/>
                                        <p:tgtEl>
                                          <p:spTgt spid="35"/>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left)">
                                      <p:cBhvr>
                                        <p:cTn id="38" dur="500"/>
                                        <p:tgtEl>
                                          <p:spTgt spid="43"/>
                                        </p:tgtEl>
                                      </p:cBhvr>
                                    </p:animEffect>
                                  </p:childTnLst>
                                </p:cTn>
                              </p:par>
                              <p:par>
                                <p:cTn id="39" presetID="22" presetClass="entr" presetSubtype="8"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wipe(left)">
                                      <p:cBhvr>
                                        <p:cTn id="41" dur="500"/>
                                        <p:tgtEl>
                                          <p:spTgt spid="3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2">
                                            <p:bg/>
                                          </p:spTgt>
                                        </p:tgtEl>
                                        <p:attrNameLst>
                                          <p:attrName>style.visibility</p:attrName>
                                        </p:attrNameLst>
                                      </p:cBhvr>
                                      <p:to>
                                        <p:strVal val="visible"/>
                                      </p:to>
                                    </p:set>
                                    <p:animEffect transition="in" filter="fade">
                                      <p:cBhvr>
                                        <p:cTn id="46" dur="500"/>
                                        <p:tgtEl>
                                          <p:spTgt spid="32">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xEl>
                                              <p:pRg st="0" end="0"/>
                                            </p:txEl>
                                          </p:spTgt>
                                        </p:tgtEl>
                                        <p:attrNameLst>
                                          <p:attrName>style.visibility</p:attrName>
                                        </p:attrNameLst>
                                      </p:cBhvr>
                                      <p:to>
                                        <p:strVal val="visible"/>
                                      </p:to>
                                    </p:set>
                                    <p:animEffect transition="in" filter="fade">
                                      <p:cBhvr>
                                        <p:cTn id="49" dur="500"/>
                                        <p:tgtEl>
                                          <p:spTgt spid="32">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2">
                                            <p:txEl>
                                              <p:pRg st="1" end="1"/>
                                            </p:txEl>
                                          </p:spTgt>
                                        </p:tgtEl>
                                        <p:attrNameLst>
                                          <p:attrName>style.visibility</p:attrName>
                                        </p:attrNameLst>
                                      </p:cBhvr>
                                      <p:to>
                                        <p:strVal val="visible"/>
                                      </p:to>
                                    </p:set>
                                    <p:animEffect transition="in" filter="fade">
                                      <p:cBhvr>
                                        <p:cTn id="54" dur="500"/>
                                        <p:tgtEl>
                                          <p:spTgt spid="32">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2">
                                            <p:txEl>
                                              <p:pRg st="2" end="2"/>
                                            </p:txEl>
                                          </p:spTgt>
                                        </p:tgtEl>
                                        <p:attrNameLst>
                                          <p:attrName>style.visibility</p:attrName>
                                        </p:attrNameLst>
                                      </p:cBhvr>
                                      <p:to>
                                        <p:strVal val="visible"/>
                                      </p:to>
                                    </p:set>
                                    <p:animEffect transition="in" filter="fade">
                                      <p:cBhvr>
                                        <p:cTn id="59" dur="500"/>
                                        <p:tgtEl>
                                          <p:spTgt spid="32">
                                            <p:txEl>
                                              <p:pRg st="2" end="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2">
                                            <p:txEl>
                                              <p:pRg st="3" end="3"/>
                                            </p:txEl>
                                          </p:spTgt>
                                        </p:tgtEl>
                                        <p:attrNameLst>
                                          <p:attrName>style.visibility</p:attrName>
                                        </p:attrNameLst>
                                      </p:cBhvr>
                                      <p:to>
                                        <p:strVal val="visible"/>
                                      </p:to>
                                    </p:set>
                                    <p:animEffect transition="in" filter="fade">
                                      <p:cBhvr>
                                        <p:cTn id="64" dur="500"/>
                                        <p:tgtEl>
                                          <p:spTgt spid="32">
                                            <p:txEl>
                                              <p:pRg st="3" end="3"/>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4"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 calcmode="lin" valueType="num">
                                      <p:cBhvr additive="base">
                                        <p:cTn id="69" dur="500"/>
                                        <p:tgtEl>
                                          <p:spTgt spid="24"/>
                                        </p:tgtEl>
                                        <p:attrNameLst>
                                          <p:attrName>ppt_y</p:attrName>
                                        </p:attrNameLst>
                                      </p:cBhvr>
                                      <p:tavLst>
                                        <p:tav tm="0">
                                          <p:val>
                                            <p:strVal val="#ppt_y+#ppt_h*1.125000"/>
                                          </p:val>
                                        </p:tav>
                                        <p:tav tm="100000">
                                          <p:val>
                                            <p:strVal val="#ppt_y"/>
                                          </p:val>
                                        </p:tav>
                                      </p:tavLst>
                                    </p:anim>
                                    <p:animEffect transition="in" filter="wipe(up)">
                                      <p:cBhvr>
                                        <p:cTn id="70" dur="5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wipe(left)">
                                      <p:cBhvr>
                                        <p:cTn id="75" dur="500"/>
                                        <p:tgtEl>
                                          <p:spTgt spid="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
                                        </p:tgtEl>
                                        <p:attrNameLst>
                                          <p:attrName>style.visibility</p:attrName>
                                        </p:attrNameLst>
                                      </p:cBhvr>
                                      <p:to>
                                        <p:strVal val="visible"/>
                                      </p:to>
                                    </p:set>
                                    <p:animEffect transition="in" filter="wipe(left)">
                                      <p:cBhvr>
                                        <p:cTn id="80" dur="500"/>
                                        <p:tgtEl>
                                          <p:spTgt spid="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wipe(left)">
                                      <p:cBhvr>
                                        <p:cTn id="8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4" grpId="0" animBg="1"/>
      <p:bldP spid="32" grpId="0" uiExpand="1" build="p" animBg="1"/>
      <p:bldP spid="2" grpId="0" animBg="1"/>
      <p:bldP spid="3"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FDD59-410E-DD5E-3907-A7584E380993}"/>
            </a:ext>
          </a:extLst>
        </p:cNvPr>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A7EFEA78-C3BC-125F-D472-2217ED1BE4C9}"/>
              </a:ext>
            </a:extLst>
          </p:cNvPr>
          <p:cNvSpPr>
            <a:spLocks noGrp="1"/>
          </p:cNvSpPr>
          <p:nvPr>
            <p:ph type="sldNum" sz="quarter" idx="18"/>
          </p:nvPr>
        </p:nvSpPr>
        <p:spPr/>
        <p:txBody>
          <a:bodyPr/>
          <a:lstStyle/>
          <a:p>
            <a:fld id="{E917DE0E-AFB1-41FD-BC35-27DB61CA125F}" type="slidenum">
              <a:rPr lang="en-AU" smtClean="0"/>
              <a:pPr/>
              <a:t>46</a:t>
            </a:fld>
            <a:endParaRPr lang="en-AU"/>
          </a:p>
        </p:txBody>
      </p:sp>
      <p:sp>
        <p:nvSpPr>
          <p:cNvPr id="2" name="Title 7">
            <a:extLst>
              <a:ext uri="{FF2B5EF4-FFF2-40B4-BE49-F238E27FC236}">
                <a16:creationId xmlns:a16="http://schemas.microsoft.com/office/drawing/2014/main" id="{573566A4-8CED-E25B-3BD5-F4EFC99B2982}"/>
              </a:ext>
            </a:extLst>
          </p:cNvPr>
          <p:cNvSpPr txBox="1">
            <a:spLocks/>
          </p:cNvSpPr>
          <p:nvPr/>
        </p:nvSpPr>
        <p:spPr>
          <a:xfrm>
            <a:off x="119335" y="92074"/>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Agenda</a:t>
            </a:r>
            <a:endParaRPr lang="en-AU">
              <a:solidFill>
                <a:schemeClr val="tx1"/>
              </a:solidFill>
              <a:highlight>
                <a:srgbClr val="FFFF00"/>
              </a:highlight>
            </a:endParaRPr>
          </a:p>
        </p:txBody>
      </p:sp>
      <p:graphicFrame>
        <p:nvGraphicFramePr>
          <p:cNvPr id="4" name="Diagram 3">
            <a:extLst>
              <a:ext uri="{FF2B5EF4-FFF2-40B4-BE49-F238E27FC236}">
                <a16:creationId xmlns:a16="http://schemas.microsoft.com/office/drawing/2014/main" id="{330F594D-C0CF-37D7-0B4D-DA24EB1FEACF}"/>
              </a:ext>
            </a:extLst>
          </p:cNvPr>
          <p:cNvGraphicFramePr/>
          <p:nvPr/>
        </p:nvGraphicFramePr>
        <p:xfrm>
          <a:off x="1775520" y="908720"/>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ounded Rectangle 4">
            <a:extLst>
              <a:ext uri="{FF2B5EF4-FFF2-40B4-BE49-F238E27FC236}">
                <a16:creationId xmlns:a16="http://schemas.microsoft.com/office/drawing/2014/main" id="{C31764C6-0767-A798-5017-DF29EC1263B7}"/>
              </a:ext>
            </a:extLst>
          </p:cNvPr>
          <p:cNvSpPr/>
          <p:nvPr/>
        </p:nvSpPr>
        <p:spPr>
          <a:xfrm>
            <a:off x="2425566" y="4561329"/>
            <a:ext cx="6478746" cy="939509"/>
          </a:xfrm>
          <a:prstGeom prst="roundRect">
            <a:avLst>
              <a:gd name="adj" fmla="val 9506"/>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3357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C8116-90F7-BAC4-81BE-7FC7EED0A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E895B-E58C-CAE0-2B53-AABEE1CB0390}"/>
              </a:ext>
            </a:extLst>
          </p:cNvPr>
          <p:cNvSpPr>
            <a:spLocks noGrp="1"/>
          </p:cNvSpPr>
          <p:nvPr>
            <p:ph type="title"/>
          </p:nvPr>
        </p:nvSpPr>
        <p:spPr/>
        <p:txBody>
          <a:bodyPr/>
          <a:lstStyle/>
          <a:p>
            <a:br>
              <a:rPr lang="en-US"/>
            </a:br>
            <a:r>
              <a:rPr lang="en-US"/>
              <a:t>Dr Hetong Jiang: </a:t>
            </a:r>
            <a:br>
              <a:rPr lang="en-US"/>
            </a:br>
            <a:r>
              <a:rPr lang="en-US"/>
              <a:t>Our Current Research and Future Work</a:t>
            </a:r>
          </a:p>
        </p:txBody>
      </p:sp>
      <p:sp>
        <p:nvSpPr>
          <p:cNvPr id="3" name="Text Placeholder 2">
            <a:extLst>
              <a:ext uri="{FF2B5EF4-FFF2-40B4-BE49-F238E27FC236}">
                <a16:creationId xmlns:a16="http://schemas.microsoft.com/office/drawing/2014/main" id="{34775FF8-3722-67B1-683B-4F3820347D6E}"/>
              </a:ext>
            </a:extLst>
          </p:cNvPr>
          <p:cNvSpPr>
            <a:spLocks noGrp="1"/>
          </p:cNvSpPr>
          <p:nvPr>
            <p:ph type="body" sz="quarter" idx="10"/>
          </p:nvPr>
        </p:nvSpPr>
        <p:spPr/>
        <p:txBody>
          <a:bodyPr/>
          <a:lstStyle/>
          <a:p>
            <a:pPr marL="457200" indent="-457200">
              <a:buFont typeface="Arial" panose="020B0604020202020204" pitchFamily="34" charset="0"/>
              <a:buChar char="•"/>
            </a:pPr>
            <a:r>
              <a:rPr lang="en-US"/>
              <a:t>Our Vision</a:t>
            </a:r>
          </a:p>
          <a:p>
            <a:pPr marL="457200" indent="-457200">
              <a:buFont typeface="Arial" panose="020B0604020202020204" pitchFamily="34" charset="0"/>
              <a:buChar char="•"/>
            </a:pPr>
            <a:r>
              <a:rPr lang="en-US"/>
              <a:t>Our Research</a:t>
            </a:r>
          </a:p>
        </p:txBody>
      </p:sp>
    </p:spTree>
    <p:extLst>
      <p:ext uri="{BB962C8B-B14F-4D97-AF65-F5344CB8AC3E}">
        <p14:creationId xmlns:p14="http://schemas.microsoft.com/office/powerpoint/2010/main" val="3882986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DDF42-EA6E-8D2E-85B2-EB1D203C6CB4}"/>
            </a:ext>
          </a:extLst>
        </p:cNvPr>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5CA0E709-C2D3-01D8-C428-F8D57C3345AD}"/>
              </a:ext>
            </a:extLst>
          </p:cNvPr>
          <p:cNvCxnSpPr>
            <a:cxnSpLocks/>
            <a:stCxn id="7" idx="1"/>
            <a:endCxn id="3" idx="3"/>
          </p:cNvCxnSpPr>
          <p:nvPr/>
        </p:nvCxnSpPr>
        <p:spPr>
          <a:xfrm flipH="1">
            <a:off x="4352031" y="5317465"/>
            <a:ext cx="673622" cy="1455"/>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0BAF591-A3B2-278F-427E-E3F7A679D346}"/>
              </a:ext>
            </a:extLst>
          </p:cNvPr>
          <p:cNvCxnSpPr>
            <a:cxnSpLocks/>
            <a:stCxn id="43" idx="3"/>
            <a:endCxn id="41" idx="1"/>
          </p:cNvCxnSpPr>
          <p:nvPr/>
        </p:nvCxnSpPr>
        <p:spPr>
          <a:xfrm flipV="1">
            <a:off x="7166345" y="4095552"/>
            <a:ext cx="687563" cy="4542"/>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2AE0A3E-014C-8E92-F39F-4BE17AF7DF9D}"/>
              </a:ext>
            </a:extLst>
          </p:cNvPr>
          <p:cNvCxnSpPr>
            <a:cxnSpLocks/>
            <a:stCxn id="65" idx="1"/>
            <a:endCxn id="63" idx="3"/>
          </p:cNvCxnSpPr>
          <p:nvPr/>
        </p:nvCxnSpPr>
        <p:spPr>
          <a:xfrm flipH="1" flipV="1">
            <a:off x="4352032" y="2736010"/>
            <a:ext cx="673620" cy="1"/>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75C36BDF-2B70-7D77-A276-A2E6C42663E8}"/>
              </a:ext>
            </a:extLst>
          </p:cNvPr>
          <p:cNvCxnSpPr>
            <a:cxnSpLocks/>
            <a:stCxn id="76" idx="3"/>
            <a:endCxn id="74" idx="1"/>
          </p:cNvCxnSpPr>
          <p:nvPr/>
        </p:nvCxnSpPr>
        <p:spPr>
          <a:xfrm>
            <a:off x="7166344" y="1661789"/>
            <a:ext cx="687564" cy="0"/>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BB98CF5D-6D38-355F-3F04-84DCC06EF110}"/>
              </a:ext>
            </a:extLst>
          </p:cNvPr>
          <p:cNvSpPr>
            <a:spLocks noGrp="1"/>
          </p:cNvSpPr>
          <p:nvPr>
            <p:ph type="title"/>
          </p:nvPr>
        </p:nvSpPr>
        <p:spPr>
          <a:xfrm>
            <a:off x="119336" y="92075"/>
            <a:ext cx="10801350" cy="469056"/>
          </a:xfrm>
        </p:spPr>
        <p:txBody>
          <a:bodyPr/>
          <a:lstStyle/>
          <a:p>
            <a:r>
              <a:rPr lang="en-AU">
                <a:solidFill>
                  <a:schemeClr val="bg1"/>
                </a:solidFill>
              </a:rPr>
              <a:t>Our Vision: An End-to-End Defensive Pathway</a:t>
            </a:r>
          </a:p>
        </p:txBody>
      </p:sp>
      <p:sp>
        <p:nvSpPr>
          <p:cNvPr id="13" name="Slide Number Placeholder 12">
            <a:extLst>
              <a:ext uri="{FF2B5EF4-FFF2-40B4-BE49-F238E27FC236}">
                <a16:creationId xmlns:a16="http://schemas.microsoft.com/office/drawing/2014/main" id="{797FDCF9-0D5F-E51A-2FC9-F084DA9A87D9}"/>
              </a:ext>
            </a:extLst>
          </p:cNvPr>
          <p:cNvSpPr>
            <a:spLocks noGrp="1"/>
          </p:cNvSpPr>
          <p:nvPr>
            <p:ph type="sldNum" sz="quarter" idx="18"/>
          </p:nvPr>
        </p:nvSpPr>
        <p:spPr/>
        <p:txBody>
          <a:bodyPr/>
          <a:lstStyle/>
          <a:p>
            <a:fld id="{E917DE0E-AFB1-41FD-BC35-27DB61CA125F}" type="slidenum">
              <a:rPr lang="en-AU" smtClean="0"/>
              <a:pPr/>
              <a:t>48</a:t>
            </a:fld>
            <a:endParaRPr lang="en-AU"/>
          </a:p>
        </p:txBody>
      </p:sp>
      <p:grpSp>
        <p:nvGrpSpPr>
          <p:cNvPr id="15" name="Group 14">
            <a:extLst>
              <a:ext uri="{FF2B5EF4-FFF2-40B4-BE49-F238E27FC236}">
                <a16:creationId xmlns:a16="http://schemas.microsoft.com/office/drawing/2014/main" id="{C4A7F788-A3C6-E56D-D962-8B9A864546E0}"/>
              </a:ext>
            </a:extLst>
          </p:cNvPr>
          <p:cNvGrpSpPr/>
          <p:nvPr/>
        </p:nvGrpSpPr>
        <p:grpSpPr>
          <a:xfrm>
            <a:off x="6382785" y="603119"/>
            <a:ext cx="738792" cy="898873"/>
            <a:chOff x="10435158" y="1086570"/>
            <a:chExt cx="738792" cy="898873"/>
          </a:xfrm>
        </p:grpSpPr>
        <p:pic>
          <p:nvPicPr>
            <p:cNvPr id="5" name="Graphic 4">
              <a:extLst>
                <a:ext uri="{FF2B5EF4-FFF2-40B4-BE49-F238E27FC236}">
                  <a16:creationId xmlns:a16="http://schemas.microsoft.com/office/drawing/2014/main" id="{168A85E1-522D-9E98-4F94-98C6EB8A2C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5158" y="1086570"/>
              <a:ext cx="668004" cy="668004"/>
            </a:xfrm>
            <a:prstGeom prst="rect">
              <a:avLst/>
            </a:prstGeom>
          </p:spPr>
        </p:pic>
        <p:sp>
          <p:nvSpPr>
            <p:cNvPr id="6" name="TextBox 5">
              <a:extLst>
                <a:ext uri="{FF2B5EF4-FFF2-40B4-BE49-F238E27FC236}">
                  <a16:creationId xmlns:a16="http://schemas.microsoft.com/office/drawing/2014/main" id="{3F468741-B7CA-ECC8-6BDA-42687C038B59}"/>
                </a:ext>
              </a:extLst>
            </p:cNvPr>
            <p:cNvSpPr txBox="1"/>
            <p:nvPr/>
          </p:nvSpPr>
          <p:spPr>
            <a:xfrm>
              <a:off x="10435158" y="1646889"/>
              <a:ext cx="738792" cy="338554"/>
            </a:xfrm>
            <a:prstGeom prst="rect">
              <a:avLst/>
            </a:prstGeom>
            <a:noFill/>
          </p:spPr>
          <p:txBody>
            <a:bodyPr wrap="none" rtlCol="0">
              <a:spAutoFit/>
            </a:bodyPr>
            <a:lstStyle/>
            <a:p>
              <a:r>
                <a:rPr lang="en-US" sz="1600"/>
                <a:t>Victim</a:t>
              </a:r>
            </a:p>
          </p:txBody>
        </p:sp>
      </p:grpSp>
      <p:grpSp>
        <p:nvGrpSpPr>
          <p:cNvPr id="14" name="Group 13">
            <a:extLst>
              <a:ext uri="{FF2B5EF4-FFF2-40B4-BE49-F238E27FC236}">
                <a16:creationId xmlns:a16="http://schemas.microsoft.com/office/drawing/2014/main" id="{858746DD-401F-C4C7-C573-6D2372B874F9}"/>
              </a:ext>
            </a:extLst>
          </p:cNvPr>
          <p:cNvGrpSpPr/>
          <p:nvPr/>
        </p:nvGrpSpPr>
        <p:grpSpPr>
          <a:xfrm>
            <a:off x="6266472" y="5853689"/>
            <a:ext cx="971417" cy="1004311"/>
            <a:chOff x="1919536" y="1052736"/>
            <a:chExt cx="971417" cy="1004311"/>
          </a:xfrm>
        </p:grpSpPr>
        <p:pic>
          <p:nvPicPr>
            <p:cNvPr id="9" name="Graphic 8">
              <a:extLst>
                <a:ext uri="{FF2B5EF4-FFF2-40B4-BE49-F238E27FC236}">
                  <a16:creationId xmlns:a16="http://schemas.microsoft.com/office/drawing/2014/main" id="{849EA069-23E5-7D25-9AC8-CF7F521482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9536" y="1052736"/>
              <a:ext cx="864096" cy="835034"/>
            </a:xfrm>
            <a:prstGeom prst="rect">
              <a:avLst/>
            </a:prstGeom>
          </p:spPr>
        </p:pic>
        <p:sp>
          <p:nvSpPr>
            <p:cNvPr id="11" name="TextBox 10">
              <a:extLst>
                <a:ext uri="{FF2B5EF4-FFF2-40B4-BE49-F238E27FC236}">
                  <a16:creationId xmlns:a16="http://schemas.microsoft.com/office/drawing/2014/main" id="{CDE00CCE-69E0-80F5-088E-02C715136F33}"/>
                </a:ext>
              </a:extLst>
            </p:cNvPr>
            <p:cNvSpPr txBox="1"/>
            <p:nvPr/>
          </p:nvSpPr>
          <p:spPr>
            <a:xfrm>
              <a:off x="1956082" y="1718493"/>
              <a:ext cx="934871" cy="338554"/>
            </a:xfrm>
            <a:prstGeom prst="rect">
              <a:avLst/>
            </a:prstGeom>
            <a:noFill/>
          </p:spPr>
          <p:txBody>
            <a:bodyPr wrap="none" rtlCol="0">
              <a:spAutoFit/>
            </a:bodyPr>
            <a:lstStyle/>
            <a:p>
              <a:r>
                <a:rPr lang="en-US" sz="1600"/>
                <a:t>Criminal</a:t>
              </a:r>
            </a:p>
          </p:txBody>
        </p:sp>
      </p:grpSp>
      <p:sp>
        <p:nvSpPr>
          <p:cNvPr id="16" name="Right Arrow 15">
            <a:extLst>
              <a:ext uri="{FF2B5EF4-FFF2-40B4-BE49-F238E27FC236}">
                <a16:creationId xmlns:a16="http://schemas.microsoft.com/office/drawing/2014/main" id="{6B8145D3-24A3-C88D-9E1D-42D98E106ED3}"/>
              </a:ext>
            </a:extLst>
          </p:cNvPr>
          <p:cNvSpPr/>
          <p:nvPr/>
        </p:nvSpPr>
        <p:spPr>
          <a:xfrm rot="16200000">
            <a:off x="3016046" y="3449147"/>
            <a:ext cx="6159906" cy="618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DBD1C864-BC7D-7249-ADCF-FAEA744D35AC}"/>
              </a:ext>
            </a:extLst>
          </p:cNvPr>
          <p:cNvSpPr/>
          <p:nvPr/>
        </p:nvSpPr>
        <p:spPr>
          <a:xfrm>
            <a:off x="200247" y="4715152"/>
            <a:ext cx="4151784" cy="1207535"/>
          </a:xfrm>
          <a:prstGeom prst="roundRect">
            <a:avLst>
              <a:gd name="adj" fmla="val 10357"/>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Defensive Source</a:t>
            </a:r>
            <a:endParaRPr lang="en-US">
              <a:solidFill>
                <a:schemeClr val="tx1"/>
              </a:solidFill>
            </a:endParaRPr>
          </a:p>
          <a:p>
            <a:pPr marL="285750" indent="-285750">
              <a:buFont typeface="Arial" panose="020B0604020202020204" pitchFamily="34" charset="0"/>
              <a:buChar char="•"/>
            </a:pPr>
            <a:r>
              <a:rPr lang="en-US">
                <a:solidFill>
                  <a:schemeClr val="tx1"/>
                </a:solidFill>
              </a:rPr>
              <a:t>Increases the difficulty of generating deepfake with security enhanced source media</a:t>
            </a:r>
          </a:p>
        </p:txBody>
      </p:sp>
      <p:sp>
        <p:nvSpPr>
          <p:cNvPr id="7" name="Rounded Rectangle 6">
            <a:extLst>
              <a:ext uri="{FF2B5EF4-FFF2-40B4-BE49-F238E27FC236}">
                <a16:creationId xmlns:a16="http://schemas.microsoft.com/office/drawing/2014/main" id="{9310A22A-85FD-3AA2-0355-964E8D8FE21B}"/>
              </a:ext>
            </a:extLst>
          </p:cNvPr>
          <p:cNvSpPr/>
          <p:nvPr/>
        </p:nvSpPr>
        <p:spPr>
          <a:xfrm>
            <a:off x="5025653" y="4977033"/>
            <a:ext cx="2140692" cy="680864"/>
          </a:xfrm>
          <a:prstGeom prst="roundRect">
            <a:avLst>
              <a:gd name="adj" fmla="val 11071"/>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Enhancing the Source</a:t>
            </a:r>
          </a:p>
        </p:txBody>
      </p:sp>
      <p:sp>
        <p:nvSpPr>
          <p:cNvPr id="41" name="Rounded Rectangle 40">
            <a:extLst>
              <a:ext uri="{FF2B5EF4-FFF2-40B4-BE49-F238E27FC236}">
                <a16:creationId xmlns:a16="http://schemas.microsoft.com/office/drawing/2014/main" id="{1D213C2A-2CA0-DB18-9870-A8D8C6879BE8}"/>
              </a:ext>
            </a:extLst>
          </p:cNvPr>
          <p:cNvSpPr/>
          <p:nvPr/>
        </p:nvSpPr>
        <p:spPr>
          <a:xfrm>
            <a:off x="7853908" y="3576955"/>
            <a:ext cx="4120900" cy="1037194"/>
          </a:xfrm>
          <a:prstGeom prst="roundRect">
            <a:avLst>
              <a:gd name="adj" fmla="val 13606"/>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Watermark, provenance, metadata</a:t>
            </a:r>
          </a:p>
          <a:p>
            <a:pPr marL="285750" indent="-285750">
              <a:buFont typeface="Arial" panose="020B0604020202020204" pitchFamily="34" charset="0"/>
              <a:buChar char="•"/>
            </a:pPr>
            <a:r>
              <a:rPr lang="en-US">
                <a:solidFill>
                  <a:schemeClr val="tx1"/>
                </a:solidFill>
              </a:rPr>
              <a:t>Embedded into the material, Generated by tool</a:t>
            </a:r>
          </a:p>
        </p:txBody>
      </p:sp>
      <p:sp>
        <p:nvSpPr>
          <p:cNvPr id="43" name="Rounded Rectangle 42">
            <a:extLst>
              <a:ext uri="{FF2B5EF4-FFF2-40B4-BE49-F238E27FC236}">
                <a16:creationId xmlns:a16="http://schemas.microsoft.com/office/drawing/2014/main" id="{3BF02D2F-CFCF-10E2-7E8F-6D62E19AD1CA}"/>
              </a:ext>
            </a:extLst>
          </p:cNvPr>
          <p:cNvSpPr/>
          <p:nvPr/>
        </p:nvSpPr>
        <p:spPr>
          <a:xfrm>
            <a:off x="5025653" y="3741751"/>
            <a:ext cx="2140692" cy="716685"/>
          </a:xfrm>
          <a:prstGeom prst="roundRect">
            <a:avLst>
              <a:gd name="adj" fmla="val 10465"/>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Embedding Provenance</a:t>
            </a:r>
          </a:p>
        </p:txBody>
      </p:sp>
      <p:sp>
        <p:nvSpPr>
          <p:cNvPr id="63" name="Rounded Rectangle 62">
            <a:extLst>
              <a:ext uri="{FF2B5EF4-FFF2-40B4-BE49-F238E27FC236}">
                <a16:creationId xmlns:a16="http://schemas.microsoft.com/office/drawing/2014/main" id="{C80EB021-A5C6-8AE9-9A2F-98774D7D02CD}"/>
              </a:ext>
            </a:extLst>
          </p:cNvPr>
          <p:cNvSpPr/>
          <p:nvPr/>
        </p:nvSpPr>
        <p:spPr>
          <a:xfrm>
            <a:off x="231132" y="2076296"/>
            <a:ext cx="4120900" cy="1319428"/>
          </a:xfrm>
          <a:prstGeom prst="roundRect">
            <a:avLst>
              <a:gd name="adj" fmla="val 1041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Detection</a:t>
            </a:r>
          </a:p>
          <a:p>
            <a:pPr marL="285750" indent="-285750">
              <a:buFont typeface="Arial" panose="020B0604020202020204" pitchFamily="34" charset="0"/>
              <a:buChar char="•"/>
            </a:pPr>
            <a:r>
              <a:rPr lang="en-US">
                <a:solidFill>
                  <a:schemeClr val="tx1"/>
                </a:solidFill>
              </a:rPr>
              <a:t>Detecting the whether the material is a deepfake material</a:t>
            </a:r>
          </a:p>
        </p:txBody>
      </p:sp>
      <p:sp>
        <p:nvSpPr>
          <p:cNvPr id="65" name="Rounded Rectangle 64">
            <a:extLst>
              <a:ext uri="{FF2B5EF4-FFF2-40B4-BE49-F238E27FC236}">
                <a16:creationId xmlns:a16="http://schemas.microsoft.com/office/drawing/2014/main" id="{502E3469-6680-75EB-4B6E-20F92F48AC34}"/>
              </a:ext>
            </a:extLst>
          </p:cNvPr>
          <p:cNvSpPr/>
          <p:nvPr/>
        </p:nvSpPr>
        <p:spPr>
          <a:xfrm>
            <a:off x="5025652" y="2252387"/>
            <a:ext cx="2140692" cy="967247"/>
          </a:xfrm>
          <a:prstGeom prst="roundRect">
            <a:avLst>
              <a:gd name="adj" fmla="val 8132"/>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Disrupting Distribution and Transfer</a:t>
            </a:r>
          </a:p>
        </p:txBody>
      </p:sp>
      <p:sp>
        <p:nvSpPr>
          <p:cNvPr id="74" name="Rounded Rectangle 73">
            <a:extLst>
              <a:ext uri="{FF2B5EF4-FFF2-40B4-BE49-F238E27FC236}">
                <a16:creationId xmlns:a16="http://schemas.microsoft.com/office/drawing/2014/main" id="{412C7228-CA7E-009C-5B4E-2F4A0C383D64}"/>
              </a:ext>
            </a:extLst>
          </p:cNvPr>
          <p:cNvSpPr/>
          <p:nvPr/>
        </p:nvSpPr>
        <p:spPr>
          <a:xfrm>
            <a:off x="7853908" y="1023724"/>
            <a:ext cx="4120900" cy="1276130"/>
          </a:xfrm>
          <a:prstGeom prst="roundRect">
            <a:avLst>
              <a:gd name="adj" fmla="val 11193"/>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a:solidFill>
                  <a:schemeClr val="tx1"/>
                </a:solidFill>
              </a:rPr>
              <a:t>Knowledge</a:t>
            </a:r>
            <a:endParaRPr lang="en-US">
              <a:solidFill>
                <a:schemeClr val="tx1"/>
              </a:solidFill>
            </a:endParaRPr>
          </a:p>
          <a:p>
            <a:pPr marL="285750" indent="-285750">
              <a:buFont typeface="Arial" panose="020B0604020202020204" pitchFamily="34" charset="0"/>
              <a:buChar char="•"/>
            </a:pPr>
            <a:r>
              <a:rPr lang="en-US">
                <a:solidFill>
                  <a:schemeClr val="tx1"/>
                </a:solidFill>
              </a:rPr>
              <a:t>Train user about what criminal want and how they should protect them self.</a:t>
            </a:r>
          </a:p>
        </p:txBody>
      </p:sp>
      <p:sp>
        <p:nvSpPr>
          <p:cNvPr id="76" name="Rounded Rectangle 75">
            <a:extLst>
              <a:ext uri="{FF2B5EF4-FFF2-40B4-BE49-F238E27FC236}">
                <a16:creationId xmlns:a16="http://schemas.microsoft.com/office/drawing/2014/main" id="{C7ACEA57-04FB-06C4-C36D-7A853B2EE758}"/>
              </a:ext>
            </a:extLst>
          </p:cNvPr>
          <p:cNvSpPr/>
          <p:nvPr/>
        </p:nvSpPr>
        <p:spPr>
          <a:xfrm>
            <a:off x="5025652" y="1492512"/>
            <a:ext cx="2140692" cy="338554"/>
          </a:xfrm>
          <a:prstGeom prst="roundRect">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User awareness</a:t>
            </a:r>
          </a:p>
        </p:txBody>
      </p:sp>
      <p:sp>
        <p:nvSpPr>
          <p:cNvPr id="10" name="Rounded Rectangle 9">
            <a:extLst>
              <a:ext uri="{FF2B5EF4-FFF2-40B4-BE49-F238E27FC236}">
                <a16:creationId xmlns:a16="http://schemas.microsoft.com/office/drawing/2014/main" id="{F396CDB4-3228-9DA1-E900-5C51EFBBA973}"/>
              </a:ext>
            </a:extLst>
          </p:cNvPr>
          <p:cNvSpPr/>
          <p:nvPr/>
        </p:nvSpPr>
        <p:spPr>
          <a:xfrm>
            <a:off x="200247" y="5931539"/>
            <a:ext cx="4151784" cy="850177"/>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AU" sz="1600">
                <a:solidFill>
                  <a:schemeClr val="tx1"/>
                </a:solidFill>
              </a:rPr>
              <a:t>Unite different companies to develop a standard (e.g. having a sector-wide agreement)</a:t>
            </a:r>
          </a:p>
        </p:txBody>
      </p:sp>
      <p:sp>
        <p:nvSpPr>
          <p:cNvPr id="12" name="Rounded Rectangle 11">
            <a:extLst>
              <a:ext uri="{FF2B5EF4-FFF2-40B4-BE49-F238E27FC236}">
                <a16:creationId xmlns:a16="http://schemas.microsoft.com/office/drawing/2014/main" id="{3A184228-57BF-CB94-4D0B-93D3450ADC59}"/>
              </a:ext>
            </a:extLst>
          </p:cNvPr>
          <p:cNvSpPr/>
          <p:nvPr/>
        </p:nvSpPr>
        <p:spPr>
          <a:xfrm>
            <a:off x="7853908" y="4614149"/>
            <a:ext cx="4120900" cy="829864"/>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AU" sz="1600">
                <a:solidFill>
                  <a:schemeClr val="tx1"/>
                </a:solidFill>
              </a:rPr>
              <a:t>Unite cloud providers (e.g., if you put certain software on some cloud server, it will identify the server as C2) (JPEG Trust)</a:t>
            </a:r>
            <a:endParaRPr lang="en-GB" sz="1600">
              <a:solidFill>
                <a:schemeClr val="tx1"/>
              </a:solidFill>
            </a:endParaRPr>
          </a:p>
        </p:txBody>
      </p:sp>
      <p:sp>
        <p:nvSpPr>
          <p:cNvPr id="17" name="Rounded Rectangle 16">
            <a:extLst>
              <a:ext uri="{FF2B5EF4-FFF2-40B4-BE49-F238E27FC236}">
                <a16:creationId xmlns:a16="http://schemas.microsoft.com/office/drawing/2014/main" id="{792CD8B7-3A88-ED12-4EBB-755C89680822}"/>
              </a:ext>
            </a:extLst>
          </p:cNvPr>
          <p:cNvSpPr/>
          <p:nvPr/>
        </p:nvSpPr>
        <p:spPr>
          <a:xfrm>
            <a:off x="231132" y="3395724"/>
            <a:ext cx="4120900" cy="827150"/>
          </a:xfrm>
          <a:prstGeom prst="roundRect">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AU" sz="1600">
                <a:solidFill>
                  <a:schemeClr val="tx1"/>
                </a:solidFill>
              </a:rPr>
              <a:t>Invent a way that can effectively do end-to-end track without breaching privacy</a:t>
            </a:r>
            <a:endParaRPr lang="en-GB" sz="1600">
              <a:solidFill>
                <a:schemeClr val="tx1"/>
              </a:solidFill>
            </a:endParaRPr>
          </a:p>
        </p:txBody>
      </p:sp>
      <p:sp>
        <p:nvSpPr>
          <p:cNvPr id="18" name="Rounded Rectangle 17">
            <a:extLst>
              <a:ext uri="{FF2B5EF4-FFF2-40B4-BE49-F238E27FC236}">
                <a16:creationId xmlns:a16="http://schemas.microsoft.com/office/drawing/2014/main" id="{5E2AF3E6-7EAB-01A2-BA67-4F60781CE179}"/>
              </a:ext>
            </a:extLst>
          </p:cNvPr>
          <p:cNvSpPr/>
          <p:nvPr/>
        </p:nvSpPr>
        <p:spPr>
          <a:xfrm>
            <a:off x="7853908" y="2299854"/>
            <a:ext cx="4120900" cy="1053828"/>
          </a:xfrm>
          <a:prstGeom prst="roundRect">
            <a:avLst>
              <a:gd name="adj" fmla="val 12449"/>
            </a:avLst>
          </a:prstGeom>
          <a:solidFill>
            <a:srgbClr val="00A2C7">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600">
                <a:solidFill>
                  <a:schemeClr val="tx1"/>
                </a:solidFill>
              </a:rPr>
              <a:t>Research on an efficient and effective way to transfer detection technique to many potential victim from simple “cast a wide-net” style deepfake</a:t>
            </a:r>
          </a:p>
        </p:txBody>
      </p:sp>
    </p:spTree>
    <p:extLst>
      <p:ext uri="{BB962C8B-B14F-4D97-AF65-F5344CB8AC3E}">
        <p14:creationId xmlns:p14="http://schemas.microsoft.com/office/powerpoint/2010/main" val="343066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up)">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7" grpId="0" animBg="1"/>
      <p:bldP spid="1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6F198-7CCC-7080-8FBF-6B2FB8F246C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A85A1-19C5-4711-1C57-C4AE9ED5B434}"/>
              </a:ext>
            </a:extLst>
          </p:cNvPr>
          <p:cNvSpPr>
            <a:spLocks noGrp="1"/>
          </p:cNvSpPr>
          <p:nvPr>
            <p:ph type="title"/>
          </p:nvPr>
        </p:nvSpPr>
        <p:spPr>
          <a:xfrm>
            <a:off x="119336" y="92075"/>
            <a:ext cx="8935147" cy="469056"/>
          </a:xfrm>
        </p:spPr>
        <p:txBody>
          <a:bodyPr/>
          <a:lstStyle/>
          <a:p>
            <a:r>
              <a:rPr lang="en-AU">
                <a:solidFill>
                  <a:schemeClr val="bg1"/>
                </a:solidFill>
              </a:rPr>
              <a:t>Defence </a:t>
            </a:r>
            <a:r>
              <a:rPr lang="en-AU">
                <a:solidFill>
                  <a:schemeClr val="bg1"/>
                </a:solidFill>
                <a:sym typeface="Wingdings" pitchFamily="2" charset="2"/>
              </a:rPr>
              <a:t> Example: Apple Reference Image</a:t>
            </a:r>
            <a:endParaRPr lang="en-AU">
              <a:solidFill>
                <a:schemeClr val="bg1"/>
              </a:solidFill>
            </a:endParaRPr>
          </a:p>
        </p:txBody>
      </p:sp>
      <p:sp>
        <p:nvSpPr>
          <p:cNvPr id="13" name="Slide Number Placeholder 12">
            <a:extLst>
              <a:ext uri="{FF2B5EF4-FFF2-40B4-BE49-F238E27FC236}">
                <a16:creationId xmlns:a16="http://schemas.microsoft.com/office/drawing/2014/main" id="{CDD72410-808D-5C26-0FCD-543763528E97}"/>
              </a:ext>
            </a:extLst>
          </p:cNvPr>
          <p:cNvSpPr>
            <a:spLocks noGrp="1"/>
          </p:cNvSpPr>
          <p:nvPr>
            <p:ph type="sldNum" sz="quarter" idx="18"/>
          </p:nvPr>
        </p:nvSpPr>
        <p:spPr/>
        <p:txBody>
          <a:bodyPr/>
          <a:lstStyle/>
          <a:p>
            <a:fld id="{E917DE0E-AFB1-41FD-BC35-27DB61CA125F}" type="slidenum">
              <a:rPr lang="en-AU" smtClean="0"/>
              <a:pPr/>
              <a:t>49</a:t>
            </a:fld>
            <a:endParaRPr lang="en-AU"/>
          </a:p>
        </p:txBody>
      </p:sp>
      <p:sp>
        <p:nvSpPr>
          <p:cNvPr id="42" name="TextBox 41">
            <a:extLst>
              <a:ext uri="{FF2B5EF4-FFF2-40B4-BE49-F238E27FC236}">
                <a16:creationId xmlns:a16="http://schemas.microsoft.com/office/drawing/2014/main" id="{D037E206-EB9C-5DD4-8188-4EC92D14AA37}"/>
              </a:ext>
            </a:extLst>
          </p:cNvPr>
          <p:cNvSpPr txBox="1"/>
          <p:nvPr/>
        </p:nvSpPr>
        <p:spPr>
          <a:xfrm>
            <a:off x="4615189" y="5902583"/>
            <a:ext cx="7651428" cy="646331"/>
          </a:xfrm>
          <a:prstGeom prst="rect">
            <a:avLst/>
          </a:prstGeom>
          <a:noFill/>
        </p:spPr>
        <p:txBody>
          <a:bodyPr wrap="square" rtlCol="0">
            <a:spAutoFit/>
          </a:bodyPr>
          <a:lstStyle/>
          <a:p>
            <a:pPr>
              <a:defRPr sz="885" b="0">
                <a:solidFill>
                  <a:srgbClr val="26222A"/>
                </a:solidFill>
                <a:latin typeface="Arial"/>
                <a:ea typeface="Arial"/>
                <a:cs typeface="Arial"/>
              </a:defRPr>
            </a:pPr>
            <a:r>
              <a:rPr lang="en-AU" sz="900">
                <a:solidFill>
                  <a:srgbClr val="26222A"/>
                </a:solidFill>
                <a:latin typeface="Arial"/>
                <a:ea typeface="Arial"/>
                <a:cs typeface="Arial"/>
              </a:rPr>
              <a:t>[51] Apple Security Engineering and Architecture and Camera &amp; Photos, “Apple Reference Image: A New Approach for Verified Photography,” Sep. 15, 2026. [Online]. Available: https://</a:t>
            </a:r>
            <a:r>
              <a:rPr lang="en-AU" sz="900" err="1">
                <a:solidFill>
                  <a:srgbClr val="26222A"/>
                </a:solidFill>
                <a:latin typeface="Arial"/>
                <a:ea typeface="Arial"/>
                <a:cs typeface="Arial"/>
              </a:rPr>
              <a:t>security.apple.com</a:t>
            </a:r>
            <a:r>
              <a:rPr lang="en-AU" sz="900">
                <a:solidFill>
                  <a:srgbClr val="26222A"/>
                </a:solidFill>
                <a:latin typeface="Arial"/>
                <a:ea typeface="Arial"/>
                <a:cs typeface="Arial"/>
              </a:rPr>
              <a:t>/blog/apple-reference-image</a:t>
            </a:r>
            <a:br>
              <a:rPr lang="en-AU" sz="900">
                <a:solidFill>
                  <a:srgbClr val="26222A"/>
                </a:solidFill>
                <a:latin typeface="Arial"/>
                <a:ea typeface="Arial"/>
                <a:cs typeface="Arial"/>
              </a:rPr>
            </a:br>
            <a:r>
              <a:rPr lang="en-AU" sz="900">
                <a:solidFill>
                  <a:srgbClr val="26222A"/>
                </a:solidFill>
                <a:latin typeface="Arial"/>
                <a:ea typeface="Arial"/>
                <a:cs typeface="Arial"/>
              </a:rPr>
              <a:t>[52] Apple, “Apple debuts iPhone 18 Pro and iPhone 18 Pro Max,” Sep. 9, 2026. [Online]. Available: https://</a:t>
            </a:r>
            <a:r>
              <a:rPr lang="en-AU" sz="900" err="1">
                <a:solidFill>
                  <a:srgbClr val="26222A"/>
                </a:solidFill>
                <a:latin typeface="Arial"/>
                <a:ea typeface="Arial"/>
                <a:cs typeface="Arial"/>
              </a:rPr>
              <a:t>www.apple.com</a:t>
            </a:r>
            <a:r>
              <a:rPr lang="en-AU" sz="900">
                <a:solidFill>
                  <a:srgbClr val="26222A"/>
                </a:solidFill>
                <a:latin typeface="Arial"/>
                <a:ea typeface="Arial"/>
                <a:cs typeface="Arial"/>
              </a:rPr>
              <a:t>/newsroom/2026/09/apple-debuts-iphone-18-pro-and-iphone-18-pro-max/</a:t>
            </a:r>
          </a:p>
        </p:txBody>
      </p:sp>
      <p:sp>
        <p:nvSpPr>
          <p:cNvPr id="17" name="Rounded Rectangle 16">
            <a:extLst>
              <a:ext uri="{FF2B5EF4-FFF2-40B4-BE49-F238E27FC236}">
                <a16:creationId xmlns:a16="http://schemas.microsoft.com/office/drawing/2014/main" id="{76B0576F-59D0-68A0-F9D4-7D597E511AF3}"/>
              </a:ext>
            </a:extLst>
          </p:cNvPr>
          <p:cNvSpPr/>
          <p:nvPr/>
        </p:nvSpPr>
        <p:spPr>
          <a:xfrm>
            <a:off x="3977590" y="3749466"/>
            <a:ext cx="5347283" cy="689654"/>
          </a:xfrm>
          <a:prstGeom prst="roundRect">
            <a:avLst/>
          </a:prstGeom>
          <a:solidFill>
            <a:srgbClr val="00A2C7">
              <a:alpha val="29804"/>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AU">
                <a:solidFill>
                  <a:schemeClr val="tx1"/>
                </a:solidFill>
              </a:rPr>
              <a:t>Signed sensor data that Private Cloud Compute develops into an unalterable reference image. </a:t>
            </a:r>
          </a:p>
        </p:txBody>
      </p:sp>
      <p:sp>
        <p:nvSpPr>
          <p:cNvPr id="18" name="Rounded Rectangle 17">
            <a:extLst>
              <a:ext uri="{FF2B5EF4-FFF2-40B4-BE49-F238E27FC236}">
                <a16:creationId xmlns:a16="http://schemas.microsoft.com/office/drawing/2014/main" id="{995DEDDE-F1E2-62A4-EA9E-C7ADF178BB00}"/>
              </a:ext>
            </a:extLst>
          </p:cNvPr>
          <p:cNvSpPr/>
          <p:nvPr/>
        </p:nvSpPr>
        <p:spPr>
          <a:xfrm>
            <a:off x="3977586" y="4962442"/>
            <a:ext cx="5347283" cy="689654"/>
          </a:xfrm>
          <a:prstGeom prst="roundRect">
            <a:avLst/>
          </a:prstGeom>
          <a:solidFill>
            <a:srgbClr val="00A2C7">
              <a:alpha val="29804"/>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AU">
                <a:solidFill>
                  <a:schemeClr val="tx1"/>
                </a:solidFill>
                <a:ea typeface="Arial"/>
                <a:cs typeface="Arial"/>
              </a:rPr>
              <a:t>Sensor signs pixels and its metadata. </a:t>
            </a:r>
          </a:p>
        </p:txBody>
      </p:sp>
      <p:cxnSp>
        <p:nvCxnSpPr>
          <p:cNvPr id="20" name="Straight Arrow Connector 19">
            <a:extLst>
              <a:ext uri="{FF2B5EF4-FFF2-40B4-BE49-F238E27FC236}">
                <a16:creationId xmlns:a16="http://schemas.microsoft.com/office/drawing/2014/main" id="{1207B426-951D-B63A-A24C-B7CDFDE6D070}"/>
              </a:ext>
            </a:extLst>
          </p:cNvPr>
          <p:cNvCxnSpPr>
            <a:cxnSpLocks/>
            <a:stCxn id="80" idx="1"/>
            <a:endCxn id="50" idx="3"/>
          </p:cNvCxnSpPr>
          <p:nvPr/>
        </p:nvCxnSpPr>
        <p:spPr>
          <a:xfrm flipH="1">
            <a:off x="2949749" y="1655988"/>
            <a:ext cx="1027839"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E6695CD-DA47-3C2B-E2F1-43EA9FFA938E}"/>
              </a:ext>
            </a:extLst>
          </p:cNvPr>
          <p:cNvCxnSpPr>
            <a:cxnSpLocks/>
            <a:stCxn id="61" idx="1"/>
            <a:endCxn id="49" idx="3"/>
          </p:cNvCxnSpPr>
          <p:nvPr/>
        </p:nvCxnSpPr>
        <p:spPr>
          <a:xfrm flipH="1">
            <a:off x="2949749" y="2730209"/>
            <a:ext cx="1027838" cy="1"/>
          </a:xfrm>
          <a:prstGeom prst="straightConnector1">
            <a:avLst/>
          </a:prstGeom>
          <a:ln w="762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C5C3976-ED3D-27B3-5889-15498E7B8346}"/>
              </a:ext>
            </a:extLst>
          </p:cNvPr>
          <p:cNvCxnSpPr>
            <a:cxnSpLocks/>
            <a:stCxn id="17" idx="1"/>
            <a:endCxn id="48" idx="3"/>
          </p:cNvCxnSpPr>
          <p:nvPr/>
        </p:nvCxnSpPr>
        <p:spPr>
          <a:xfrm flipH="1">
            <a:off x="2949750" y="4094293"/>
            <a:ext cx="102784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571C7CF-4A83-1DF7-6139-250DF4D8AD80}"/>
              </a:ext>
            </a:extLst>
          </p:cNvPr>
          <p:cNvCxnSpPr>
            <a:cxnSpLocks/>
            <a:stCxn id="18" idx="1"/>
            <a:endCxn id="47" idx="3"/>
          </p:cNvCxnSpPr>
          <p:nvPr/>
        </p:nvCxnSpPr>
        <p:spPr>
          <a:xfrm flipH="1">
            <a:off x="2949750" y="5307269"/>
            <a:ext cx="1027836" cy="439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8AE095AB-8997-5D64-4A86-5285CDBB11BF}"/>
              </a:ext>
            </a:extLst>
          </p:cNvPr>
          <p:cNvGrpSpPr/>
          <p:nvPr/>
        </p:nvGrpSpPr>
        <p:grpSpPr>
          <a:xfrm>
            <a:off x="2166190" y="597318"/>
            <a:ext cx="738792" cy="898873"/>
            <a:chOff x="10435158" y="1086570"/>
            <a:chExt cx="738792" cy="898873"/>
          </a:xfrm>
        </p:grpSpPr>
        <p:pic>
          <p:nvPicPr>
            <p:cNvPr id="40" name="Graphic 39">
              <a:extLst>
                <a:ext uri="{FF2B5EF4-FFF2-40B4-BE49-F238E27FC236}">
                  <a16:creationId xmlns:a16="http://schemas.microsoft.com/office/drawing/2014/main" id="{2F7602FE-3D53-A370-BB0A-A61F069164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5158" y="1086570"/>
              <a:ext cx="668004" cy="668004"/>
            </a:xfrm>
            <a:prstGeom prst="rect">
              <a:avLst/>
            </a:prstGeom>
          </p:spPr>
        </p:pic>
        <p:sp>
          <p:nvSpPr>
            <p:cNvPr id="41" name="TextBox 40">
              <a:extLst>
                <a:ext uri="{FF2B5EF4-FFF2-40B4-BE49-F238E27FC236}">
                  <a16:creationId xmlns:a16="http://schemas.microsoft.com/office/drawing/2014/main" id="{17015597-B384-60AF-F0F2-94165AD179FC}"/>
                </a:ext>
              </a:extLst>
            </p:cNvPr>
            <p:cNvSpPr txBox="1"/>
            <p:nvPr/>
          </p:nvSpPr>
          <p:spPr>
            <a:xfrm>
              <a:off x="10435158" y="1646889"/>
              <a:ext cx="738792" cy="338554"/>
            </a:xfrm>
            <a:prstGeom prst="rect">
              <a:avLst/>
            </a:prstGeom>
            <a:noFill/>
          </p:spPr>
          <p:txBody>
            <a:bodyPr wrap="none" rtlCol="0">
              <a:spAutoFit/>
            </a:bodyPr>
            <a:lstStyle/>
            <a:p>
              <a:r>
                <a:rPr lang="en-US" sz="1600"/>
                <a:t>Victim</a:t>
              </a:r>
            </a:p>
          </p:txBody>
        </p:sp>
      </p:grpSp>
      <p:grpSp>
        <p:nvGrpSpPr>
          <p:cNvPr id="43" name="Group 42">
            <a:extLst>
              <a:ext uri="{FF2B5EF4-FFF2-40B4-BE49-F238E27FC236}">
                <a16:creationId xmlns:a16="http://schemas.microsoft.com/office/drawing/2014/main" id="{CBDE2620-F3EE-F3C1-9DDE-61CE812637DD}"/>
              </a:ext>
            </a:extLst>
          </p:cNvPr>
          <p:cNvGrpSpPr/>
          <p:nvPr/>
        </p:nvGrpSpPr>
        <p:grpSpPr>
          <a:xfrm>
            <a:off x="2049877" y="5847888"/>
            <a:ext cx="971417" cy="1004311"/>
            <a:chOff x="1919536" y="1052736"/>
            <a:chExt cx="971417" cy="1004311"/>
          </a:xfrm>
        </p:grpSpPr>
        <p:pic>
          <p:nvPicPr>
            <p:cNvPr id="44" name="Graphic 43">
              <a:extLst>
                <a:ext uri="{FF2B5EF4-FFF2-40B4-BE49-F238E27FC236}">
                  <a16:creationId xmlns:a16="http://schemas.microsoft.com/office/drawing/2014/main" id="{FA74EA4F-C943-101B-C72E-5072CD6079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9536" y="1052736"/>
              <a:ext cx="864096" cy="835034"/>
            </a:xfrm>
            <a:prstGeom prst="rect">
              <a:avLst/>
            </a:prstGeom>
          </p:spPr>
        </p:pic>
        <p:sp>
          <p:nvSpPr>
            <p:cNvPr id="45" name="TextBox 44">
              <a:extLst>
                <a:ext uri="{FF2B5EF4-FFF2-40B4-BE49-F238E27FC236}">
                  <a16:creationId xmlns:a16="http://schemas.microsoft.com/office/drawing/2014/main" id="{6E32FECC-5A58-7F8F-967C-38B57E681372}"/>
                </a:ext>
              </a:extLst>
            </p:cNvPr>
            <p:cNvSpPr txBox="1"/>
            <p:nvPr/>
          </p:nvSpPr>
          <p:spPr>
            <a:xfrm>
              <a:off x="1956082" y="1718493"/>
              <a:ext cx="934871" cy="338554"/>
            </a:xfrm>
            <a:prstGeom prst="rect">
              <a:avLst/>
            </a:prstGeom>
            <a:noFill/>
          </p:spPr>
          <p:txBody>
            <a:bodyPr wrap="none" rtlCol="0">
              <a:spAutoFit/>
            </a:bodyPr>
            <a:lstStyle/>
            <a:p>
              <a:r>
                <a:rPr lang="en-US" sz="1600"/>
                <a:t>Criminal</a:t>
              </a:r>
            </a:p>
          </p:txBody>
        </p:sp>
      </p:grpSp>
      <p:sp>
        <p:nvSpPr>
          <p:cNvPr id="46" name="Right Arrow 45">
            <a:extLst>
              <a:ext uri="{FF2B5EF4-FFF2-40B4-BE49-F238E27FC236}">
                <a16:creationId xmlns:a16="http://schemas.microsoft.com/office/drawing/2014/main" id="{BE442680-0999-8747-0167-BC0EF5F65747}"/>
              </a:ext>
            </a:extLst>
          </p:cNvPr>
          <p:cNvSpPr/>
          <p:nvPr/>
        </p:nvSpPr>
        <p:spPr>
          <a:xfrm rot="16200000">
            <a:off x="-1200549" y="3443346"/>
            <a:ext cx="6159906" cy="618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a:extLst>
              <a:ext uri="{FF2B5EF4-FFF2-40B4-BE49-F238E27FC236}">
                <a16:creationId xmlns:a16="http://schemas.microsoft.com/office/drawing/2014/main" id="{6BC6E382-B729-598A-1995-B794AF82E302}"/>
              </a:ext>
            </a:extLst>
          </p:cNvPr>
          <p:cNvSpPr/>
          <p:nvPr/>
        </p:nvSpPr>
        <p:spPr>
          <a:xfrm>
            <a:off x="809058" y="4971232"/>
            <a:ext cx="2140692" cy="680864"/>
          </a:xfrm>
          <a:prstGeom prst="roundRect">
            <a:avLst>
              <a:gd name="adj" fmla="val 11071"/>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Enhancing the Source</a:t>
            </a:r>
          </a:p>
        </p:txBody>
      </p:sp>
      <p:sp>
        <p:nvSpPr>
          <p:cNvPr id="48" name="Rounded Rectangle 47">
            <a:extLst>
              <a:ext uri="{FF2B5EF4-FFF2-40B4-BE49-F238E27FC236}">
                <a16:creationId xmlns:a16="http://schemas.microsoft.com/office/drawing/2014/main" id="{3FEC2BF4-6D12-4D14-E640-F1A9306A785B}"/>
              </a:ext>
            </a:extLst>
          </p:cNvPr>
          <p:cNvSpPr/>
          <p:nvPr/>
        </p:nvSpPr>
        <p:spPr>
          <a:xfrm>
            <a:off x="809058" y="3735950"/>
            <a:ext cx="2140692" cy="716685"/>
          </a:xfrm>
          <a:prstGeom prst="roundRect">
            <a:avLst>
              <a:gd name="adj" fmla="val 10465"/>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Embedding Provenance</a:t>
            </a:r>
          </a:p>
        </p:txBody>
      </p:sp>
      <p:sp>
        <p:nvSpPr>
          <p:cNvPr id="49" name="Rounded Rectangle 48">
            <a:extLst>
              <a:ext uri="{FF2B5EF4-FFF2-40B4-BE49-F238E27FC236}">
                <a16:creationId xmlns:a16="http://schemas.microsoft.com/office/drawing/2014/main" id="{EEB55988-7605-5AC0-2157-AF3984A4CE30}"/>
              </a:ext>
            </a:extLst>
          </p:cNvPr>
          <p:cNvSpPr/>
          <p:nvPr/>
        </p:nvSpPr>
        <p:spPr>
          <a:xfrm>
            <a:off x="809057" y="2246586"/>
            <a:ext cx="2140692" cy="967247"/>
          </a:xfrm>
          <a:prstGeom prst="roundRect">
            <a:avLst>
              <a:gd name="adj" fmla="val 8132"/>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Disrupting Distribution and Transfer</a:t>
            </a:r>
          </a:p>
        </p:txBody>
      </p:sp>
      <p:sp>
        <p:nvSpPr>
          <p:cNvPr id="50" name="Rounded Rectangle 49">
            <a:extLst>
              <a:ext uri="{FF2B5EF4-FFF2-40B4-BE49-F238E27FC236}">
                <a16:creationId xmlns:a16="http://schemas.microsoft.com/office/drawing/2014/main" id="{8E5DA122-78B2-C2DD-098F-638ADF0A065B}"/>
              </a:ext>
            </a:extLst>
          </p:cNvPr>
          <p:cNvSpPr/>
          <p:nvPr/>
        </p:nvSpPr>
        <p:spPr>
          <a:xfrm>
            <a:off x="809057" y="1486711"/>
            <a:ext cx="2140692" cy="338554"/>
          </a:xfrm>
          <a:prstGeom prst="roundRect">
            <a:avLst/>
          </a:prstGeom>
          <a:solidFill>
            <a:srgbClr val="38D04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solidFill>
                  <a:schemeClr val="tx1"/>
                </a:solidFill>
              </a:rPr>
              <a:t>User awareness</a:t>
            </a:r>
          </a:p>
        </p:txBody>
      </p:sp>
      <p:sp>
        <p:nvSpPr>
          <p:cNvPr id="61" name="Rounded Rectangle 60">
            <a:extLst>
              <a:ext uri="{FF2B5EF4-FFF2-40B4-BE49-F238E27FC236}">
                <a16:creationId xmlns:a16="http://schemas.microsoft.com/office/drawing/2014/main" id="{E14937EF-47FF-29B2-21AD-698159B7EE7C}"/>
              </a:ext>
            </a:extLst>
          </p:cNvPr>
          <p:cNvSpPr/>
          <p:nvPr/>
        </p:nvSpPr>
        <p:spPr>
          <a:xfrm>
            <a:off x="3977587" y="2385382"/>
            <a:ext cx="5347283" cy="689654"/>
          </a:xfrm>
          <a:prstGeom prst="roundRect">
            <a:avLst/>
          </a:prstGeom>
          <a:solidFill>
            <a:srgbClr val="EB602B">
              <a:alpha val="29804"/>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AU">
                <a:solidFill>
                  <a:schemeClr val="tx1"/>
                </a:solidFill>
              </a:rPr>
              <a:t>Apple Reference Image does not disrupt distribution and transfer</a:t>
            </a:r>
          </a:p>
        </p:txBody>
      </p:sp>
      <p:sp>
        <p:nvSpPr>
          <p:cNvPr id="80" name="Rounded Rectangle 79">
            <a:extLst>
              <a:ext uri="{FF2B5EF4-FFF2-40B4-BE49-F238E27FC236}">
                <a16:creationId xmlns:a16="http://schemas.microsoft.com/office/drawing/2014/main" id="{B5F9461B-15BE-FA3E-973A-D97AA95F1872}"/>
              </a:ext>
            </a:extLst>
          </p:cNvPr>
          <p:cNvSpPr/>
          <p:nvPr/>
        </p:nvSpPr>
        <p:spPr>
          <a:xfrm>
            <a:off x="3977588" y="1311161"/>
            <a:ext cx="5347283" cy="689654"/>
          </a:xfrm>
          <a:prstGeom prst="roundRect">
            <a:avLst/>
          </a:prstGeom>
          <a:solidFill>
            <a:srgbClr val="00A2C7">
              <a:alpha val="29804"/>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AU">
                <a:solidFill>
                  <a:schemeClr val="tx1"/>
                </a:solidFill>
              </a:rPr>
              <a:t>User can checks signature and revocation status. Then visually compare reference with main photo.</a:t>
            </a:r>
          </a:p>
        </p:txBody>
      </p:sp>
      <p:pic>
        <p:nvPicPr>
          <p:cNvPr id="103" name="Graphic 102" descr="Camera outline">
            <a:extLst>
              <a:ext uri="{FF2B5EF4-FFF2-40B4-BE49-F238E27FC236}">
                <a16:creationId xmlns:a16="http://schemas.microsoft.com/office/drawing/2014/main" id="{FDA0113B-7925-3171-833D-14E85B849E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89404" y="4850069"/>
            <a:ext cx="914400" cy="914400"/>
          </a:xfrm>
          <a:prstGeom prst="rect">
            <a:avLst/>
          </a:prstGeom>
        </p:spPr>
      </p:pic>
      <p:pic>
        <p:nvPicPr>
          <p:cNvPr id="105" name="Graphic 104" descr="Syncing cloud outline">
            <a:extLst>
              <a:ext uri="{FF2B5EF4-FFF2-40B4-BE49-F238E27FC236}">
                <a16:creationId xmlns:a16="http://schemas.microsoft.com/office/drawing/2014/main" id="{DF2D8334-F324-9475-4355-D0E0D5BABEA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22900" y="3447021"/>
            <a:ext cx="914400" cy="914400"/>
          </a:xfrm>
          <a:prstGeom prst="rect">
            <a:avLst/>
          </a:prstGeom>
        </p:spPr>
      </p:pic>
      <p:pic>
        <p:nvPicPr>
          <p:cNvPr id="109" name="Graphic 108" descr="Ui Ux outline">
            <a:extLst>
              <a:ext uri="{FF2B5EF4-FFF2-40B4-BE49-F238E27FC236}">
                <a16:creationId xmlns:a16="http://schemas.microsoft.com/office/drawing/2014/main" id="{E9BEF28A-3576-44FF-54B5-2A2D77371DB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89404" y="1157637"/>
            <a:ext cx="914400" cy="914400"/>
          </a:xfrm>
          <a:prstGeom prst="rect">
            <a:avLst/>
          </a:prstGeom>
        </p:spPr>
      </p:pic>
      <p:cxnSp>
        <p:nvCxnSpPr>
          <p:cNvPr id="110" name="Straight Arrow Connector 109">
            <a:extLst>
              <a:ext uri="{FF2B5EF4-FFF2-40B4-BE49-F238E27FC236}">
                <a16:creationId xmlns:a16="http://schemas.microsoft.com/office/drawing/2014/main" id="{857B1948-7798-851A-3B8C-C48DACC60602}"/>
              </a:ext>
            </a:extLst>
          </p:cNvPr>
          <p:cNvCxnSpPr>
            <a:cxnSpLocks/>
          </p:cNvCxnSpPr>
          <p:nvPr/>
        </p:nvCxnSpPr>
        <p:spPr>
          <a:xfrm flipV="1">
            <a:off x="10246604" y="4219528"/>
            <a:ext cx="0" cy="53679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F4AFCF0-C39B-1232-76DE-F22E2A8EDF38}"/>
              </a:ext>
            </a:extLst>
          </p:cNvPr>
          <p:cNvCxnSpPr>
            <a:cxnSpLocks/>
            <a:endCxn id="109" idx="2"/>
          </p:cNvCxnSpPr>
          <p:nvPr/>
        </p:nvCxnSpPr>
        <p:spPr>
          <a:xfrm flipV="1">
            <a:off x="10246604" y="2072037"/>
            <a:ext cx="0" cy="146346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757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ipe(right)">
                                      <p:cBhvr>
                                        <p:cTn id="7" dur="500"/>
                                        <p:tgtEl>
                                          <p:spTgt spid="103"/>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right)">
                                      <p:cBhvr>
                                        <p:cTn id="11" dur="500"/>
                                        <p:tgtEl>
                                          <p:spTgt spid="18"/>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right)">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10"/>
                                        </p:tgtEl>
                                        <p:attrNameLst>
                                          <p:attrName>style.visibility</p:attrName>
                                        </p:attrNameLst>
                                      </p:cBhvr>
                                      <p:to>
                                        <p:strVal val="visible"/>
                                      </p:to>
                                    </p:set>
                                    <p:animEffect transition="in" filter="wipe(down)">
                                      <p:cBhvr>
                                        <p:cTn id="20" dur="500"/>
                                        <p:tgtEl>
                                          <p:spTgt spid="110"/>
                                        </p:tgtEl>
                                      </p:cBhvr>
                                    </p:animEffect>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105"/>
                                        </p:tgtEl>
                                        <p:attrNameLst>
                                          <p:attrName>style.visibility</p:attrName>
                                        </p:attrNameLst>
                                      </p:cBhvr>
                                      <p:to>
                                        <p:strVal val="visible"/>
                                      </p:to>
                                    </p:set>
                                    <p:animEffect transition="in" filter="wipe(right)">
                                      <p:cBhvr>
                                        <p:cTn id="24" dur="500"/>
                                        <p:tgtEl>
                                          <p:spTgt spid="105"/>
                                        </p:tgtEl>
                                      </p:cBhvr>
                                    </p:animEffect>
                                  </p:childTnLst>
                                </p:cTn>
                              </p:par>
                            </p:childTnLst>
                          </p:cTn>
                        </p:par>
                        <p:par>
                          <p:cTn id="25" fill="hold">
                            <p:stCondLst>
                              <p:cond delay="1000"/>
                            </p:stCondLst>
                            <p:childTnLst>
                              <p:par>
                                <p:cTn id="26" presetID="22" presetClass="entr" presetSubtype="2"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right)">
                                      <p:cBhvr>
                                        <p:cTn id="28" dur="500"/>
                                        <p:tgtEl>
                                          <p:spTgt spid="17"/>
                                        </p:tgtEl>
                                      </p:cBhvr>
                                    </p:animEffect>
                                  </p:childTnLst>
                                </p:cTn>
                              </p:par>
                            </p:childTnLst>
                          </p:cTn>
                        </p:par>
                        <p:par>
                          <p:cTn id="29" fill="hold">
                            <p:stCondLst>
                              <p:cond delay="1500"/>
                            </p:stCondLst>
                            <p:childTnLst>
                              <p:par>
                                <p:cTn id="30" presetID="22" presetClass="entr" presetSubtype="2"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righ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1"/>
                                        </p:tgtEl>
                                        <p:attrNameLst>
                                          <p:attrName>style.visibility</p:attrName>
                                        </p:attrNameLst>
                                      </p:cBhvr>
                                      <p:to>
                                        <p:strVal val="visible"/>
                                      </p:to>
                                    </p:set>
                                    <p:animEffect transition="in" filter="wipe(down)">
                                      <p:cBhvr>
                                        <p:cTn id="37" dur="400"/>
                                        <p:tgtEl>
                                          <p:spTgt spid="61"/>
                                        </p:tgtEl>
                                      </p:cBhvr>
                                    </p:animEffect>
                                  </p:childTnLst>
                                </p:cTn>
                              </p:par>
                            </p:childTnLst>
                          </p:cTn>
                        </p:par>
                        <p:par>
                          <p:cTn id="38" fill="hold">
                            <p:stCondLst>
                              <p:cond delay="400"/>
                            </p:stCondLst>
                            <p:childTnLst>
                              <p:par>
                                <p:cTn id="39" presetID="22" presetClass="entr" presetSubtype="2" fill="hold" nodeType="after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right)">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14"/>
                                        </p:tgtEl>
                                        <p:attrNameLst>
                                          <p:attrName>style.visibility</p:attrName>
                                        </p:attrNameLst>
                                      </p:cBhvr>
                                      <p:to>
                                        <p:strVal val="visible"/>
                                      </p:to>
                                    </p:set>
                                    <p:animEffect transition="in" filter="wipe(down)">
                                      <p:cBhvr>
                                        <p:cTn id="46" dur="1000"/>
                                        <p:tgtEl>
                                          <p:spTgt spid="114"/>
                                        </p:tgtEl>
                                      </p:cBhvr>
                                    </p:animEffect>
                                  </p:childTnLst>
                                </p:cTn>
                              </p:par>
                            </p:childTnLst>
                          </p:cTn>
                        </p:par>
                        <p:par>
                          <p:cTn id="47" fill="hold">
                            <p:stCondLst>
                              <p:cond delay="1000"/>
                            </p:stCondLst>
                            <p:childTnLst>
                              <p:par>
                                <p:cTn id="48" presetID="22" presetClass="entr" presetSubtype="2" fill="hold" nodeType="afterEffect">
                                  <p:stCondLst>
                                    <p:cond delay="0"/>
                                  </p:stCondLst>
                                  <p:childTnLst>
                                    <p:set>
                                      <p:cBhvr>
                                        <p:cTn id="49" dur="1" fill="hold">
                                          <p:stCondLst>
                                            <p:cond delay="0"/>
                                          </p:stCondLst>
                                        </p:cTn>
                                        <p:tgtEl>
                                          <p:spTgt spid="109"/>
                                        </p:tgtEl>
                                        <p:attrNameLst>
                                          <p:attrName>style.visibility</p:attrName>
                                        </p:attrNameLst>
                                      </p:cBhvr>
                                      <p:to>
                                        <p:strVal val="visible"/>
                                      </p:to>
                                    </p:set>
                                    <p:animEffect transition="in" filter="wipe(right)">
                                      <p:cBhvr>
                                        <p:cTn id="50" dur="500"/>
                                        <p:tgtEl>
                                          <p:spTgt spid="109"/>
                                        </p:tgtEl>
                                      </p:cBhvr>
                                    </p:animEffect>
                                  </p:childTnLst>
                                </p:cTn>
                              </p:par>
                            </p:childTnLst>
                          </p:cTn>
                        </p:par>
                        <p:par>
                          <p:cTn id="51" fill="hold">
                            <p:stCondLst>
                              <p:cond delay="1500"/>
                            </p:stCondLst>
                            <p:childTnLst>
                              <p:par>
                                <p:cTn id="52" presetID="22" presetClass="entr" presetSubtype="2" fill="hold" grpId="0" nodeType="afterEffect">
                                  <p:stCondLst>
                                    <p:cond delay="0"/>
                                  </p:stCondLst>
                                  <p:childTnLst>
                                    <p:set>
                                      <p:cBhvr>
                                        <p:cTn id="53" dur="1" fill="hold">
                                          <p:stCondLst>
                                            <p:cond delay="0"/>
                                          </p:stCondLst>
                                        </p:cTn>
                                        <p:tgtEl>
                                          <p:spTgt spid="80"/>
                                        </p:tgtEl>
                                        <p:attrNameLst>
                                          <p:attrName>style.visibility</p:attrName>
                                        </p:attrNameLst>
                                      </p:cBhvr>
                                      <p:to>
                                        <p:strVal val="visible"/>
                                      </p:to>
                                    </p:set>
                                    <p:animEffect transition="in" filter="wipe(right)">
                                      <p:cBhvr>
                                        <p:cTn id="54" dur="500"/>
                                        <p:tgtEl>
                                          <p:spTgt spid="80"/>
                                        </p:tgtEl>
                                      </p:cBhvr>
                                    </p:animEffect>
                                  </p:childTnLst>
                                </p:cTn>
                              </p:par>
                            </p:childTnLst>
                          </p:cTn>
                        </p:par>
                        <p:par>
                          <p:cTn id="55" fill="hold">
                            <p:stCondLst>
                              <p:cond delay="2000"/>
                            </p:stCondLst>
                            <p:childTnLst>
                              <p:par>
                                <p:cTn id="56" presetID="22" presetClass="entr" presetSubtype="2" fill="hold"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right)">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61" grpId="0" animBg="1"/>
      <p:bldP spid="8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18364-D734-9BAC-4947-34DF9E5596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8449CB-1D11-3FD9-8E9C-F989FDC04979}"/>
              </a:ext>
            </a:extLst>
          </p:cNvPr>
          <p:cNvSpPr txBox="1"/>
          <p:nvPr/>
        </p:nvSpPr>
        <p:spPr>
          <a:xfrm>
            <a:off x="970156" y="1427356"/>
            <a:ext cx="7136890"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Current Research Project</a:t>
            </a:r>
          </a:p>
        </p:txBody>
      </p:sp>
      <p:sp>
        <p:nvSpPr>
          <p:cNvPr id="3" name="TextBox 2">
            <a:extLst>
              <a:ext uri="{FF2B5EF4-FFF2-40B4-BE49-F238E27FC236}">
                <a16:creationId xmlns:a16="http://schemas.microsoft.com/office/drawing/2014/main" id="{85D24113-6258-1D48-267D-B985936D44D1}"/>
              </a:ext>
            </a:extLst>
          </p:cNvPr>
          <p:cNvSpPr txBox="1"/>
          <p:nvPr/>
        </p:nvSpPr>
        <p:spPr>
          <a:xfrm>
            <a:off x="970156" y="2860226"/>
            <a:ext cx="7479933"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Potential Research Project</a:t>
            </a:r>
          </a:p>
        </p:txBody>
      </p:sp>
      <p:sp>
        <p:nvSpPr>
          <p:cNvPr id="4" name="TextBox 3">
            <a:extLst>
              <a:ext uri="{FF2B5EF4-FFF2-40B4-BE49-F238E27FC236}">
                <a16:creationId xmlns:a16="http://schemas.microsoft.com/office/drawing/2014/main" id="{85B41D46-7499-105F-9D7B-E54DE88E0FF1}"/>
              </a:ext>
            </a:extLst>
          </p:cNvPr>
          <p:cNvSpPr txBox="1"/>
          <p:nvPr/>
        </p:nvSpPr>
        <p:spPr>
          <a:xfrm>
            <a:off x="970156" y="4293096"/>
            <a:ext cx="3815468"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Collaboration</a:t>
            </a:r>
          </a:p>
        </p:txBody>
      </p:sp>
      <p:sp>
        <p:nvSpPr>
          <p:cNvPr id="5" name="Title 7">
            <a:extLst>
              <a:ext uri="{FF2B5EF4-FFF2-40B4-BE49-F238E27FC236}">
                <a16:creationId xmlns:a16="http://schemas.microsoft.com/office/drawing/2014/main" id="{9D795E5C-0805-D37A-13CE-04DB7192D7BA}"/>
              </a:ext>
            </a:extLst>
          </p:cNvPr>
          <p:cNvSpPr>
            <a:spLocks noGrp="1"/>
          </p:cNvSpPr>
          <p:nvPr>
            <p:ph type="title"/>
          </p:nvPr>
        </p:nvSpPr>
        <p:spPr>
          <a:xfrm>
            <a:off x="119336" y="92075"/>
            <a:ext cx="8935147" cy="469056"/>
          </a:xfrm>
        </p:spPr>
        <p:txBody>
          <a:bodyPr/>
          <a:lstStyle/>
          <a:p>
            <a:r>
              <a:rPr lang="en-AU">
                <a:solidFill>
                  <a:schemeClr val="bg1"/>
                </a:solidFill>
              </a:rPr>
              <a:t>Our Research</a:t>
            </a:r>
          </a:p>
        </p:txBody>
      </p:sp>
    </p:spTree>
    <p:extLst>
      <p:ext uri="{BB962C8B-B14F-4D97-AF65-F5344CB8AC3E}">
        <p14:creationId xmlns:p14="http://schemas.microsoft.com/office/powerpoint/2010/main" val="218176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3"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1000"/>
                                        <p:tgtEl>
                                          <p:spTgt spid="3"/>
                                        </p:tgtEl>
                                      </p:cBhvr>
                                    </p:animEffect>
                                    <p:set>
                                      <p:cBhvr>
                                        <p:cTn id="22" dur="1" fill="hold">
                                          <p:stCondLst>
                                            <p:cond delay="999"/>
                                          </p:stCondLst>
                                        </p:cTn>
                                        <p:tgtEl>
                                          <p:spTgt spid="3"/>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1000"/>
                                        <p:tgtEl>
                                          <p:spTgt spid="4"/>
                                        </p:tgtEl>
                                      </p:cBhvr>
                                    </p:animEffect>
                                    <p:set>
                                      <p:cBhvr>
                                        <p:cTn id="25" dur="1" fill="hold">
                                          <p:stCondLst>
                                            <p:cond delay="999"/>
                                          </p:stCondLst>
                                        </p:cTn>
                                        <p:tgtEl>
                                          <p:spTgt spid="4"/>
                                        </p:tgtEl>
                                        <p:attrNameLst>
                                          <p:attrName>style.visibility</p:attrName>
                                        </p:attrNameLst>
                                      </p:cBhvr>
                                      <p:to>
                                        <p:strVal val="hidden"/>
                                      </p:to>
                                    </p:set>
                                  </p:childTnLst>
                                </p:cTn>
                              </p:par>
                              <p:par>
                                <p:cTn id="26" presetID="42" presetClass="path" presetSubtype="0" accel="50000" decel="50000" fill="hold" grpId="0" nodeType="withEffect">
                                  <p:stCondLst>
                                    <p:cond delay="0"/>
                                  </p:stCondLst>
                                  <p:childTnLst>
                                    <p:animMotion origin="layout" path="M 4.375E-6 0 L 0.14544 0.21019 " pathEditMode="relative" rAng="0" ptsTypes="AA">
                                      <p:cBhvr>
                                        <p:cTn id="27" dur="2000" fill="hold"/>
                                        <p:tgtEl>
                                          <p:spTgt spid="2"/>
                                        </p:tgtEl>
                                        <p:attrNameLst>
                                          <p:attrName>ppt_x</p:attrName>
                                          <p:attrName>ppt_y</p:attrName>
                                        </p:attrNameLst>
                                      </p:cBhvr>
                                      <p:rCtr x="7266" y="10509"/>
                                    </p:animMotion>
                                  </p:childTnLst>
                                </p:cTn>
                              </p:par>
                              <p:par>
                                <p:cTn id="28" presetID="16" presetClass="emph" presetSubtype="0" fill="hold" grpId="1" nodeType="withEffect">
                                  <p:stCondLst>
                                    <p:cond delay="0"/>
                                  </p:stCondLst>
                                  <p:childTnLst>
                                    <p:set>
                                      <p:cBhvr override="childStyle">
                                        <p:cTn id="29" dur="2000" fill="hold"/>
                                        <p:tgtEl>
                                          <p:spTgt spid="2"/>
                                        </p:tgtEl>
                                        <p:attrNameLst>
                                          <p:attrName>style.color</p:attrName>
                                        </p:attrNameLst>
                                      </p:cBhvr>
                                      <p:to>
                                        <p:clrVal>
                                          <a:srgbClr val="2EA836"/>
                                        </p:clrVal>
                                      </p:to>
                                    </p:set>
                                    <p:set>
                                      <p:cBhvr>
                                        <p:cTn id="30" dur="2000" fill="hold"/>
                                        <p:tgtEl>
                                          <p:spTgt spid="2"/>
                                        </p:tgtEl>
                                        <p:attrNameLst>
                                          <p:attrName>fillcolor</p:attrName>
                                        </p:attrNameLst>
                                      </p:cBhvr>
                                      <p:to>
                                        <p:clrVal>
                                          <a:srgbClr val="2EA836"/>
                                        </p:clrVal>
                                      </p:to>
                                    </p:set>
                                    <p:set>
                                      <p:cBhvr>
                                        <p:cTn id="31" dur="2000" fill="hold"/>
                                        <p:tgtEl>
                                          <p:spTgt spid="2"/>
                                        </p:tgtEl>
                                        <p:attrNameLst>
                                          <p:attrName>fill.type</p:attrName>
                                        </p:attrNameLst>
                                      </p:cBhvr>
                                      <p:to>
                                        <p:strVal val="solid"/>
                                      </p:to>
                                    </p:set>
                                  </p:childTnLst>
                                </p:cTn>
                              </p:par>
                              <p:par>
                                <p:cTn id="32" presetID="6" presetClass="emph" presetSubtype="0" decel="50000" fill="hold" grpId="2" nodeType="withEffect">
                                  <p:stCondLst>
                                    <p:cond delay="0"/>
                                  </p:stCondLst>
                                  <p:childTnLst>
                                    <p:animScale>
                                      <p:cBhvr>
                                        <p:cTn id="33"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2" grpId="3"/>
      <p:bldP spid="3" grpId="0"/>
      <p:bldP spid="3" grpId="1"/>
      <p:bldP spid="4" grpId="0"/>
      <p:bldP spid="4"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534F1-7021-DC29-106A-88A869A75BBF}"/>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A38BBC13-66F7-081E-9269-5DF6136FB913}"/>
              </a:ext>
            </a:extLst>
          </p:cNvPr>
          <p:cNvSpPr/>
          <p:nvPr/>
        </p:nvSpPr>
        <p:spPr>
          <a:xfrm>
            <a:off x="983432" y="1144207"/>
            <a:ext cx="9433048"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buClr>
                <a:schemeClr val="tx1"/>
              </a:buClr>
            </a:pPr>
            <a:r>
              <a:rPr lang="en-AU" sz="2400"/>
              <a:t>1. Improve the detection accuracy</a:t>
            </a:r>
          </a:p>
        </p:txBody>
      </p:sp>
      <p:sp>
        <p:nvSpPr>
          <p:cNvPr id="8" name="Rounded Rectangle 7">
            <a:extLst>
              <a:ext uri="{FF2B5EF4-FFF2-40B4-BE49-F238E27FC236}">
                <a16:creationId xmlns:a16="http://schemas.microsoft.com/office/drawing/2014/main" id="{57090E59-E893-28F6-FC87-984C67E2D5DB}"/>
              </a:ext>
            </a:extLst>
          </p:cNvPr>
          <p:cNvSpPr/>
          <p:nvPr/>
        </p:nvSpPr>
        <p:spPr>
          <a:xfrm>
            <a:off x="983432" y="2564904"/>
            <a:ext cx="9433048"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buClr>
                <a:schemeClr val="tx1"/>
              </a:buClr>
            </a:pPr>
            <a:r>
              <a:rPr lang="en-AU" sz="2400"/>
              <a:t>2. Save law enforcement investigation time</a:t>
            </a:r>
          </a:p>
        </p:txBody>
      </p:sp>
      <p:sp>
        <p:nvSpPr>
          <p:cNvPr id="9" name="Rounded Rectangle 8">
            <a:extLst>
              <a:ext uri="{FF2B5EF4-FFF2-40B4-BE49-F238E27FC236}">
                <a16:creationId xmlns:a16="http://schemas.microsoft.com/office/drawing/2014/main" id="{4A939F4E-927B-5977-6D2F-FB66B60EBB6A}"/>
              </a:ext>
            </a:extLst>
          </p:cNvPr>
          <p:cNvSpPr/>
          <p:nvPr/>
        </p:nvSpPr>
        <p:spPr>
          <a:xfrm>
            <a:off x="983432" y="3933056"/>
            <a:ext cx="9433048"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buClr>
                <a:schemeClr val="tx1"/>
              </a:buClr>
            </a:pPr>
            <a:r>
              <a:rPr lang="en-AU" sz="2400"/>
              <a:t>3. Improve the admissibility of the evidence in courts</a:t>
            </a:r>
          </a:p>
        </p:txBody>
      </p:sp>
      <p:sp>
        <p:nvSpPr>
          <p:cNvPr id="10" name="Rounded Rectangle 9">
            <a:extLst>
              <a:ext uri="{FF2B5EF4-FFF2-40B4-BE49-F238E27FC236}">
                <a16:creationId xmlns:a16="http://schemas.microsoft.com/office/drawing/2014/main" id="{A3E0C4D0-7C86-D3E7-9163-FE859F68D3EE}"/>
              </a:ext>
            </a:extLst>
          </p:cNvPr>
          <p:cNvSpPr/>
          <p:nvPr/>
        </p:nvSpPr>
        <p:spPr>
          <a:xfrm>
            <a:off x="983432" y="5334291"/>
            <a:ext cx="9433048"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buClr>
                <a:schemeClr val="tx1"/>
              </a:buClr>
            </a:pPr>
            <a:r>
              <a:rPr lang="en-AU" sz="2400"/>
              <a:t>4. Cost-effective innovation with minimum technical skill required</a:t>
            </a:r>
          </a:p>
        </p:txBody>
      </p:sp>
      <p:sp>
        <p:nvSpPr>
          <p:cNvPr id="7" name="Title 7">
            <a:extLst>
              <a:ext uri="{FF2B5EF4-FFF2-40B4-BE49-F238E27FC236}">
                <a16:creationId xmlns:a16="http://schemas.microsoft.com/office/drawing/2014/main" id="{EC4630B2-BB8B-63D4-5E0B-1FBC39B20637}"/>
              </a:ext>
            </a:extLst>
          </p:cNvPr>
          <p:cNvSpPr txBox="1">
            <a:spLocks/>
          </p:cNvSpPr>
          <p:nvPr/>
        </p:nvSpPr>
        <p:spPr>
          <a:xfrm>
            <a:off x="119336" y="92075"/>
            <a:ext cx="8935147"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Our Research </a:t>
            </a:r>
            <a:r>
              <a:rPr lang="en-AU">
                <a:solidFill>
                  <a:schemeClr val="bg1"/>
                </a:solidFill>
                <a:sym typeface="Wingdings" pitchFamily="2" charset="2"/>
              </a:rPr>
              <a:t> Objectives</a:t>
            </a:r>
            <a:endParaRPr lang="en-AU">
              <a:solidFill>
                <a:schemeClr val="bg1"/>
              </a:solidFill>
            </a:endParaRPr>
          </a:p>
        </p:txBody>
      </p:sp>
    </p:spTree>
    <p:extLst>
      <p:ext uri="{BB962C8B-B14F-4D97-AF65-F5344CB8AC3E}">
        <p14:creationId xmlns:p14="http://schemas.microsoft.com/office/powerpoint/2010/main" val="3970430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2F212-700C-BA0A-B7EB-0BAEE497B8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63F6EC-D683-161F-0689-8D763A9AB07D}"/>
              </a:ext>
            </a:extLst>
          </p:cNvPr>
          <p:cNvSpPr>
            <a:spLocks noGrp="1"/>
          </p:cNvSpPr>
          <p:nvPr>
            <p:ph type="title"/>
          </p:nvPr>
        </p:nvSpPr>
        <p:spPr>
          <a:xfrm>
            <a:off x="119336" y="98610"/>
            <a:ext cx="7994761" cy="469056"/>
          </a:xfrm>
        </p:spPr>
        <p:txBody>
          <a:bodyPr/>
          <a:lstStyle/>
          <a:p>
            <a:r>
              <a:rPr lang="en-AU">
                <a:solidFill>
                  <a:schemeClr val="bg1"/>
                </a:solidFill>
              </a:rPr>
              <a:t>OS Provenance </a:t>
            </a:r>
            <a:r>
              <a:rPr lang="en-AU">
                <a:solidFill>
                  <a:schemeClr val="bg1"/>
                </a:solidFill>
                <a:sym typeface="Wingdings" panose="05000000000000000000" pitchFamily="2" charset="2"/>
              </a:rPr>
              <a:t> What we can provide</a:t>
            </a:r>
            <a:endParaRPr lang="en-AU">
              <a:solidFill>
                <a:schemeClr val="bg1"/>
              </a:solidFill>
            </a:endParaRPr>
          </a:p>
        </p:txBody>
      </p:sp>
      <p:sp>
        <p:nvSpPr>
          <p:cNvPr id="3" name="Rounded Rectangle 2">
            <a:extLst>
              <a:ext uri="{FF2B5EF4-FFF2-40B4-BE49-F238E27FC236}">
                <a16:creationId xmlns:a16="http://schemas.microsoft.com/office/drawing/2014/main" id="{AA5909F5-6650-F4F2-431D-0F862B951FF9}"/>
              </a:ext>
            </a:extLst>
          </p:cNvPr>
          <p:cNvSpPr/>
          <p:nvPr/>
        </p:nvSpPr>
        <p:spPr>
          <a:xfrm>
            <a:off x="1487638" y="908075"/>
            <a:ext cx="9433048" cy="1008757"/>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r>
              <a:rPr lang="en-AU" sz="2400"/>
              <a:t>Understand the computer from inside </a:t>
            </a:r>
            <a:r>
              <a:rPr lang="en-AU" sz="2400">
                <a:sym typeface="Wingdings" pitchFamily="2" charset="2"/>
              </a:rPr>
              <a:t> Behaviour of application (like an x-ray scan)</a:t>
            </a:r>
            <a:endParaRPr lang="en-AU" sz="2400"/>
          </a:p>
        </p:txBody>
      </p:sp>
      <p:sp>
        <p:nvSpPr>
          <p:cNvPr id="8" name="Rounded Rectangle 7">
            <a:extLst>
              <a:ext uri="{FF2B5EF4-FFF2-40B4-BE49-F238E27FC236}">
                <a16:creationId xmlns:a16="http://schemas.microsoft.com/office/drawing/2014/main" id="{DE2699B1-F815-65E9-CBD0-6F9083CC7011}"/>
              </a:ext>
            </a:extLst>
          </p:cNvPr>
          <p:cNvSpPr/>
          <p:nvPr/>
        </p:nvSpPr>
        <p:spPr>
          <a:xfrm>
            <a:off x="1487638" y="2330967"/>
            <a:ext cx="9433048" cy="1008757"/>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r>
              <a:rPr lang="en-AU" sz="2400"/>
              <a:t>Provenance beyond general security application </a:t>
            </a:r>
            <a:r>
              <a:rPr lang="en-AU" sz="2400">
                <a:sym typeface="Wingdings" pitchFamily="2" charset="2"/>
              </a:rPr>
              <a:t> AI Security</a:t>
            </a:r>
          </a:p>
        </p:txBody>
      </p:sp>
      <p:sp>
        <p:nvSpPr>
          <p:cNvPr id="9" name="Rounded Rectangle 8">
            <a:extLst>
              <a:ext uri="{FF2B5EF4-FFF2-40B4-BE49-F238E27FC236}">
                <a16:creationId xmlns:a16="http://schemas.microsoft.com/office/drawing/2014/main" id="{8271EF4D-6AA6-1F6D-49DA-36F8504FD3B6}"/>
              </a:ext>
            </a:extLst>
          </p:cNvPr>
          <p:cNvSpPr/>
          <p:nvPr/>
        </p:nvSpPr>
        <p:spPr>
          <a:xfrm>
            <a:off x="1487638" y="3788395"/>
            <a:ext cx="9433048" cy="1008757"/>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r>
              <a:rPr lang="en-AU" sz="2400">
                <a:sym typeface="Wingdings" pitchFamily="2" charset="2"/>
              </a:rPr>
              <a:t>Behaviour of AI  Transparent AI Provenance</a:t>
            </a:r>
            <a:endParaRPr lang="en-AU" sz="2400"/>
          </a:p>
        </p:txBody>
      </p:sp>
      <p:sp>
        <p:nvSpPr>
          <p:cNvPr id="10" name="Rounded Rectangle 9">
            <a:extLst>
              <a:ext uri="{FF2B5EF4-FFF2-40B4-BE49-F238E27FC236}">
                <a16:creationId xmlns:a16="http://schemas.microsoft.com/office/drawing/2014/main" id="{C2DA8570-A8E1-1259-1430-456F29B9D13E}"/>
              </a:ext>
            </a:extLst>
          </p:cNvPr>
          <p:cNvSpPr/>
          <p:nvPr/>
        </p:nvSpPr>
        <p:spPr>
          <a:xfrm>
            <a:off x="1487638" y="5189630"/>
            <a:ext cx="9433048" cy="1008757"/>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r>
              <a:rPr lang="en-AU" sz="2400">
                <a:sym typeface="Wingdings" pitchFamily="2" charset="2"/>
              </a:rPr>
              <a:t>And more opportunities… …</a:t>
            </a:r>
            <a:endParaRPr lang="en-AU" sz="2400"/>
          </a:p>
        </p:txBody>
      </p:sp>
      <p:sp>
        <p:nvSpPr>
          <p:cNvPr id="5" name="Rounded Rectangle 4">
            <a:extLst>
              <a:ext uri="{FF2B5EF4-FFF2-40B4-BE49-F238E27FC236}">
                <a16:creationId xmlns:a16="http://schemas.microsoft.com/office/drawing/2014/main" id="{B21A48D0-E7B4-A057-E1F4-E2A23B86C7E7}"/>
              </a:ext>
            </a:extLst>
          </p:cNvPr>
          <p:cNvSpPr/>
          <p:nvPr/>
        </p:nvSpPr>
        <p:spPr>
          <a:xfrm>
            <a:off x="1021347" y="3732202"/>
            <a:ext cx="10149305" cy="1684421"/>
          </a:xfrm>
          <a:prstGeom prst="roundRect">
            <a:avLst>
              <a:gd name="adj" fmla="val 10129"/>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4800">
                <a:solidFill>
                  <a:schemeClr val="tx1"/>
                </a:solidFill>
                <a:sym typeface="Wingdings" pitchFamily="2" charset="2"/>
              </a:rPr>
              <a:t>AI Telemetry</a:t>
            </a:r>
            <a:endParaRPr lang="en-AU" sz="4800">
              <a:solidFill>
                <a:schemeClr val="tx1"/>
              </a:solidFill>
            </a:endParaRPr>
          </a:p>
        </p:txBody>
      </p:sp>
      <p:sp>
        <p:nvSpPr>
          <p:cNvPr id="6" name="Title 3">
            <a:extLst>
              <a:ext uri="{FF2B5EF4-FFF2-40B4-BE49-F238E27FC236}">
                <a16:creationId xmlns:a16="http://schemas.microsoft.com/office/drawing/2014/main" id="{61413200-3D2B-813B-E74F-8BD649B42D80}"/>
              </a:ext>
            </a:extLst>
          </p:cNvPr>
          <p:cNvSpPr txBox="1">
            <a:spLocks/>
          </p:cNvSpPr>
          <p:nvPr/>
        </p:nvSpPr>
        <p:spPr>
          <a:xfrm>
            <a:off x="119336" y="98610"/>
            <a:ext cx="5097557"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Current Research Project</a:t>
            </a:r>
          </a:p>
        </p:txBody>
      </p:sp>
      <p:sp>
        <p:nvSpPr>
          <p:cNvPr id="7" name="Rounded Rectangle 6">
            <a:extLst>
              <a:ext uri="{FF2B5EF4-FFF2-40B4-BE49-F238E27FC236}">
                <a16:creationId xmlns:a16="http://schemas.microsoft.com/office/drawing/2014/main" id="{E12D25D0-7430-D483-35D1-DD630EE85EAA}"/>
              </a:ext>
            </a:extLst>
          </p:cNvPr>
          <p:cNvSpPr/>
          <p:nvPr/>
        </p:nvSpPr>
        <p:spPr>
          <a:xfrm>
            <a:off x="1021346" y="1549203"/>
            <a:ext cx="10149305" cy="1684421"/>
          </a:xfrm>
          <a:prstGeom prst="roundRect">
            <a:avLst>
              <a:gd name="adj" fmla="val 10129"/>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4800">
                <a:solidFill>
                  <a:schemeClr val="tx1"/>
                </a:solidFill>
                <a:sym typeface="Wingdings" pitchFamily="2" charset="2"/>
              </a:rPr>
              <a:t>Operating System Provenance</a:t>
            </a:r>
            <a:endParaRPr lang="en-AU" sz="4800">
              <a:solidFill>
                <a:schemeClr val="tx1"/>
              </a:solidFill>
            </a:endParaRPr>
          </a:p>
        </p:txBody>
      </p:sp>
    </p:spTree>
    <p:extLst>
      <p:ext uri="{BB962C8B-B14F-4D97-AF65-F5344CB8AC3E}">
        <p14:creationId xmlns:p14="http://schemas.microsoft.com/office/powerpoint/2010/main" val="3620568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1000" fill="hold"/>
                                        <p:tgtEl>
                                          <p:spTgt spid="7"/>
                                        </p:tgtEl>
                                        <p:attrNameLst>
                                          <p:attrName>ppt_x</p:attrName>
                                        </p:attrNameLst>
                                      </p:cBhvr>
                                      <p:tavLst>
                                        <p:tav tm="0">
                                          <p:val>
                                            <p:strVal val="0-#ppt_w/2"/>
                                          </p:val>
                                        </p:tav>
                                        <p:tav tm="100000">
                                          <p:val>
                                            <p:strVal val="#ppt_x"/>
                                          </p:val>
                                        </p:tav>
                                      </p:tavLst>
                                    </p:anim>
                                    <p:anim calcmode="lin" valueType="num">
                                      <p:cBhvr additive="base">
                                        <p:cTn id="14" dur="1000" fill="hold"/>
                                        <p:tgtEl>
                                          <p:spTgt spid="7"/>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1000" fill="hold"/>
                                        <p:tgtEl>
                                          <p:spTgt spid="5"/>
                                        </p:tgtEl>
                                        <p:attrNameLst>
                                          <p:attrName>ppt_x</p:attrName>
                                        </p:attrNameLst>
                                      </p:cBhvr>
                                      <p:tavLst>
                                        <p:tav tm="0">
                                          <p:val>
                                            <p:strVal val="1+#ppt_w/2"/>
                                          </p:val>
                                        </p:tav>
                                        <p:tav tm="100000">
                                          <p:val>
                                            <p:strVal val="#ppt_x"/>
                                          </p:val>
                                        </p:tav>
                                      </p:tavLst>
                                    </p:anim>
                                    <p:anim calcmode="lin" valueType="num">
                                      <p:cBhvr additive="base">
                                        <p:cTn id="18"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xit" presetSubtype="0" fill="hold" grpId="1" nodeType="clickEffect">
                                  <p:stCondLst>
                                    <p:cond delay="0"/>
                                  </p:stCondLst>
                                  <p:childTnLst>
                                    <p:animEffect transition="out" filter="fade">
                                      <p:cBhvr>
                                        <p:cTn id="22" dur="1000"/>
                                        <p:tgtEl>
                                          <p:spTgt spid="5"/>
                                        </p:tgtEl>
                                      </p:cBhvr>
                                    </p:animEffect>
                                    <p:anim calcmode="lin" valueType="num">
                                      <p:cBhvr>
                                        <p:cTn id="23" dur="1000"/>
                                        <p:tgtEl>
                                          <p:spTgt spid="5"/>
                                        </p:tgtEl>
                                        <p:attrNameLst>
                                          <p:attrName>ppt_x</p:attrName>
                                        </p:attrNameLst>
                                      </p:cBhvr>
                                      <p:tavLst>
                                        <p:tav tm="0">
                                          <p:val>
                                            <p:strVal val="ppt_x"/>
                                          </p:val>
                                        </p:tav>
                                        <p:tav tm="100000">
                                          <p:val>
                                            <p:strVal val="ppt_x"/>
                                          </p:val>
                                        </p:tav>
                                      </p:tavLst>
                                    </p:anim>
                                    <p:anim calcmode="lin" valueType="num">
                                      <p:cBhvr>
                                        <p:cTn id="24" dur="1000"/>
                                        <p:tgtEl>
                                          <p:spTgt spid="5"/>
                                        </p:tgtEl>
                                        <p:attrNameLst>
                                          <p:attrName>ppt_y</p:attrName>
                                        </p:attrNameLst>
                                      </p:cBhvr>
                                      <p:tavLst>
                                        <p:tav tm="0">
                                          <p:val>
                                            <p:strVal val="ppt_y"/>
                                          </p:val>
                                        </p:tav>
                                        <p:tav tm="100000">
                                          <p:val>
                                            <p:strVal val="ppt_y+.1"/>
                                          </p:val>
                                        </p:tav>
                                      </p:tavLst>
                                    </p:anim>
                                    <p:set>
                                      <p:cBhvr>
                                        <p:cTn id="25" dur="1" fill="hold">
                                          <p:stCondLst>
                                            <p:cond delay="999"/>
                                          </p:stCondLst>
                                        </p:cTn>
                                        <p:tgtEl>
                                          <p:spTgt spid="5"/>
                                        </p:tgtEl>
                                        <p:attrNameLst>
                                          <p:attrName>style.visibility</p:attrName>
                                        </p:attrNameLst>
                                      </p:cBhvr>
                                      <p:to>
                                        <p:strVal val="hidden"/>
                                      </p:to>
                                    </p:set>
                                  </p:childTnLst>
                                </p:cTn>
                              </p:par>
                              <p:par>
                                <p:cTn id="26" presetID="2" presetClass="exit" presetSubtype="1" fill="hold" grpId="1" nodeType="withEffect">
                                  <p:stCondLst>
                                    <p:cond delay="0"/>
                                  </p:stCondLst>
                                  <p:childTnLst>
                                    <p:anim calcmode="lin" valueType="num">
                                      <p:cBhvr additive="base">
                                        <p:cTn id="27" dur="1000"/>
                                        <p:tgtEl>
                                          <p:spTgt spid="6"/>
                                        </p:tgtEl>
                                        <p:attrNameLst>
                                          <p:attrName>ppt_x</p:attrName>
                                        </p:attrNameLst>
                                      </p:cBhvr>
                                      <p:tavLst>
                                        <p:tav tm="0">
                                          <p:val>
                                            <p:strVal val="ppt_x"/>
                                          </p:val>
                                        </p:tav>
                                        <p:tav tm="100000">
                                          <p:val>
                                            <p:strVal val="ppt_x"/>
                                          </p:val>
                                        </p:tav>
                                      </p:tavLst>
                                    </p:anim>
                                    <p:anim calcmode="lin" valueType="num">
                                      <p:cBhvr additive="base">
                                        <p:cTn id="28" dur="1000"/>
                                        <p:tgtEl>
                                          <p:spTgt spid="6"/>
                                        </p:tgtEl>
                                        <p:attrNameLst>
                                          <p:attrName>ppt_y</p:attrName>
                                        </p:attrNameLst>
                                      </p:cBhvr>
                                      <p:tavLst>
                                        <p:tav tm="0">
                                          <p:val>
                                            <p:strVal val="ppt_y"/>
                                          </p:val>
                                        </p:tav>
                                        <p:tav tm="100000">
                                          <p:val>
                                            <p:strVal val="0-ppt_h/2"/>
                                          </p:val>
                                        </p:tav>
                                      </p:tavLst>
                                    </p:anim>
                                    <p:set>
                                      <p:cBhvr>
                                        <p:cTn id="29" dur="1" fill="hold">
                                          <p:stCondLst>
                                            <p:cond delay="999"/>
                                          </p:stCondLst>
                                        </p:cTn>
                                        <p:tgtEl>
                                          <p:spTgt spid="6"/>
                                        </p:tgtEl>
                                        <p:attrNameLst>
                                          <p:attrName>style.visibility</p:attrName>
                                        </p:attrNameLst>
                                      </p:cBhvr>
                                      <p:to>
                                        <p:strVal val="hidden"/>
                                      </p:to>
                                    </p:set>
                                  </p:childTnLst>
                                </p:cTn>
                              </p:par>
                            </p:childTnLst>
                          </p:cTn>
                        </p:par>
                        <p:par>
                          <p:cTn id="30" fill="hold">
                            <p:stCondLst>
                              <p:cond delay="1000"/>
                            </p:stCondLst>
                            <p:childTnLst>
                              <p:par>
                                <p:cTn id="31" presetID="2" presetClass="entr" presetSubtype="8"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1000" fill="hold"/>
                                        <p:tgtEl>
                                          <p:spTgt spid="4"/>
                                        </p:tgtEl>
                                        <p:attrNameLst>
                                          <p:attrName>ppt_x</p:attrName>
                                        </p:attrNameLst>
                                      </p:cBhvr>
                                      <p:tavLst>
                                        <p:tav tm="0">
                                          <p:val>
                                            <p:strVal val="0-#ppt_w/2"/>
                                          </p:val>
                                        </p:tav>
                                        <p:tav tm="100000">
                                          <p:val>
                                            <p:strVal val="#ppt_x"/>
                                          </p:val>
                                        </p:tav>
                                      </p:tavLst>
                                    </p:anim>
                                    <p:anim calcmode="lin" valueType="num">
                                      <p:cBhvr additive="base">
                                        <p:cTn id="34"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1" presetClass="exit" presetSubtype="1" fill="hold" grpId="1" nodeType="clickEffect">
                                  <p:stCondLst>
                                    <p:cond delay="0"/>
                                  </p:stCondLst>
                                  <p:childTnLst>
                                    <p:animEffect transition="out" filter="wheel(1)">
                                      <p:cBhvr>
                                        <p:cTn id="38" dur="1000"/>
                                        <p:tgtEl>
                                          <p:spTgt spid="7"/>
                                        </p:tgtEl>
                                      </p:cBhvr>
                                    </p:animEffect>
                                    <p:set>
                                      <p:cBhvr>
                                        <p:cTn id="39" dur="1" fill="hold">
                                          <p:stCondLst>
                                            <p:cond delay="999"/>
                                          </p:stCondLst>
                                        </p:cTn>
                                        <p:tgtEl>
                                          <p:spTgt spid="7"/>
                                        </p:tgtEl>
                                        <p:attrNameLst>
                                          <p:attrName>style.visibility</p:attrName>
                                        </p:attrNameLst>
                                      </p:cBhvr>
                                      <p:to>
                                        <p:strVal val="hidden"/>
                                      </p:to>
                                    </p:set>
                                  </p:childTnLst>
                                </p:cTn>
                              </p:par>
                            </p:childTnLst>
                          </p:cTn>
                        </p:par>
                        <p:par>
                          <p:cTn id="40" fill="hold">
                            <p:stCondLst>
                              <p:cond delay="1000"/>
                            </p:stCondLst>
                            <p:childTnLst>
                              <p:par>
                                <p:cTn id="41" presetID="10" presetClass="entr" presetSubtype="0" fill="hold" grpId="0" nodeType="after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10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fade">
                                      <p:cBhvr>
                                        <p:cTn id="53" dur="10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8" grpId="0" animBg="1"/>
      <p:bldP spid="9" grpId="0" animBg="1"/>
      <p:bldP spid="10" grpId="0" animBg="1"/>
      <p:bldP spid="5" grpId="0" animBg="1"/>
      <p:bldP spid="5" grpId="1" animBg="1"/>
      <p:bldP spid="6" grpId="0"/>
      <p:bldP spid="6" grpId="1"/>
      <p:bldP spid="7" grpId="0" animBg="1"/>
      <p:bldP spid="7"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88573-C048-FACC-3AA3-BD7801DCD64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E2D989-D44B-C436-4FC7-AB2C8AE651EB}"/>
              </a:ext>
            </a:extLst>
          </p:cNvPr>
          <p:cNvSpPr>
            <a:spLocks noGrp="1"/>
          </p:cNvSpPr>
          <p:nvPr>
            <p:ph type="title"/>
          </p:nvPr>
        </p:nvSpPr>
        <p:spPr>
          <a:xfrm>
            <a:off x="119336" y="98610"/>
            <a:ext cx="10801350" cy="469056"/>
          </a:xfrm>
        </p:spPr>
        <p:txBody>
          <a:bodyPr/>
          <a:lstStyle/>
          <a:p>
            <a:r>
              <a:rPr lang="en-AU">
                <a:solidFill>
                  <a:schemeClr val="bg1"/>
                </a:solidFill>
              </a:rPr>
              <a:t>OS Provenance </a:t>
            </a:r>
            <a:r>
              <a:rPr lang="en-AU">
                <a:solidFill>
                  <a:schemeClr val="bg1"/>
                </a:solidFill>
                <a:sym typeface="Wingdings" panose="05000000000000000000" pitchFamily="2" charset="2"/>
              </a:rPr>
              <a:t> how does it work</a:t>
            </a:r>
            <a:endParaRPr lang="en-AU">
              <a:solidFill>
                <a:schemeClr val="bg1"/>
              </a:solidFill>
            </a:endParaRPr>
          </a:p>
        </p:txBody>
      </p:sp>
      <p:graphicFrame>
        <p:nvGraphicFramePr>
          <p:cNvPr id="18" name="Table 17">
            <a:extLst>
              <a:ext uri="{FF2B5EF4-FFF2-40B4-BE49-F238E27FC236}">
                <a16:creationId xmlns:a16="http://schemas.microsoft.com/office/drawing/2014/main" id="{7F30E9F9-B939-27F4-298C-14E810E4DD8E}"/>
              </a:ext>
            </a:extLst>
          </p:cNvPr>
          <p:cNvGraphicFramePr>
            <a:graphicFrameLocks noGrp="1"/>
          </p:cNvGraphicFramePr>
          <p:nvPr/>
        </p:nvGraphicFramePr>
        <p:xfrm>
          <a:off x="4008453" y="1183789"/>
          <a:ext cx="4090950" cy="741680"/>
        </p:xfrm>
        <a:graphic>
          <a:graphicData uri="http://schemas.openxmlformats.org/drawingml/2006/table">
            <a:tbl>
              <a:tblPr firstRow="1" bandRow="1">
                <a:tableStyleId>{5C22544A-7EE6-4342-B048-85BDC9FD1C3A}</a:tableStyleId>
              </a:tblPr>
              <a:tblGrid>
                <a:gridCol w="4090950">
                  <a:extLst>
                    <a:ext uri="{9D8B030D-6E8A-4147-A177-3AD203B41FA5}">
                      <a16:colId xmlns:a16="http://schemas.microsoft.com/office/drawing/2014/main" val="2321670402"/>
                    </a:ext>
                  </a:extLst>
                </a:gridCol>
              </a:tblGrid>
              <a:tr h="370840">
                <a:tc>
                  <a:txBody>
                    <a:bodyPr/>
                    <a:lstStyle/>
                    <a:p>
                      <a:pPr algn="ctr"/>
                      <a:r>
                        <a:rPr lang="en-US"/>
                        <a:t>Application Level</a:t>
                      </a:r>
                    </a:p>
                  </a:txBody>
                  <a:tcPr/>
                </a:tc>
                <a:extLst>
                  <a:ext uri="{0D108BD9-81ED-4DB2-BD59-A6C34878D82A}">
                    <a16:rowId xmlns:a16="http://schemas.microsoft.com/office/drawing/2014/main" val="2164873893"/>
                  </a:ext>
                </a:extLst>
              </a:tr>
              <a:tr h="370840">
                <a:tc>
                  <a:txBody>
                    <a:bodyPr/>
                    <a:lstStyle/>
                    <a:p>
                      <a:r>
                        <a:rPr lang="en-US"/>
                        <a:t>vim, emacs, nano, </a:t>
                      </a:r>
                      <a:r>
                        <a:rPr lang="en-US" err="1"/>
                        <a:t>nmap</a:t>
                      </a:r>
                      <a:r>
                        <a:rPr lang="en-US"/>
                        <a:t>, </a:t>
                      </a:r>
                      <a:r>
                        <a:rPr lang="en-US" err="1"/>
                        <a:t>msfconsole</a:t>
                      </a:r>
                      <a:endParaRPr lang="en-US"/>
                    </a:p>
                  </a:txBody>
                  <a:tcPr/>
                </a:tc>
                <a:extLst>
                  <a:ext uri="{0D108BD9-81ED-4DB2-BD59-A6C34878D82A}">
                    <a16:rowId xmlns:a16="http://schemas.microsoft.com/office/drawing/2014/main" val="3129793027"/>
                  </a:ext>
                </a:extLst>
              </a:tr>
            </a:tbl>
          </a:graphicData>
        </a:graphic>
      </p:graphicFrame>
      <p:graphicFrame>
        <p:nvGraphicFramePr>
          <p:cNvPr id="19" name="Table 18">
            <a:extLst>
              <a:ext uri="{FF2B5EF4-FFF2-40B4-BE49-F238E27FC236}">
                <a16:creationId xmlns:a16="http://schemas.microsoft.com/office/drawing/2014/main" id="{74081523-33EB-7FE7-3BAF-493CB2297BB8}"/>
              </a:ext>
            </a:extLst>
          </p:cNvPr>
          <p:cNvGraphicFramePr>
            <a:graphicFrameLocks noGrp="1"/>
          </p:cNvGraphicFramePr>
          <p:nvPr/>
        </p:nvGraphicFramePr>
        <p:xfrm>
          <a:off x="5183277" y="2775515"/>
          <a:ext cx="2457128" cy="741680"/>
        </p:xfrm>
        <a:graphic>
          <a:graphicData uri="http://schemas.openxmlformats.org/drawingml/2006/table">
            <a:tbl>
              <a:tblPr firstRow="1" bandRow="1">
                <a:tableStyleId>{5C22544A-7EE6-4342-B048-85BDC9FD1C3A}</a:tableStyleId>
              </a:tblPr>
              <a:tblGrid>
                <a:gridCol w="2457128">
                  <a:extLst>
                    <a:ext uri="{9D8B030D-6E8A-4147-A177-3AD203B41FA5}">
                      <a16:colId xmlns:a16="http://schemas.microsoft.com/office/drawing/2014/main" val="2321670402"/>
                    </a:ext>
                  </a:extLst>
                </a:gridCol>
              </a:tblGrid>
              <a:tr h="370840">
                <a:tc>
                  <a:txBody>
                    <a:bodyPr/>
                    <a:lstStyle/>
                    <a:p>
                      <a:r>
                        <a:rPr lang="en-US"/>
                        <a:t>Shell Level</a:t>
                      </a:r>
                    </a:p>
                  </a:txBody>
                  <a:tcPr/>
                </a:tc>
                <a:extLst>
                  <a:ext uri="{0D108BD9-81ED-4DB2-BD59-A6C34878D82A}">
                    <a16:rowId xmlns:a16="http://schemas.microsoft.com/office/drawing/2014/main" val="2164873893"/>
                  </a:ext>
                </a:extLst>
              </a:tr>
              <a:tr h="370840">
                <a:tc>
                  <a:txBody>
                    <a:bodyPr/>
                    <a:lstStyle/>
                    <a:p>
                      <a:r>
                        <a:rPr lang="en-US"/>
                        <a:t>bash, </a:t>
                      </a:r>
                      <a:r>
                        <a:rPr lang="en-US" err="1"/>
                        <a:t>zsh</a:t>
                      </a:r>
                      <a:r>
                        <a:rPr lang="en-US"/>
                        <a:t>, </a:t>
                      </a:r>
                      <a:r>
                        <a:rPr lang="en-US" err="1"/>
                        <a:t>pwsh</a:t>
                      </a:r>
                      <a:endParaRPr lang="en-US"/>
                    </a:p>
                  </a:txBody>
                  <a:tcPr/>
                </a:tc>
                <a:extLst>
                  <a:ext uri="{0D108BD9-81ED-4DB2-BD59-A6C34878D82A}">
                    <a16:rowId xmlns:a16="http://schemas.microsoft.com/office/drawing/2014/main" val="3129793027"/>
                  </a:ext>
                </a:extLst>
              </a:tr>
            </a:tbl>
          </a:graphicData>
        </a:graphic>
      </p:graphicFrame>
      <p:graphicFrame>
        <p:nvGraphicFramePr>
          <p:cNvPr id="20" name="Table 19">
            <a:extLst>
              <a:ext uri="{FF2B5EF4-FFF2-40B4-BE49-F238E27FC236}">
                <a16:creationId xmlns:a16="http://schemas.microsoft.com/office/drawing/2014/main" id="{D798B264-FAFF-2B0C-DF6E-F2BE804A29F5}"/>
              </a:ext>
            </a:extLst>
          </p:cNvPr>
          <p:cNvGraphicFramePr>
            <a:graphicFrameLocks noGrp="1"/>
          </p:cNvGraphicFramePr>
          <p:nvPr/>
        </p:nvGraphicFramePr>
        <p:xfrm>
          <a:off x="4008453" y="4305633"/>
          <a:ext cx="3631952" cy="741680"/>
        </p:xfrm>
        <a:graphic>
          <a:graphicData uri="http://schemas.openxmlformats.org/drawingml/2006/table">
            <a:tbl>
              <a:tblPr firstRow="1" bandRow="1">
                <a:tableStyleId>{5C22544A-7EE6-4342-B048-85BDC9FD1C3A}</a:tableStyleId>
              </a:tblPr>
              <a:tblGrid>
                <a:gridCol w="3631952">
                  <a:extLst>
                    <a:ext uri="{9D8B030D-6E8A-4147-A177-3AD203B41FA5}">
                      <a16:colId xmlns:a16="http://schemas.microsoft.com/office/drawing/2014/main" val="2321670402"/>
                    </a:ext>
                  </a:extLst>
                </a:gridCol>
              </a:tblGrid>
              <a:tr h="370840">
                <a:tc>
                  <a:txBody>
                    <a:bodyPr/>
                    <a:lstStyle/>
                    <a:p>
                      <a:r>
                        <a:rPr lang="en-US"/>
                        <a:t>Kernel Level</a:t>
                      </a:r>
                    </a:p>
                  </a:txBody>
                  <a:tcPr/>
                </a:tc>
                <a:extLst>
                  <a:ext uri="{0D108BD9-81ED-4DB2-BD59-A6C34878D82A}">
                    <a16:rowId xmlns:a16="http://schemas.microsoft.com/office/drawing/2014/main" val="2164873893"/>
                  </a:ext>
                </a:extLst>
              </a:tr>
              <a:tr h="370840">
                <a:tc>
                  <a:txBody>
                    <a:bodyPr/>
                    <a:lstStyle/>
                    <a:p>
                      <a:r>
                        <a:rPr lang="en-US"/>
                        <a:t>Linux Kernel</a:t>
                      </a:r>
                    </a:p>
                  </a:txBody>
                  <a:tcPr/>
                </a:tc>
                <a:extLst>
                  <a:ext uri="{0D108BD9-81ED-4DB2-BD59-A6C34878D82A}">
                    <a16:rowId xmlns:a16="http://schemas.microsoft.com/office/drawing/2014/main" val="3129793027"/>
                  </a:ext>
                </a:extLst>
              </a:tr>
            </a:tbl>
          </a:graphicData>
        </a:graphic>
      </p:graphicFrame>
      <p:graphicFrame>
        <p:nvGraphicFramePr>
          <p:cNvPr id="21" name="Table 20">
            <a:extLst>
              <a:ext uri="{FF2B5EF4-FFF2-40B4-BE49-F238E27FC236}">
                <a16:creationId xmlns:a16="http://schemas.microsoft.com/office/drawing/2014/main" id="{CE62ED4B-E2C4-4AC2-AB0E-34DBDCE756DC}"/>
              </a:ext>
            </a:extLst>
          </p:cNvPr>
          <p:cNvGraphicFramePr>
            <a:graphicFrameLocks noGrp="1"/>
          </p:cNvGraphicFramePr>
          <p:nvPr/>
        </p:nvGraphicFramePr>
        <p:xfrm>
          <a:off x="4008453" y="5764401"/>
          <a:ext cx="3631952" cy="741680"/>
        </p:xfrm>
        <a:graphic>
          <a:graphicData uri="http://schemas.openxmlformats.org/drawingml/2006/table">
            <a:tbl>
              <a:tblPr firstRow="1" bandRow="1">
                <a:tableStyleId>{5C22544A-7EE6-4342-B048-85BDC9FD1C3A}</a:tableStyleId>
              </a:tblPr>
              <a:tblGrid>
                <a:gridCol w="3631952">
                  <a:extLst>
                    <a:ext uri="{9D8B030D-6E8A-4147-A177-3AD203B41FA5}">
                      <a16:colId xmlns:a16="http://schemas.microsoft.com/office/drawing/2014/main" val="2321670402"/>
                    </a:ext>
                  </a:extLst>
                </a:gridCol>
              </a:tblGrid>
              <a:tr h="370840">
                <a:tc>
                  <a:txBody>
                    <a:bodyPr/>
                    <a:lstStyle/>
                    <a:p>
                      <a:r>
                        <a:rPr lang="en-US"/>
                        <a:t>Hardware Level</a:t>
                      </a:r>
                    </a:p>
                  </a:txBody>
                  <a:tcPr/>
                </a:tc>
                <a:extLst>
                  <a:ext uri="{0D108BD9-81ED-4DB2-BD59-A6C34878D82A}">
                    <a16:rowId xmlns:a16="http://schemas.microsoft.com/office/drawing/2014/main" val="2164873893"/>
                  </a:ext>
                </a:extLst>
              </a:tr>
              <a:tr h="370840">
                <a:tc>
                  <a:txBody>
                    <a:bodyPr/>
                    <a:lstStyle/>
                    <a:p>
                      <a:r>
                        <a:rPr lang="en-US"/>
                        <a:t>CPU, RAM, Hard Drive</a:t>
                      </a:r>
                    </a:p>
                  </a:txBody>
                  <a:tcPr/>
                </a:tc>
                <a:extLst>
                  <a:ext uri="{0D108BD9-81ED-4DB2-BD59-A6C34878D82A}">
                    <a16:rowId xmlns:a16="http://schemas.microsoft.com/office/drawing/2014/main" val="3129793027"/>
                  </a:ext>
                </a:extLst>
              </a:tr>
            </a:tbl>
          </a:graphicData>
        </a:graphic>
      </p:graphicFrame>
      <p:cxnSp>
        <p:nvCxnSpPr>
          <p:cNvPr id="27" name="Straight Arrow Connector 26">
            <a:extLst>
              <a:ext uri="{FF2B5EF4-FFF2-40B4-BE49-F238E27FC236}">
                <a16:creationId xmlns:a16="http://schemas.microsoft.com/office/drawing/2014/main" id="{0341AF16-EE19-C33B-F88D-B162C0829254}"/>
              </a:ext>
            </a:extLst>
          </p:cNvPr>
          <p:cNvCxnSpPr>
            <a:cxnSpLocks/>
            <a:endCxn id="19" idx="0"/>
          </p:cNvCxnSpPr>
          <p:nvPr/>
        </p:nvCxnSpPr>
        <p:spPr>
          <a:xfrm>
            <a:off x="6411841" y="1925469"/>
            <a:ext cx="0" cy="85004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37C84C8-1268-D157-1CC1-68643509BEFB}"/>
              </a:ext>
            </a:extLst>
          </p:cNvPr>
          <p:cNvSpPr txBox="1"/>
          <p:nvPr/>
        </p:nvSpPr>
        <p:spPr>
          <a:xfrm>
            <a:off x="21400" y="1330009"/>
            <a:ext cx="3857452" cy="1021556"/>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a:t>Execute program</a:t>
            </a:r>
          </a:p>
          <a:p>
            <a:pPr marL="285750" indent="-285750">
              <a:buFont typeface="Arial" panose="020B0604020202020204" pitchFamily="34" charset="0"/>
              <a:buChar char="•"/>
            </a:pPr>
            <a:r>
              <a:rPr lang="en-US"/>
              <a:t>Sensitive file access</a:t>
            </a:r>
          </a:p>
          <a:p>
            <a:pPr marL="285750" indent="-285750">
              <a:buFont typeface="Arial" panose="020B0604020202020204" pitchFamily="34" charset="0"/>
              <a:buChar char="•"/>
            </a:pPr>
            <a:r>
              <a:rPr lang="en-US"/>
              <a:t>Other malicious behaviors</a:t>
            </a:r>
          </a:p>
        </p:txBody>
      </p:sp>
      <p:cxnSp>
        <p:nvCxnSpPr>
          <p:cNvPr id="32" name="Straight Arrow Connector 31">
            <a:extLst>
              <a:ext uri="{FF2B5EF4-FFF2-40B4-BE49-F238E27FC236}">
                <a16:creationId xmlns:a16="http://schemas.microsoft.com/office/drawing/2014/main" id="{FE16A440-DEEB-0822-D1C0-88D0D54C05EF}"/>
              </a:ext>
            </a:extLst>
          </p:cNvPr>
          <p:cNvCxnSpPr>
            <a:cxnSpLocks/>
            <a:stCxn id="19" idx="2"/>
          </p:cNvCxnSpPr>
          <p:nvPr/>
        </p:nvCxnSpPr>
        <p:spPr>
          <a:xfrm>
            <a:off x="6411841" y="3517195"/>
            <a:ext cx="0" cy="78843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D252F73-59C3-7450-9314-081C44DE6727}"/>
              </a:ext>
            </a:extLst>
          </p:cNvPr>
          <p:cNvCxnSpPr>
            <a:cxnSpLocks/>
            <a:stCxn id="20" idx="2"/>
            <a:endCxn id="21" idx="0"/>
          </p:cNvCxnSpPr>
          <p:nvPr/>
        </p:nvCxnSpPr>
        <p:spPr>
          <a:xfrm>
            <a:off x="5824429" y="5047313"/>
            <a:ext cx="0" cy="71708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41B828D-517F-383E-281A-B20AEF35868A}"/>
              </a:ext>
            </a:extLst>
          </p:cNvPr>
          <p:cNvCxnSpPr>
            <a:cxnSpLocks/>
          </p:cNvCxnSpPr>
          <p:nvPr/>
        </p:nvCxnSpPr>
        <p:spPr>
          <a:xfrm flipH="1">
            <a:off x="4463669" y="1925469"/>
            <a:ext cx="9653" cy="237261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6F886F0-77CD-185F-F409-DFE59BFBD055}"/>
              </a:ext>
            </a:extLst>
          </p:cNvPr>
          <p:cNvPicPr>
            <a:picLocks noChangeAspect="1"/>
          </p:cNvPicPr>
          <p:nvPr/>
        </p:nvPicPr>
        <p:blipFill>
          <a:blip r:embed="rId3"/>
          <a:stretch>
            <a:fillRect/>
          </a:stretch>
        </p:blipFill>
        <p:spPr>
          <a:xfrm>
            <a:off x="10039416" y="1544463"/>
            <a:ext cx="1762540" cy="710052"/>
          </a:xfrm>
          <a:prstGeom prst="rect">
            <a:avLst/>
          </a:prstGeom>
        </p:spPr>
      </p:pic>
      <p:pic>
        <p:nvPicPr>
          <p:cNvPr id="13" name="Picture 12">
            <a:extLst>
              <a:ext uri="{FF2B5EF4-FFF2-40B4-BE49-F238E27FC236}">
                <a16:creationId xmlns:a16="http://schemas.microsoft.com/office/drawing/2014/main" id="{00D0CEE9-4489-1251-7475-F1533073F2CD}"/>
              </a:ext>
            </a:extLst>
          </p:cNvPr>
          <p:cNvPicPr>
            <a:picLocks noChangeAspect="1"/>
          </p:cNvPicPr>
          <p:nvPr/>
        </p:nvPicPr>
        <p:blipFill>
          <a:blip r:embed="rId4"/>
          <a:stretch>
            <a:fillRect/>
          </a:stretch>
        </p:blipFill>
        <p:spPr>
          <a:xfrm>
            <a:off x="8733528" y="1377287"/>
            <a:ext cx="1200007" cy="1200007"/>
          </a:xfrm>
          <a:prstGeom prst="rect">
            <a:avLst/>
          </a:prstGeom>
        </p:spPr>
      </p:pic>
      <p:pic>
        <p:nvPicPr>
          <p:cNvPr id="15" name="Picture 14">
            <a:extLst>
              <a:ext uri="{FF2B5EF4-FFF2-40B4-BE49-F238E27FC236}">
                <a16:creationId xmlns:a16="http://schemas.microsoft.com/office/drawing/2014/main" id="{E3CD6EE7-67A8-43F3-3CAF-C1DCB667E9E7}"/>
              </a:ext>
            </a:extLst>
          </p:cNvPr>
          <p:cNvPicPr>
            <a:picLocks noChangeAspect="1"/>
          </p:cNvPicPr>
          <p:nvPr/>
        </p:nvPicPr>
        <p:blipFill>
          <a:blip r:embed="rId5"/>
          <a:stretch>
            <a:fillRect/>
          </a:stretch>
        </p:blipFill>
        <p:spPr>
          <a:xfrm>
            <a:off x="8378624" y="835121"/>
            <a:ext cx="630651" cy="630651"/>
          </a:xfrm>
          <a:prstGeom prst="rect">
            <a:avLst/>
          </a:prstGeom>
        </p:spPr>
      </p:pic>
      <p:pic>
        <p:nvPicPr>
          <p:cNvPr id="28" name="Picture 27">
            <a:extLst>
              <a:ext uri="{FF2B5EF4-FFF2-40B4-BE49-F238E27FC236}">
                <a16:creationId xmlns:a16="http://schemas.microsoft.com/office/drawing/2014/main" id="{745EF712-585B-769F-A060-4E939FB5D238}"/>
              </a:ext>
            </a:extLst>
          </p:cNvPr>
          <p:cNvPicPr>
            <a:picLocks noChangeAspect="1"/>
          </p:cNvPicPr>
          <p:nvPr/>
        </p:nvPicPr>
        <p:blipFill>
          <a:blip r:embed="rId6"/>
          <a:stretch>
            <a:fillRect/>
          </a:stretch>
        </p:blipFill>
        <p:spPr>
          <a:xfrm>
            <a:off x="9957255" y="826071"/>
            <a:ext cx="751455" cy="751455"/>
          </a:xfrm>
          <a:prstGeom prst="rect">
            <a:avLst/>
          </a:prstGeom>
        </p:spPr>
      </p:pic>
      <p:pic>
        <p:nvPicPr>
          <p:cNvPr id="30" name="Picture 29">
            <a:extLst>
              <a:ext uri="{FF2B5EF4-FFF2-40B4-BE49-F238E27FC236}">
                <a16:creationId xmlns:a16="http://schemas.microsoft.com/office/drawing/2014/main" id="{D5FC2B15-C2F4-F370-4442-7097FA2BB9ED}"/>
              </a:ext>
            </a:extLst>
          </p:cNvPr>
          <p:cNvPicPr>
            <a:picLocks noChangeAspect="1"/>
          </p:cNvPicPr>
          <p:nvPr/>
        </p:nvPicPr>
        <p:blipFill>
          <a:blip r:embed="rId7"/>
          <a:stretch>
            <a:fillRect/>
          </a:stretch>
        </p:blipFill>
        <p:spPr>
          <a:xfrm>
            <a:off x="9138876" y="777606"/>
            <a:ext cx="770939" cy="770939"/>
          </a:xfrm>
          <a:prstGeom prst="rect">
            <a:avLst/>
          </a:prstGeom>
        </p:spPr>
      </p:pic>
      <p:pic>
        <p:nvPicPr>
          <p:cNvPr id="34" name="Picture 33">
            <a:extLst>
              <a:ext uri="{FF2B5EF4-FFF2-40B4-BE49-F238E27FC236}">
                <a16:creationId xmlns:a16="http://schemas.microsoft.com/office/drawing/2014/main" id="{F45E49D8-CF04-868E-C122-35D734E9AB0C}"/>
              </a:ext>
            </a:extLst>
          </p:cNvPr>
          <p:cNvPicPr>
            <a:picLocks noChangeAspect="1"/>
          </p:cNvPicPr>
          <p:nvPr/>
        </p:nvPicPr>
        <p:blipFill>
          <a:blip r:embed="rId8"/>
          <a:stretch>
            <a:fillRect/>
          </a:stretch>
        </p:blipFill>
        <p:spPr>
          <a:xfrm>
            <a:off x="8051167" y="2775515"/>
            <a:ext cx="1482729" cy="626809"/>
          </a:xfrm>
          <a:prstGeom prst="rect">
            <a:avLst/>
          </a:prstGeom>
        </p:spPr>
      </p:pic>
      <p:pic>
        <p:nvPicPr>
          <p:cNvPr id="37" name="Graphic 36">
            <a:extLst>
              <a:ext uri="{FF2B5EF4-FFF2-40B4-BE49-F238E27FC236}">
                <a16:creationId xmlns:a16="http://schemas.microsoft.com/office/drawing/2014/main" id="{25DB2149-07A3-8899-3C9E-5D2ED8FB257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782068" y="2684219"/>
            <a:ext cx="926642" cy="870482"/>
          </a:xfrm>
          <a:prstGeom prst="rect">
            <a:avLst/>
          </a:prstGeom>
        </p:spPr>
      </p:pic>
      <p:pic>
        <p:nvPicPr>
          <p:cNvPr id="39" name="Picture 38">
            <a:extLst>
              <a:ext uri="{FF2B5EF4-FFF2-40B4-BE49-F238E27FC236}">
                <a16:creationId xmlns:a16="http://schemas.microsoft.com/office/drawing/2014/main" id="{658992E4-9020-72AC-69CA-2CF6E3D6B314}"/>
              </a:ext>
            </a:extLst>
          </p:cNvPr>
          <p:cNvPicPr>
            <a:picLocks noChangeAspect="1"/>
          </p:cNvPicPr>
          <p:nvPr/>
        </p:nvPicPr>
        <p:blipFill>
          <a:blip r:embed="rId10"/>
          <a:stretch>
            <a:fillRect/>
          </a:stretch>
        </p:blipFill>
        <p:spPr>
          <a:xfrm>
            <a:off x="11032541" y="2550842"/>
            <a:ext cx="1106633" cy="1106633"/>
          </a:xfrm>
          <a:prstGeom prst="rect">
            <a:avLst/>
          </a:prstGeom>
        </p:spPr>
      </p:pic>
      <p:grpSp>
        <p:nvGrpSpPr>
          <p:cNvPr id="6" name="Group 5">
            <a:extLst>
              <a:ext uri="{FF2B5EF4-FFF2-40B4-BE49-F238E27FC236}">
                <a16:creationId xmlns:a16="http://schemas.microsoft.com/office/drawing/2014/main" id="{85C5D0A5-E4EC-7470-F2A9-CA560A28AB35}"/>
              </a:ext>
            </a:extLst>
          </p:cNvPr>
          <p:cNvGrpSpPr/>
          <p:nvPr/>
        </p:nvGrpSpPr>
        <p:grpSpPr>
          <a:xfrm>
            <a:off x="21400" y="4165695"/>
            <a:ext cx="3857452" cy="1021556"/>
            <a:chOff x="21400" y="4165695"/>
            <a:chExt cx="3857452" cy="1021556"/>
          </a:xfrm>
        </p:grpSpPr>
        <p:sp>
          <p:nvSpPr>
            <p:cNvPr id="2" name="TextBox 1">
              <a:extLst>
                <a:ext uri="{FF2B5EF4-FFF2-40B4-BE49-F238E27FC236}">
                  <a16:creationId xmlns:a16="http://schemas.microsoft.com/office/drawing/2014/main" id="{3A2A74DC-8033-650B-6860-E7BCCA7EDD38}"/>
                </a:ext>
              </a:extLst>
            </p:cNvPr>
            <p:cNvSpPr txBox="1"/>
            <p:nvPr/>
          </p:nvSpPr>
          <p:spPr>
            <a:xfrm>
              <a:off x="21400" y="4165695"/>
              <a:ext cx="3857452" cy="1021556"/>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t>OS Provenance System</a:t>
              </a:r>
            </a:p>
            <a:p>
              <a:pPr algn="ctr"/>
              <a:endParaRPr lang="en-US"/>
            </a:p>
            <a:p>
              <a:pPr algn="ctr"/>
              <a:endParaRPr lang="en-US"/>
            </a:p>
          </p:txBody>
        </p:sp>
        <p:pic>
          <p:nvPicPr>
            <p:cNvPr id="5" name="Picture 4">
              <a:extLst>
                <a:ext uri="{FF2B5EF4-FFF2-40B4-BE49-F238E27FC236}">
                  <a16:creationId xmlns:a16="http://schemas.microsoft.com/office/drawing/2014/main" id="{167DE2C4-0FA5-88F0-8AEF-EF0CB6B8DCF1}"/>
                </a:ext>
              </a:extLst>
            </p:cNvPr>
            <p:cNvPicPr>
              <a:picLocks noChangeAspect="1"/>
            </p:cNvPicPr>
            <p:nvPr/>
          </p:nvPicPr>
          <p:blipFill>
            <a:blip r:embed="rId11"/>
            <a:stretch>
              <a:fillRect/>
            </a:stretch>
          </p:blipFill>
          <p:spPr>
            <a:xfrm>
              <a:off x="1055440" y="4641473"/>
              <a:ext cx="1665108" cy="435104"/>
            </a:xfrm>
            <a:prstGeom prst="rect">
              <a:avLst/>
            </a:prstGeom>
          </p:spPr>
        </p:pic>
      </p:grpSp>
      <p:cxnSp>
        <p:nvCxnSpPr>
          <p:cNvPr id="7" name="Straight Arrow Connector 6">
            <a:extLst>
              <a:ext uri="{FF2B5EF4-FFF2-40B4-BE49-F238E27FC236}">
                <a16:creationId xmlns:a16="http://schemas.microsoft.com/office/drawing/2014/main" id="{85A3E366-798F-72D0-B097-B0D9DFC494FA}"/>
              </a:ext>
            </a:extLst>
          </p:cNvPr>
          <p:cNvCxnSpPr>
            <a:cxnSpLocks/>
            <a:stCxn id="31" idx="2"/>
            <a:endCxn id="2" idx="0"/>
          </p:cNvCxnSpPr>
          <p:nvPr/>
        </p:nvCxnSpPr>
        <p:spPr>
          <a:xfrm>
            <a:off x="1950126" y="2351565"/>
            <a:ext cx="0" cy="181413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B77B7D3-3B49-7680-08B9-4DC74DE753D1}"/>
              </a:ext>
            </a:extLst>
          </p:cNvPr>
          <p:cNvSpPr txBox="1"/>
          <p:nvPr/>
        </p:nvSpPr>
        <p:spPr>
          <a:xfrm>
            <a:off x="7735633" y="4283928"/>
            <a:ext cx="4403541" cy="715089"/>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AU"/>
              <a:t>Note: This is also possible for Windows and Mac OS environments.</a:t>
            </a:r>
          </a:p>
        </p:txBody>
      </p:sp>
    </p:spTree>
    <p:extLst>
      <p:ext uri="{BB962C8B-B14F-4D97-AF65-F5344CB8AC3E}">
        <p14:creationId xmlns:p14="http://schemas.microsoft.com/office/powerpoint/2010/main" val="3205836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10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10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1000"/>
                                        <p:tgtEl>
                                          <p:spTgt spid="27"/>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1000"/>
                                        <p:tgtEl>
                                          <p:spTgt spid="32"/>
                                        </p:tgtEl>
                                      </p:cBhvr>
                                    </p:animEffect>
                                  </p:childTnLst>
                                </p:cTn>
                              </p:par>
                              <p:par>
                                <p:cTn id="44" presetID="10" presetClass="entr" presetSubtype="0" fill="hold"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1000"/>
                                        <p:tgtEl>
                                          <p:spTgt spid="34"/>
                                        </p:tgtEl>
                                      </p:cBhvr>
                                    </p:animEffect>
                                  </p:childTnLst>
                                </p:cTn>
                              </p:par>
                              <p:par>
                                <p:cTn id="47" presetID="10"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1000"/>
                                        <p:tgtEl>
                                          <p:spTgt spid="37"/>
                                        </p:tgtEl>
                                      </p:cBhvr>
                                    </p:animEffect>
                                  </p:childTnLst>
                                </p:cTn>
                              </p:par>
                              <p:par>
                                <p:cTn id="50" presetID="10" presetClass="entr" presetSubtype="0" fill="hold"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10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1000"/>
                                        <p:tgtEl>
                                          <p:spTgt spid="4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10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1000"/>
                                        <p:tgtEl>
                                          <p:spTgt spid="35"/>
                                        </p:tgtEl>
                                      </p:cBhvr>
                                    </p:animEffect>
                                  </p:childTnLst>
                                </p:cTn>
                              </p:par>
                              <p:par>
                                <p:cTn id="68" presetID="10" presetClass="entr" presetSubtype="0" fill="hold"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10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wipe(up)">
                                      <p:cBhvr>
                                        <p:cTn id="75" dur="1000"/>
                                        <p:tgtEl>
                                          <p:spTgt spid="3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wipe(up)">
                                      <p:cBhvr>
                                        <p:cTn id="80" dur="1000"/>
                                        <p:tgtEl>
                                          <p:spTgt spid="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wipe(up)">
                                      <p:cBhvr>
                                        <p:cTn id="85" dur="1000"/>
                                        <p:tgtEl>
                                          <p:spTgt spid="6"/>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8"/>
                                        </p:tgtEl>
                                        <p:attrNameLst>
                                          <p:attrName>style.visibility</p:attrName>
                                        </p:attrNameLst>
                                      </p:cBhvr>
                                      <p:to>
                                        <p:strVal val="visible"/>
                                      </p:to>
                                    </p:set>
                                    <p:animEffect transition="in" filter="wipe(up)">
                                      <p:cBhvr>
                                        <p:cTn id="8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28F36-9866-57CD-4ED0-EBC0C7522C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BF26AA-6423-51E9-4DC4-6680AA1BDD88}"/>
              </a:ext>
            </a:extLst>
          </p:cNvPr>
          <p:cNvSpPr>
            <a:spLocks noGrp="1"/>
          </p:cNvSpPr>
          <p:nvPr>
            <p:ph type="title"/>
          </p:nvPr>
        </p:nvSpPr>
        <p:spPr>
          <a:xfrm>
            <a:off x="119336" y="98610"/>
            <a:ext cx="10801350" cy="469056"/>
          </a:xfrm>
        </p:spPr>
        <p:txBody>
          <a:bodyPr/>
          <a:lstStyle/>
          <a:p>
            <a:r>
              <a:rPr lang="en-AU">
                <a:solidFill>
                  <a:schemeClr val="bg1"/>
                </a:solidFill>
              </a:rPr>
              <a:t>OS Provenance</a:t>
            </a:r>
          </a:p>
        </p:txBody>
      </p:sp>
      <p:grpSp>
        <p:nvGrpSpPr>
          <p:cNvPr id="26" name="Group 25">
            <a:extLst>
              <a:ext uri="{FF2B5EF4-FFF2-40B4-BE49-F238E27FC236}">
                <a16:creationId xmlns:a16="http://schemas.microsoft.com/office/drawing/2014/main" id="{54F390C0-87B8-6E8E-5471-F7533F021CC4}"/>
              </a:ext>
            </a:extLst>
          </p:cNvPr>
          <p:cNvGrpSpPr/>
          <p:nvPr/>
        </p:nvGrpSpPr>
        <p:grpSpPr>
          <a:xfrm>
            <a:off x="634962" y="2431333"/>
            <a:ext cx="4464496" cy="914400"/>
            <a:chOff x="695400" y="3121392"/>
            <a:chExt cx="4464496" cy="914400"/>
          </a:xfrm>
        </p:grpSpPr>
        <p:sp>
          <p:nvSpPr>
            <p:cNvPr id="5" name="Rounded Rectangle 4">
              <a:extLst>
                <a:ext uri="{FF2B5EF4-FFF2-40B4-BE49-F238E27FC236}">
                  <a16:creationId xmlns:a16="http://schemas.microsoft.com/office/drawing/2014/main" id="{00F38D3E-E772-AA54-4D7E-2B9423BE07ED}"/>
                </a:ext>
              </a:extLst>
            </p:cNvPr>
            <p:cNvSpPr/>
            <p:nvPr/>
          </p:nvSpPr>
          <p:spPr>
            <a:xfrm>
              <a:off x="695400" y="3121392"/>
              <a:ext cx="4464496" cy="914400"/>
            </a:xfrm>
            <a:prstGeom prst="roundRect">
              <a:avLst/>
            </a:prstGeom>
            <a:ln w="38100"/>
          </p:spPr>
          <p:style>
            <a:lnRef idx="2">
              <a:schemeClr val="accent2"/>
            </a:lnRef>
            <a:fillRef idx="1">
              <a:schemeClr val="lt1"/>
            </a:fillRef>
            <a:effectRef idx="0">
              <a:schemeClr val="accent2"/>
            </a:effectRef>
            <a:fontRef idx="minor">
              <a:schemeClr val="dk1"/>
            </a:fontRef>
          </p:style>
          <p:txBody>
            <a:bodyPr rtlCol="0" anchor="ctr"/>
            <a:lstStyle/>
            <a:p>
              <a:r>
                <a:rPr lang="en-AU" sz="2800"/>
                <a:t>Current Problem 1:</a:t>
              </a:r>
            </a:p>
            <a:p>
              <a:r>
                <a:rPr lang="en-AU" sz="2800"/>
                <a:t>Runtime Overhead</a:t>
              </a:r>
            </a:p>
          </p:txBody>
        </p:sp>
        <p:pic>
          <p:nvPicPr>
            <p:cNvPr id="7" name="Graphic 6" descr="Gauge outline">
              <a:extLst>
                <a:ext uri="{FF2B5EF4-FFF2-40B4-BE49-F238E27FC236}">
                  <a16:creationId xmlns:a16="http://schemas.microsoft.com/office/drawing/2014/main" id="{C08791A8-3C32-2862-29D1-30C1F8AB04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40214" y="3121392"/>
              <a:ext cx="914400" cy="914400"/>
            </a:xfrm>
            <a:prstGeom prst="rect">
              <a:avLst/>
            </a:prstGeom>
          </p:spPr>
        </p:pic>
      </p:grpSp>
      <p:grpSp>
        <p:nvGrpSpPr>
          <p:cNvPr id="29" name="Group 28">
            <a:extLst>
              <a:ext uri="{FF2B5EF4-FFF2-40B4-BE49-F238E27FC236}">
                <a16:creationId xmlns:a16="http://schemas.microsoft.com/office/drawing/2014/main" id="{F3E01341-AB03-5B43-8C52-E546F1C5BF36}"/>
              </a:ext>
            </a:extLst>
          </p:cNvPr>
          <p:cNvGrpSpPr/>
          <p:nvPr/>
        </p:nvGrpSpPr>
        <p:grpSpPr>
          <a:xfrm>
            <a:off x="7308562" y="2413854"/>
            <a:ext cx="4032448" cy="931879"/>
            <a:chOff x="7086615" y="3103913"/>
            <a:chExt cx="4032448" cy="931879"/>
          </a:xfrm>
        </p:grpSpPr>
        <p:sp>
          <p:nvSpPr>
            <p:cNvPr id="3" name="Rounded Rectangle 2">
              <a:extLst>
                <a:ext uri="{FF2B5EF4-FFF2-40B4-BE49-F238E27FC236}">
                  <a16:creationId xmlns:a16="http://schemas.microsoft.com/office/drawing/2014/main" id="{ECDD1F4B-A62A-44CD-B199-2890E72F2D4E}"/>
                </a:ext>
              </a:extLst>
            </p:cNvPr>
            <p:cNvSpPr/>
            <p:nvPr/>
          </p:nvSpPr>
          <p:spPr>
            <a:xfrm>
              <a:off x="7086615" y="3103913"/>
              <a:ext cx="4032448" cy="914400"/>
            </a:xfrm>
            <a:prstGeom prst="roundRect">
              <a:avLst/>
            </a:prstGeom>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r>
                <a:rPr lang="en-AU" sz="2800"/>
                <a:t>Current Problem 2</a:t>
              </a:r>
            </a:p>
            <a:p>
              <a:r>
                <a:rPr lang="en-AU" sz="2800"/>
                <a:t>Volume of data</a:t>
              </a:r>
            </a:p>
          </p:txBody>
        </p:sp>
        <p:pic>
          <p:nvPicPr>
            <p:cNvPr id="9" name="Graphic 8" descr="Clipboard Ticked outline">
              <a:extLst>
                <a:ext uri="{FF2B5EF4-FFF2-40B4-BE49-F238E27FC236}">
                  <a16:creationId xmlns:a16="http://schemas.microsoft.com/office/drawing/2014/main" id="{CD290869-E03E-90BE-3927-0C77119C7E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28448" y="3121392"/>
              <a:ext cx="914400" cy="914400"/>
            </a:xfrm>
            <a:prstGeom prst="rect">
              <a:avLst/>
            </a:prstGeom>
          </p:spPr>
        </p:pic>
      </p:grpSp>
      <p:grpSp>
        <p:nvGrpSpPr>
          <p:cNvPr id="14" name="Group 13">
            <a:extLst>
              <a:ext uri="{FF2B5EF4-FFF2-40B4-BE49-F238E27FC236}">
                <a16:creationId xmlns:a16="http://schemas.microsoft.com/office/drawing/2014/main" id="{A5053DA6-5EDF-10C9-6F9C-BF07E5F46590}"/>
              </a:ext>
            </a:extLst>
          </p:cNvPr>
          <p:cNvGrpSpPr/>
          <p:nvPr/>
        </p:nvGrpSpPr>
        <p:grpSpPr>
          <a:xfrm>
            <a:off x="3152672" y="745211"/>
            <a:ext cx="5886654" cy="914400"/>
            <a:chOff x="2135560" y="780537"/>
            <a:chExt cx="5886654" cy="914400"/>
          </a:xfrm>
        </p:grpSpPr>
        <p:sp>
          <p:nvSpPr>
            <p:cNvPr id="2" name="Rounded Rectangle 1">
              <a:extLst>
                <a:ext uri="{FF2B5EF4-FFF2-40B4-BE49-F238E27FC236}">
                  <a16:creationId xmlns:a16="http://schemas.microsoft.com/office/drawing/2014/main" id="{011F44CF-D0F7-051F-E9A1-2EF84D3B4506}"/>
                </a:ext>
              </a:extLst>
            </p:cNvPr>
            <p:cNvSpPr/>
            <p:nvPr/>
          </p:nvSpPr>
          <p:spPr>
            <a:xfrm>
              <a:off x="2135560" y="780537"/>
              <a:ext cx="5886654" cy="914400"/>
            </a:xfrm>
            <a:prstGeom prst="roundRect">
              <a:avLst/>
            </a:prstGeom>
            <a:ln w="3810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r>
                <a:rPr lang="en-AU" sz="2800"/>
                <a:t>Fast Generating Operations</a:t>
              </a:r>
            </a:p>
          </p:txBody>
        </p:sp>
        <p:pic>
          <p:nvPicPr>
            <p:cNvPr id="12" name="Graphic 11" descr="Cmd Terminal outline">
              <a:extLst>
                <a:ext uri="{FF2B5EF4-FFF2-40B4-BE49-F238E27FC236}">
                  <a16:creationId xmlns:a16="http://schemas.microsoft.com/office/drawing/2014/main" id="{2DEE8111-854D-12B1-7A62-AB287712B6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88088" y="780537"/>
              <a:ext cx="914400" cy="914400"/>
            </a:xfrm>
            <a:prstGeom prst="rect">
              <a:avLst/>
            </a:prstGeom>
          </p:spPr>
        </p:pic>
      </p:grpSp>
      <p:cxnSp>
        <p:nvCxnSpPr>
          <p:cNvPr id="36" name="Straight Arrow Connector 35">
            <a:extLst>
              <a:ext uri="{FF2B5EF4-FFF2-40B4-BE49-F238E27FC236}">
                <a16:creationId xmlns:a16="http://schemas.microsoft.com/office/drawing/2014/main" id="{883C1456-4B92-D36C-99D9-424D51FF1E89}"/>
              </a:ext>
            </a:extLst>
          </p:cNvPr>
          <p:cNvCxnSpPr>
            <a:stCxn id="2" idx="2"/>
            <a:endCxn id="5" idx="0"/>
          </p:cNvCxnSpPr>
          <p:nvPr/>
        </p:nvCxnSpPr>
        <p:spPr>
          <a:xfrm flipH="1">
            <a:off x="2867210" y="1659611"/>
            <a:ext cx="3228789" cy="771722"/>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FAB6D2E-2FE5-C430-266E-51BB679B1DBB}"/>
              </a:ext>
            </a:extLst>
          </p:cNvPr>
          <p:cNvCxnSpPr>
            <a:cxnSpLocks/>
            <a:stCxn id="2" idx="2"/>
            <a:endCxn id="3" idx="0"/>
          </p:cNvCxnSpPr>
          <p:nvPr/>
        </p:nvCxnSpPr>
        <p:spPr>
          <a:xfrm>
            <a:off x="6095999" y="1659611"/>
            <a:ext cx="3228787" cy="754243"/>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FDEB3B1A-A7F8-9ED4-FA21-4C7A404B77CD}"/>
              </a:ext>
            </a:extLst>
          </p:cNvPr>
          <p:cNvGrpSpPr/>
          <p:nvPr/>
        </p:nvGrpSpPr>
        <p:grpSpPr>
          <a:xfrm>
            <a:off x="2800922" y="4845066"/>
            <a:ext cx="6590155" cy="1018699"/>
            <a:chOff x="-650274" y="4275439"/>
            <a:chExt cx="6590155" cy="1018699"/>
          </a:xfrm>
        </p:grpSpPr>
        <p:sp>
          <p:nvSpPr>
            <p:cNvPr id="44" name="TextBox 43">
              <a:extLst>
                <a:ext uri="{FF2B5EF4-FFF2-40B4-BE49-F238E27FC236}">
                  <a16:creationId xmlns:a16="http://schemas.microsoft.com/office/drawing/2014/main" id="{7D308676-407D-515E-B704-EA16AA2C4221}"/>
                </a:ext>
              </a:extLst>
            </p:cNvPr>
            <p:cNvSpPr txBox="1"/>
            <p:nvPr/>
          </p:nvSpPr>
          <p:spPr>
            <a:xfrm>
              <a:off x="-650274" y="4275439"/>
              <a:ext cx="6590155" cy="1018699"/>
            </a:xfrm>
            <a:prstGeom prst="roundRect">
              <a:avLst>
                <a:gd name="adj" fmla="val 11642"/>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800"/>
                <a:t>Our Solution: OS Provenance System</a:t>
              </a:r>
            </a:p>
            <a:p>
              <a:pPr algn="ctr"/>
              <a:endParaRPr lang="en-US" sz="2800"/>
            </a:p>
          </p:txBody>
        </p:sp>
        <p:pic>
          <p:nvPicPr>
            <p:cNvPr id="45" name="Picture 44">
              <a:extLst>
                <a:ext uri="{FF2B5EF4-FFF2-40B4-BE49-F238E27FC236}">
                  <a16:creationId xmlns:a16="http://schemas.microsoft.com/office/drawing/2014/main" id="{F60F7D9B-FAB6-C0BF-D870-C356D045099A}"/>
                </a:ext>
              </a:extLst>
            </p:cNvPr>
            <p:cNvPicPr>
              <a:picLocks noChangeAspect="1"/>
            </p:cNvPicPr>
            <p:nvPr/>
          </p:nvPicPr>
          <p:blipFill>
            <a:blip r:embed="rId6"/>
            <a:stretch>
              <a:fillRect/>
            </a:stretch>
          </p:blipFill>
          <p:spPr>
            <a:xfrm>
              <a:off x="1555053" y="4720783"/>
              <a:ext cx="1933970" cy="505359"/>
            </a:xfrm>
            <a:prstGeom prst="rect">
              <a:avLst/>
            </a:prstGeom>
          </p:spPr>
        </p:pic>
      </p:grpSp>
      <p:cxnSp>
        <p:nvCxnSpPr>
          <p:cNvPr id="47" name="Straight Arrow Connector 46">
            <a:extLst>
              <a:ext uri="{FF2B5EF4-FFF2-40B4-BE49-F238E27FC236}">
                <a16:creationId xmlns:a16="http://schemas.microsoft.com/office/drawing/2014/main" id="{90403950-2604-0924-A540-54A34AD5D3A7}"/>
              </a:ext>
            </a:extLst>
          </p:cNvPr>
          <p:cNvCxnSpPr>
            <a:cxnSpLocks/>
            <a:stCxn id="44" idx="0"/>
            <a:endCxn id="5" idx="2"/>
          </p:cNvCxnSpPr>
          <p:nvPr/>
        </p:nvCxnSpPr>
        <p:spPr>
          <a:xfrm flipH="1" flipV="1">
            <a:off x="2867210" y="3345733"/>
            <a:ext cx="3228790" cy="149933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F4D2FEF-9AB9-0157-B745-2FFD1E9E7D1C}"/>
              </a:ext>
            </a:extLst>
          </p:cNvPr>
          <p:cNvCxnSpPr>
            <a:cxnSpLocks/>
            <a:stCxn id="44" idx="0"/>
            <a:endCxn id="3" idx="2"/>
          </p:cNvCxnSpPr>
          <p:nvPr/>
        </p:nvCxnSpPr>
        <p:spPr>
          <a:xfrm flipV="1">
            <a:off x="6096000" y="3328254"/>
            <a:ext cx="3228786" cy="151681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F6750FE3-2AC9-23AB-EBD1-5C9EA0524529}"/>
              </a:ext>
            </a:extLst>
          </p:cNvPr>
          <p:cNvSpPr/>
          <p:nvPr/>
        </p:nvSpPr>
        <p:spPr>
          <a:xfrm>
            <a:off x="385120" y="3724287"/>
            <a:ext cx="4609056" cy="793277"/>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r>
              <a:rPr lang="en-AU" sz="2400"/>
              <a:t>Our solution: </a:t>
            </a:r>
          </a:p>
          <a:p>
            <a:r>
              <a:rPr lang="en-AU" sz="2400"/>
              <a:t>Negligible Runtime Overhead </a:t>
            </a:r>
          </a:p>
        </p:txBody>
      </p:sp>
      <p:sp>
        <p:nvSpPr>
          <p:cNvPr id="65" name="Rounded Rectangle 64">
            <a:extLst>
              <a:ext uri="{FF2B5EF4-FFF2-40B4-BE49-F238E27FC236}">
                <a16:creationId xmlns:a16="http://schemas.microsoft.com/office/drawing/2014/main" id="{648EADC0-B2D0-1D7D-C8FA-59F832D568B9}"/>
              </a:ext>
            </a:extLst>
          </p:cNvPr>
          <p:cNvSpPr/>
          <p:nvPr/>
        </p:nvSpPr>
        <p:spPr>
          <a:xfrm>
            <a:off x="6936947" y="3746964"/>
            <a:ext cx="5036880" cy="914399"/>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r>
              <a:rPr lang="en-AU" sz="2400"/>
              <a:t>Our solution: </a:t>
            </a:r>
          </a:p>
          <a:p>
            <a:r>
              <a:rPr lang="en-AU" sz="2400"/>
              <a:t>AI Based Provenance Processing</a:t>
            </a:r>
          </a:p>
        </p:txBody>
      </p:sp>
      <p:sp>
        <p:nvSpPr>
          <p:cNvPr id="67" name="TextBox 66">
            <a:extLst>
              <a:ext uri="{FF2B5EF4-FFF2-40B4-BE49-F238E27FC236}">
                <a16:creationId xmlns:a16="http://schemas.microsoft.com/office/drawing/2014/main" id="{0448D696-79D2-B337-606E-F731E9E6AD50}"/>
              </a:ext>
            </a:extLst>
          </p:cNvPr>
          <p:cNvSpPr txBox="1"/>
          <p:nvPr/>
        </p:nvSpPr>
        <p:spPr>
          <a:xfrm>
            <a:off x="3364677" y="5960434"/>
            <a:ext cx="5454923" cy="461665"/>
          </a:xfrm>
          <a:prstGeom prst="rect">
            <a:avLst/>
          </a:prstGeom>
          <a:noFill/>
        </p:spPr>
        <p:txBody>
          <a:bodyPr wrap="square" rtlCol="0">
            <a:spAutoFit/>
          </a:bodyPr>
          <a:lstStyle/>
          <a:p>
            <a:pPr algn="ctr"/>
            <a:r>
              <a:rPr lang="en-AU" sz="2400">
                <a:solidFill>
                  <a:srgbClr val="00B050"/>
                </a:solidFill>
              </a:rPr>
              <a:t>Our approach is horizontally scalable</a:t>
            </a:r>
          </a:p>
        </p:txBody>
      </p:sp>
    </p:spTree>
    <p:extLst>
      <p:ext uri="{BB962C8B-B14F-4D97-AF65-F5344CB8AC3E}">
        <p14:creationId xmlns:p14="http://schemas.microsoft.com/office/powerpoint/2010/main" val="173537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1000"/>
                                        <p:tgtEl>
                                          <p:spTgt spid="36"/>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10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1000"/>
                                        <p:tgtEl>
                                          <p:spTgt spid="38"/>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wipe(up)">
                                      <p:cBhvr>
                                        <p:cTn id="25" dur="10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down)">
                                      <p:cBhvr>
                                        <p:cTn id="30" dur="5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wipe(down)">
                                      <p:cBhvr>
                                        <p:cTn id="35" dur="1000"/>
                                        <p:tgtEl>
                                          <p:spTgt spid="47"/>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wipe(down)">
                                      <p:cBhvr>
                                        <p:cTn id="38" dur="500"/>
                                        <p:tgtEl>
                                          <p:spTgt spid="5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wipe(down)">
                                      <p:cBhvr>
                                        <p:cTn id="43" dur="1000"/>
                                        <p:tgtEl>
                                          <p:spTgt spid="51"/>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65"/>
                                        </p:tgtEl>
                                        <p:attrNameLst>
                                          <p:attrName>style.visibility</p:attrName>
                                        </p:attrNameLst>
                                      </p:cBhvr>
                                      <p:to>
                                        <p:strVal val="visible"/>
                                      </p:to>
                                    </p:set>
                                    <p:animEffect transition="in" filter="wipe(down)">
                                      <p:cBhvr>
                                        <p:cTn id="46" dur="500"/>
                                        <p:tgtEl>
                                          <p:spTgt spid="6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wipe(left)">
                                      <p:cBhvr>
                                        <p:cTn id="51"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5" grpId="0" animBg="1"/>
      <p:bldP spid="6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559CE-CC97-0DD3-07B0-A40BE312645A}"/>
            </a:ext>
          </a:extLst>
        </p:cNvPr>
        <p:cNvGrpSpPr/>
        <p:nvPr/>
      </p:nvGrpSpPr>
      <p:grpSpPr>
        <a:xfrm>
          <a:off x="0" y="0"/>
          <a:ext cx="0" cy="0"/>
          <a:chOff x="0" y="0"/>
          <a:chExt cx="0" cy="0"/>
        </a:xfrm>
      </p:grpSpPr>
      <p:sp>
        <p:nvSpPr>
          <p:cNvPr id="10" name="Rounded Rectangle 9">
            <a:extLst>
              <a:ext uri="{FF2B5EF4-FFF2-40B4-BE49-F238E27FC236}">
                <a16:creationId xmlns:a16="http://schemas.microsoft.com/office/drawing/2014/main" id="{64090011-6FB4-096A-8188-FAE9276B615F}"/>
              </a:ext>
            </a:extLst>
          </p:cNvPr>
          <p:cNvSpPr/>
          <p:nvPr/>
        </p:nvSpPr>
        <p:spPr>
          <a:xfrm>
            <a:off x="3863752" y="711682"/>
            <a:ext cx="6480720" cy="3725430"/>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t"/>
          <a:lstStyle/>
          <a:p>
            <a:pPr algn="ctr"/>
            <a:r>
              <a:rPr lang="en-AU" sz="2800"/>
              <a:t>Computer</a:t>
            </a:r>
          </a:p>
        </p:txBody>
      </p:sp>
      <p:sp>
        <p:nvSpPr>
          <p:cNvPr id="4" name="Title 3">
            <a:extLst>
              <a:ext uri="{FF2B5EF4-FFF2-40B4-BE49-F238E27FC236}">
                <a16:creationId xmlns:a16="http://schemas.microsoft.com/office/drawing/2014/main" id="{51F533E7-006A-E2AB-AB8D-9F431FF67DA2}"/>
              </a:ext>
            </a:extLst>
          </p:cNvPr>
          <p:cNvSpPr>
            <a:spLocks noGrp="1"/>
          </p:cNvSpPr>
          <p:nvPr>
            <p:ph type="title"/>
          </p:nvPr>
        </p:nvSpPr>
        <p:spPr>
          <a:xfrm>
            <a:off x="119336" y="98610"/>
            <a:ext cx="2652740" cy="469056"/>
          </a:xfrm>
        </p:spPr>
        <p:txBody>
          <a:bodyPr/>
          <a:lstStyle/>
          <a:p>
            <a:r>
              <a:rPr lang="en-AU">
                <a:solidFill>
                  <a:schemeClr val="bg1"/>
                </a:solidFill>
              </a:rPr>
              <a:t>AI Telemetry</a:t>
            </a:r>
          </a:p>
        </p:txBody>
      </p:sp>
      <p:grpSp>
        <p:nvGrpSpPr>
          <p:cNvPr id="8" name="Group 7">
            <a:extLst>
              <a:ext uri="{FF2B5EF4-FFF2-40B4-BE49-F238E27FC236}">
                <a16:creationId xmlns:a16="http://schemas.microsoft.com/office/drawing/2014/main" id="{C0F46532-6FB0-520A-39AC-E7DC3DBCC5CF}"/>
              </a:ext>
            </a:extLst>
          </p:cNvPr>
          <p:cNvGrpSpPr/>
          <p:nvPr/>
        </p:nvGrpSpPr>
        <p:grpSpPr>
          <a:xfrm>
            <a:off x="4151784" y="1484784"/>
            <a:ext cx="2520280" cy="2470440"/>
            <a:chOff x="3503712" y="1102577"/>
            <a:chExt cx="2520280" cy="2470440"/>
          </a:xfrm>
        </p:grpSpPr>
        <p:sp>
          <p:nvSpPr>
            <p:cNvPr id="5" name="Rounded Rectangle 4">
              <a:extLst>
                <a:ext uri="{FF2B5EF4-FFF2-40B4-BE49-F238E27FC236}">
                  <a16:creationId xmlns:a16="http://schemas.microsoft.com/office/drawing/2014/main" id="{9FC014D1-72F4-F67C-639F-DA380444295B}"/>
                </a:ext>
              </a:extLst>
            </p:cNvPr>
            <p:cNvSpPr/>
            <p:nvPr/>
          </p:nvSpPr>
          <p:spPr>
            <a:xfrm>
              <a:off x="3503712" y="1102577"/>
              <a:ext cx="2520280" cy="2470440"/>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t"/>
            <a:lstStyle/>
            <a:p>
              <a:pPr algn="ctr"/>
              <a:r>
                <a:rPr lang="en-AU"/>
                <a:t>GPU</a:t>
              </a:r>
            </a:p>
          </p:txBody>
        </p:sp>
        <p:pic>
          <p:nvPicPr>
            <p:cNvPr id="3" name="Graphic 2" descr="Processor outline">
              <a:extLst>
                <a:ext uri="{FF2B5EF4-FFF2-40B4-BE49-F238E27FC236}">
                  <a16:creationId xmlns:a16="http://schemas.microsoft.com/office/drawing/2014/main" id="{CE89F5AF-0602-74EA-DBAB-85626ACDAB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07843" y="1368440"/>
              <a:ext cx="1512168" cy="1512168"/>
            </a:xfrm>
            <a:prstGeom prst="rect">
              <a:avLst/>
            </a:prstGeom>
          </p:spPr>
        </p:pic>
        <p:sp>
          <p:nvSpPr>
            <p:cNvPr id="7" name="Rounded Rectangle 6">
              <a:extLst>
                <a:ext uri="{FF2B5EF4-FFF2-40B4-BE49-F238E27FC236}">
                  <a16:creationId xmlns:a16="http://schemas.microsoft.com/office/drawing/2014/main" id="{3025DC01-2B6D-CFAD-8AE5-7482A3ED7B41}"/>
                </a:ext>
              </a:extLst>
            </p:cNvPr>
            <p:cNvSpPr/>
            <p:nvPr/>
          </p:nvSpPr>
          <p:spPr>
            <a:xfrm>
              <a:off x="3683807" y="2793504"/>
              <a:ext cx="2160240" cy="635496"/>
            </a:xfrm>
            <a:prstGeom prst="roundRect">
              <a:avLst/>
            </a:prstGeom>
            <a:solidFill>
              <a:srgbClr val="2EA836">
                <a:alpha val="29804"/>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AU"/>
                <a:t>AI Model Weight</a:t>
              </a:r>
            </a:p>
          </p:txBody>
        </p:sp>
      </p:grpSp>
      <p:sp>
        <p:nvSpPr>
          <p:cNvPr id="9" name="Rounded Rectangle 8">
            <a:extLst>
              <a:ext uri="{FF2B5EF4-FFF2-40B4-BE49-F238E27FC236}">
                <a16:creationId xmlns:a16="http://schemas.microsoft.com/office/drawing/2014/main" id="{20AA114D-0BA3-C8C2-5AF5-A9717378C714}"/>
              </a:ext>
            </a:extLst>
          </p:cNvPr>
          <p:cNvSpPr/>
          <p:nvPr/>
        </p:nvSpPr>
        <p:spPr>
          <a:xfrm>
            <a:off x="7597765" y="1484784"/>
            <a:ext cx="2520280" cy="469056"/>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AU"/>
              <a:t>CPU</a:t>
            </a:r>
          </a:p>
        </p:txBody>
      </p:sp>
      <p:grpSp>
        <p:nvGrpSpPr>
          <p:cNvPr id="12" name="Group 11">
            <a:extLst>
              <a:ext uri="{FF2B5EF4-FFF2-40B4-BE49-F238E27FC236}">
                <a16:creationId xmlns:a16="http://schemas.microsoft.com/office/drawing/2014/main" id="{E62F2C81-1E54-7268-4216-E0C3BC84F677}"/>
              </a:ext>
            </a:extLst>
          </p:cNvPr>
          <p:cNvGrpSpPr/>
          <p:nvPr/>
        </p:nvGrpSpPr>
        <p:grpSpPr>
          <a:xfrm>
            <a:off x="4840360" y="5325666"/>
            <a:ext cx="4671519" cy="1532334"/>
            <a:chOff x="21399" y="4165695"/>
            <a:chExt cx="4671519" cy="1532334"/>
          </a:xfrm>
        </p:grpSpPr>
        <p:sp>
          <p:nvSpPr>
            <p:cNvPr id="14" name="TextBox 13">
              <a:extLst>
                <a:ext uri="{FF2B5EF4-FFF2-40B4-BE49-F238E27FC236}">
                  <a16:creationId xmlns:a16="http://schemas.microsoft.com/office/drawing/2014/main" id="{65C6ED4C-1802-CA12-E669-2DC0B98A5365}"/>
                </a:ext>
              </a:extLst>
            </p:cNvPr>
            <p:cNvSpPr txBox="1"/>
            <p:nvPr/>
          </p:nvSpPr>
          <p:spPr>
            <a:xfrm>
              <a:off x="21399" y="4165695"/>
              <a:ext cx="4671519" cy="1532334"/>
            </a:xfrm>
            <a:prstGeom prst="round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800"/>
                <a:t>OS Provenance System</a:t>
              </a:r>
            </a:p>
            <a:p>
              <a:pPr algn="ctr"/>
              <a:endParaRPr lang="en-US" sz="2800"/>
            </a:p>
            <a:p>
              <a:pPr algn="ctr"/>
              <a:endParaRPr lang="en-US" sz="2800"/>
            </a:p>
          </p:txBody>
        </p:sp>
        <p:pic>
          <p:nvPicPr>
            <p:cNvPr id="16" name="Picture 15">
              <a:extLst>
                <a:ext uri="{FF2B5EF4-FFF2-40B4-BE49-F238E27FC236}">
                  <a16:creationId xmlns:a16="http://schemas.microsoft.com/office/drawing/2014/main" id="{6B4E79DA-2156-CA88-9147-F71C397B2D3B}"/>
                </a:ext>
              </a:extLst>
            </p:cNvPr>
            <p:cNvPicPr>
              <a:picLocks noChangeAspect="1"/>
            </p:cNvPicPr>
            <p:nvPr/>
          </p:nvPicPr>
          <p:blipFill>
            <a:blip r:embed="rId4"/>
            <a:stretch>
              <a:fillRect/>
            </a:stretch>
          </p:blipFill>
          <p:spPr>
            <a:xfrm>
              <a:off x="1032787" y="4778777"/>
              <a:ext cx="2648741" cy="692134"/>
            </a:xfrm>
            <a:prstGeom prst="rect">
              <a:avLst/>
            </a:prstGeom>
          </p:spPr>
        </p:pic>
      </p:grpSp>
      <p:sp>
        <p:nvSpPr>
          <p:cNvPr id="17" name="Rounded Rectangle 16">
            <a:extLst>
              <a:ext uri="{FF2B5EF4-FFF2-40B4-BE49-F238E27FC236}">
                <a16:creationId xmlns:a16="http://schemas.microsoft.com/office/drawing/2014/main" id="{7FD6BADB-18FF-8887-A1BB-A353CBBF127E}"/>
              </a:ext>
            </a:extLst>
          </p:cNvPr>
          <p:cNvSpPr/>
          <p:nvPr/>
        </p:nvSpPr>
        <p:spPr>
          <a:xfrm>
            <a:off x="7597765" y="2506731"/>
            <a:ext cx="2520280" cy="469056"/>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AU"/>
              <a:t>RAM</a:t>
            </a:r>
          </a:p>
        </p:txBody>
      </p:sp>
      <p:sp>
        <p:nvSpPr>
          <p:cNvPr id="26" name="Rounded Rectangle 25">
            <a:extLst>
              <a:ext uri="{FF2B5EF4-FFF2-40B4-BE49-F238E27FC236}">
                <a16:creationId xmlns:a16="http://schemas.microsoft.com/office/drawing/2014/main" id="{31954CF8-EAAC-A1AE-CB2D-D6EBD1A64A97}"/>
              </a:ext>
            </a:extLst>
          </p:cNvPr>
          <p:cNvSpPr/>
          <p:nvPr/>
        </p:nvSpPr>
        <p:spPr>
          <a:xfrm>
            <a:off x="7597765" y="3511951"/>
            <a:ext cx="2520280" cy="469056"/>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AU"/>
              <a:t>Hard Drive</a:t>
            </a:r>
          </a:p>
        </p:txBody>
      </p:sp>
      <p:cxnSp>
        <p:nvCxnSpPr>
          <p:cNvPr id="29" name="Straight Arrow Connector 28">
            <a:extLst>
              <a:ext uri="{FF2B5EF4-FFF2-40B4-BE49-F238E27FC236}">
                <a16:creationId xmlns:a16="http://schemas.microsoft.com/office/drawing/2014/main" id="{3654F3F9-4415-08B2-9F49-EA0EBF39589E}"/>
              </a:ext>
            </a:extLst>
          </p:cNvPr>
          <p:cNvCxnSpPr>
            <a:cxnSpLocks/>
            <a:stCxn id="14" idx="0"/>
            <a:endCxn id="38" idx="2"/>
          </p:cNvCxnSpPr>
          <p:nvPr/>
        </p:nvCxnSpPr>
        <p:spPr>
          <a:xfrm flipV="1">
            <a:off x="7176120" y="4149080"/>
            <a:ext cx="1638182" cy="117658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C481B2F6-1833-676F-5428-FF473C611573}"/>
              </a:ext>
            </a:extLst>
          </p:cNvPr>
          <p:cNvSpPr/>
          <p:nvPr/>
        </p:nvSpPr>
        <p:spPr>
          <a:xfrm>
            <a:off x="7428148" y="1343910"/>
            <a:ext cx="2772308" cy="2805170"/>
          </a:xfrm>
          <a:prstGeom prst="roundRect">
            <a:avLst>
              <a:gd name="adj" fmla="val 1963"/>
            </a:avLst>
          </a:prstGeom>
          <a:noFill/>
          <a:ln w="38100">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42" name="Rounded Rectangle 41">
            <a:extLst>
              <a:ext uri="{FF2B5EF4-FFF2-40B4-BE49-F238E27FC236}">
                <a16:creationId xmlns:a16="http://schemas.microsoft.com/office/drawing/2014/main" id="{26DB9BE3-0EFD-9FC1-9325-4B4C08BDA924}"/>
              </a:ext>
            </a:extLst>
          </p:cNvPr>
          <p:cNvSpPr/>
          <p:nvPr/>
        </p:nvSpPr>
        <p:spPr>
          <a:xfrm>
            <a:off x="4007768" y="1343910"/>
            <a:ext cx="2772308" cy="2805170"/>
          </a:xfrm>
          <a:prstGeom prst="roundRect">
            <a:avLst>
              <a:gd name="adj" fmla="val 1963"/>
            </a:avLst>
          </a:prstGeom>
          <a:noFill/>
          <a:ln w="3810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cxnSp>
        <p:nvCxnSpPr>
          <p:cNvPr id="43" name="Straight Arrow Connector 42">
            <a:extLst>
              <a:ext uri="{FF2B5EF4-FFF2-40B4-BE49-F238E27FC236}">
                <a16:creationId xmlns:a16="http://schemas.microsoft.com/office/drawing/2014/main" id="{E45B5B10-04EB-B435-88B8-A008DE326A25}"/>
              </a:ext>
            </a:extLst>
          </p:cNvPr>
          <p:cNvCxnSpPr>
            <a:cxnSpLocks/>
            <a:stCxn id="14" idx="0"/>
          </p:cNvCxnSpPr>
          <p:nvPr/>
        </p:nvCxnSpPr>
        <p:spPr>
          <a:xfrm flipH="1" flipV="1">
            <a:off x="5393922" y="4116901"/>
            <a:ext cx="1782198" cy="120876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05074866-7B1D-191D-07BD-301AF7D8F665}"/>
              </a:ext>
            </a:extLst>
          </p:cNvPr>
          <p:cNvSpPr/>
          <p:nvPr/>
        </p:nvSpPr>
        <p:spPr>
          <a:xfrm>
            <a:off x="7812617" y="4648092"/>
            <a:ext cx="2531855" cy="469056"/>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OS Provenance</a:t>
            </a:r>
          </a:p>
        </p:txBody>
      </p:sp>
      <p:sp>
        <p:nvSpPr>
          <p:cNvPr id="47" name="Rounded Rectangle 46">
            <a:extLst>
              <a:ext uri="{FF2B5EF4-FFF2-40B4-BE49-F238E27FC236}">
                <a16:creationId xmlns:a16="http://schemas.microsoft.com/office/drawing/2014/main" id="{BAB335B0-89BE-DFDA-EFDB-E525A55F399F}"/>
              </a:ext>
            </a:extLst>
          </p:cNvPr>
          <p:cNvSpPr/>
          <p:nvPr/>
        </p:nvSpPr>
        <p:spPr>
          <a:xfrm>
            <a:off x="3960264" y="4680631"/>
            <a:ext cx="2531855" cy="469056"/>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a:t>
            </a:r>
          </a:p>
        </p:txBody>
      </p:sp>
      <p:sp>
        <p:nvSpPr>
          <p:cNvPr id="2" name="Rounded Rectangle 1">
            <a:extLst>
              <a:ext uri="{FF2B5EF4-FFF2-40B4-BE49-F238E27FC236}">
                <a16:creationId xmlns:a16="http://schemas.microsoft.com/office/drawing/2014/main" id="{0945D6F5-45CF-D743-25A6-3D6F8A182C96}"/>
              </a:ext>
            </a:extLst>
          </p:cNvPr>
          <p:cNvSpPr/>
          <p:nvPr/>
        </p:nvSpPr>
        <p:spPr>
          <a:xfrm>
            <a:off x="1210368" y="2561587"/>
            <a:ext cx="10149305" cy="1684421"/>
          </a:xfrm>
          <a:prstGeom prst="roundRect">
            <a:avLst>
              <a:gd name="adj" fmla="val 10129"/>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4800">
                <a:solidFill>
                  <a:schemeClr val="tx1"/>
                </a:solidFill>
                <a:sym typeface="Wingdings" pitchFamily="2" charset="2"/>
              </a:rPr>
              <a:t>AI Telemetry</a:t>
            </a:r>
            <a:endParaRPr lang="en-AU" sz="4800">
              <a:solidFill>
                <a:schemeClr val="tx1"/>
              </a:solidFill>
            </a:endParaRPr>
          </a:p>
        </p:txBody>
      </p:sp>
    </p:spTree>
    <p:extLst>
      <p:ext uri="{BB962C8B-B14F-4D97-AF65-F5344CB8AC3E}">
        <p14:creationId xmlns:p14="http://schemas.microsoft.com/office/powerpoint/2010/main" val="2642591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xit" presetSubtype="0" fill="hold" grpId="0" nodeType="clickEffect">
                                  <p:stCondLst>
                                    <p:cond delay="0"/>
                                  </p:stCondLst>
                                  <p:childTnLst>
                                    <p:animEffect transition="out" filter="fade">
                                      <p:cBhvr>
                                        <p:cTn id="17" dur="1000"/>
                                        <p:tgtEl>
                                          <p:spTgt spid="2"/>
                                        </p:tgtEl>
                                      </p:cBhvr>
                                    </p:animEffect>
                                    <p:anim calcmode="lin" valueType="num">
                                      <p:cBhvr>
                                        <p:cTn id="18" dur="1000"/>
                                        <p:tgtEl>
                                          <p:spTgt spid="2"/>
                                        </p:tgtEl>
                                        <p:attrNameLst>
                                          <p:attrName>ppt_x</p:attrName>
                                        </p:attrNameLst>
                                      </p:cBhvr>
                                      <p:tavLst>
                                        <p:tav tm="0">
                                          <p:val>
                                            <p:strVal val="ppt_x"/>
                                          </p:val>
                                        </p:tav>
                                        <p:tav tm="100000">
                                          <p:val>
                                            <p:strVal val="ppt_x"/>
                                          </p:val>
                                        </p:tav>
                                      </p:tavLst>
                                    </p:anim>
                                    <p:anim calcmode="lin" valueType="num">
                                      <p:cBhvr>
                                        <p:cTn id="19" dur="1000"/>
                                        <p:tgtEl>
                                          <p:spTgt spid="2"/>
                                        </p:tgtEl>
                                        <p:attrNameLst>
                                          <p:attrName>ppt_y</p:attrName>
                                        </p:attrNameLst>
                                      </p:cBhvr>
                                      <p:tavLst>
                                        <p:tav tm="0">
                                          <p:val>
                                            <p:strVal val="ppt_y"/>
                                          </p:val>
                                        </p:tav>
                                        <p:tav tm="100000">
                                          <p:val>
                                            <p:strVal val="ppt_y+.1"/>
                                          </p:val>
                                        </p:tav>
                                      </p:tavLst>
                                    </p:anim>
                                    <p:set>
                                      <p:cBhvr>
                                        <p:cTn id="20" dur="1" fill="hold">
                                          <p:stCondLst>
                                            <p:cond delay="999"/>
                                          </p:stCondLst>
                                        </p:cTn>
                                        <p:tgtEl>
                                          <p:spTgt spid="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down)">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down)">
                                      <p:cBhvr>
                                        <p:cTn id="57" dur="1000"/>
                                        <p:tgtEl>
                                          <p:spTgt spid="29"/>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wipe(down)">
                                      <p:cBhvr>
                                        <p:cTn id="60" dur="500"/>
                                        <p:tgtEl>
                                          <p:spTgt spid="4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wipe(down)">
                                      <p:cBhvr>
                                        <p:cTn id="65" dur="1000"/>
                                        <p:tgtEl>
                                          <p:spTgt spid="43"/>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down)">
                                      <p:cBhvr>
                                        <p:cTn id="6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 grpId="0"/>
      <p:bldP spid="9" grpId="0" animBg="1"/>
      <p:bldP spid="17" grpId="0" animBg="1"/>
      <p:bldP spid="26" grpId="0" animBg="1"/>
      <p:bldP spid="38" grpId="0" animBg="1"/>
      <p:bldP spid="42" grpId="0" animBg="1"/>
      <p:bldP spid="46" grpId="0" animBg="1"/>
      <p:bldP spid="47" grpId="0" animBg="1"/>
      <p:bldP spid="2" grpId="0" animBg="1"/>
      <p:bldP spid="2"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9928-645E-54CB-CA9B-9E6F7D056785}"/>
            </a:ext>
          </a:extLst>
        </p:cNvPr>
        <p:cNvGrpSpPr/>
        <p:nvPr/>
      </p:nvGrpSpPr>
      <p:grpSpPr>
        <a:xfrm>
          <a:off x="0" y="0"/>
          <a:ext cx="0" cy="0"/>
          <a:chOff x="0" y="0"/>
          <a:chExt cx="0" cy="0"/>
        </a:xfrm>
      </p:grpSpPr>
      <p:sp>
        <p:nvSpPr>
          <p:cNvPr id="10" name="Rounded Rectangle 9">
            <a:extLst>
              <a:ext uri="{FF2B5EF4-FFF2-40B4-BE49-F238E27FC236}">
                <a16:creationId xmlns:a16="http://schemas.microsoft.com/office/drawing/2014/main" id="{A323D0D1-4909-4E33-D05F-3F9B6D6E5284}"/>
              </a:ext>
            </a:extLst>
          </p:cNvPr>
          <p:cNvSpPr/>
          <p:nvPr/>
        </p:nvSpPr>
        <p:spPr>
          <a:xfrm>
            <a:off x="3863752" y="711682"/>
            <a:ext cx="6480720" cy="3725430"/>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t"/>
          <a:lstStyle/>
          <a:p>
            <a:pPr algn="ctr"/>
            <a:r>
              <a:rPr lang="en-AU" sz="2800"/>
              <a:t>Computer</a:t>
            </a:r>
          </a:p>
        </p:txBody>
      </p:sp>
      <p:sp>
        <p:nvSpPr>
          <p:cNvPr id="4" name="Title 3">
            <a:extLst>
              <a:ext uri="{FF2B5EF4-FFF2-40B4-BE49-F238E27FC236}">
                <a16:creationId xmlns:a16="http://schemas.microsoft.com/office/drawing/2014/main" id="{204EE39C-40DD-9A73-E424-09918F8F2856}"/>
              </a:ext>
            </a:extLst>
          </p:cNvPr>
          <p:cNvSpPr>
            <a:spLocks noGrp="1"/>
          </p:cNvSpPr>
          <p:nvPr>
            <p:ph type="title"/>
          </p:nvPr>
        </p:nvSpPr>
        <p:spPr>
          <a:xfrm>
            <a:off x="119336" y="98610"/>
            <a:ext cx="10801350" cy="469056"/>
          </a:xfrm>
        </p:spPr>
        <p:txBody>
          <a:bodyPr/>
          <a:lstStyle/>
          <a:p>
            <a:r>
              <a:rPr lang="en-AU">
                <a:solidFill>
                  <a:schemeClr val="bg1"/>
                </a:solidFill>
              </a:rPr>
              <a:t>AI Telemetry</a:t>
            </a:r>
          </a:p>
        </p:txBody>
      </p:sp>
      <p:grpSp>
        <p:nvGrpSpPr>
          <p:cNvPr id="8" name="Group 7">
            <a:extLst>
              <a:ext uri="{FF2B5EF4-FFF2-40B4-BE49-F238E27FC236}">
                <a16:creationId xmlns:a16="http://schemas.microsoft.com/office/drawing/2014/main" id="{A5A11EE9-3EE5-DDAA-1938-F6E3614701D2}"/>
              </a:ext>
            </a:extLst>
          </p:cNvPr>
          <p:cNvGrpSpPr/>
          <p:nvPr/>
        </p:nvGrpSpPr>
        <p:grpSpPr>
          <a:xfrm>
            <a:off x="4151784" y="1484784"/>
            <a:ext cx="2520280" cy="2470440"/>
            <a:chOff x="3503712" y="1102577"/>
            <a:chExt cx="2520280" cy="2470440"/>
          </a:xfrm>
        </p:grpSpPr>
        <p:sp>
          <p:nvSpPr>
            <p:cNvPr id="5" name="Rounded Rectangle 4">
              <a:extLst>
                <a:ext uri="{FF2B5EF4-FFF2-40B4-BE49-F238E27FC236}">
                  <a16:creationId xmlns:a16="http://schemas.microsoft.com/office/drawing/2014/main" id="{D25F58E0-E475-E492-2E12-092DB6287251}"/>
                </a:ext>
              </a:extLst>
            </p:cNvPr>
            <p:cNvSpPr/>
            <p:nvPr/>
          </p:nvSpPr>
          <p:spPr>
            <a:xfrm>
              <a:off x="3503712" y="1102577"/>
              <a:ext cx="2520280" cy="2470440"/>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t"/>
            <a:lstStyle/>
            <a:p>
              <a:pPr algn="ctr"/>
              <a:r>
                <a:rPr lang="en-AU"/>
                <a:t>GPU</a:t>
              </a:r>
            </a:p>
          </p:txBody>
        </p:sp>
        <p:pic>
          <p:nvPicPr>
            <p:cNvPr id="3" name="Graphic 2" descr="Processor outline">
              <a:extLst>
                <a:ext uri="{FF2B5EF4-FFF2-40B4-BE49-F238E27FC236}">
                  <a16:creationId xmlns:a16="http://schemas.microsoft.com/office/drawing/2014/main" id="{BC9CABD5-4E22-38C5-A807-640BEB71A2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07843" y="1368440"/>
              <a:ext cx="1512168" cy="1512168"/>
            </a:xfrm>
            <a:prstGeom prst="rect">
              <a:avLst/>
            </a:prstGeom>
          </p:spPr>
        </p:pic>
        <p:sp>
          <p:nvSpPr>
            <p:cNvPr id="7" name="Rounded Rectangle 6">
              <a:extLst>
                <a:ext uri="{FF2B5EF4-FFF2-40B4-BE49-F238E27FC236}">
                  <a16:creationId xmlns:a16="http://schemas.microsoft.com/office/drawing/2014/main" id="{DA6FD2F2-21F5-4F50-E747-061B16553A34}"/>
                </a:ext>
              </a:extLst>
            </p:cNvPr>
            <p:cNvSpPr/>
            <p:nvPr/>
          </p:nvSpPr>
          <p:spPr>
            <a:xfrm>
              <a:off x="3683807" y="2793504"/>
              <a:ext cx="2160240" cy="635496"/>
            </a:xfrm>
            <a:prstGeom prst="roundRect">
              <a:avLst/>
            </a:prstGeom>
            <a:solidFill>
              <a:srgbClr val="2EA836">
                <a:alpha val="29804"/>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AU"/>
                <a:t>AI Model Weight</a:t>
              </a:r>
            </a:p>
          </p:txBody>
        </p:sp>
      </p:grpSp>
      <p:sp>
        <p:nvSpPr>
          <p:cNvPr id="9" name="Rounded Rectangle 8">
            <a:extLst>
              <a:ext uri="{FF2B5EF4-FFF2-40B4-BE49-F238E27FC236}">
                <a16:creationId xmlns:a16="http://schemas.microsoft.com/office/drawing/2014/main" id="{5380E1BF-88FE-DB20-4435-CD5A5A69704A}"/>
              </a:ext>
            </a:extLst>
          </p:cNvPr>
          <p:cNvSpPr/>
          <p:nvPr/>
        </p:nvSpPr>
        <p:spPr>
          <a:xfrm>
            <a:off x="7597765" y="1484784"/>
            <a:ext cx="2520280" cy="469056"/>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AU"/>
              <a:t>CPU</a:t>
            </a:r>
          </a:p>
        </p:txBody>
      </p:sp>
      <p:grpSp>
        <p:nvGrpSpPr>
          <p:cNvPr id="12" name="Group 11">
            <a:extLst>
              <a:ext uri="{FF2B5EF4-FFF2-40B4-BE49-F238E27FC236}">
                <a16:creationId xmlns:a16="http://schemas.microsoft.com/office/drawing/2014/main" id="{C84BB245-6311-6FE6-649C-FA51D352872E}"/>
              </a:ext>
            </a:extLst>
          </p:cNvPr>
          <p:cNvGrpSpPr/>
          <p:nvPr/>
        </p:nvGrpSpPr>
        <p:grpSpPr>
          <a:xfrm>
            <a:off x="4840360" y="5325666"/>
            <a:ext cx="4671519" cy="1532334"/>
            <a:chOff x="21399" y="4165695"/>
            <a:chExt cx="4671519" cy="1532334"/>
          </a:xfrm>
        </p:grpSpPr>
        <p:sp>
          <p:nvSpPr>
            <p:cNvPr id="14" name="TextBox 13">
              <a:extLst>
                <a:ext uri="{FF2B5EF4-FFF2-40B4-BE49-F238E27FC236}">
                  <a16:creationId xmlns:a16="http://schemas.microsoft.com/office/drawing/2014/main" id="{80F164A4-4B35-AA0B-3C72-930C5F77FB27}"/>
                </a:ext>
              </a:extLst>
            </p:cNvPr>
            <p:cNvSpPr txBox="1"/>
            <p:nvPr/>
          </p:nvSpPr>
          <p:spPr>
            <a:xfrm>
              <a:off x="21399" y="4165695"/>
              <a:ext cx="4671519" cy="1532334"/>
            </a:xfrm>
            <a:prstGeom prst="round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800"/>
                <a:t>OS Provenance System</a:t>
              </a:r>
            </a:p>
            <a:p>
              <a:pPr algn="ctr"/>
              <a:endParaRPr lang="en-US" sz="2800"/>
            </a:p>
            <a:p>
              <a:pPr algn="ctr"/>
              <a:endParaRPr lang="en-US" sz="2800"/>
            </a:p>
          </p:txBody>
        </p:sp>
        <p:pic>
          <p:nvPicPr>
            <p:cNvPr id="16" name="Picture 15">
              <a:extLst>
                <a:ext uri="{FF2B5EF4-FFF2-40B4-BE49-F238E27FC236}">
                  <a16:creationId xmlns:a16="http://schemas.microsoft.com/office/drawing/2014/main" id="{DE1D58B9-0BCD-1B11-D3D2-679C58A2086F}"/>
                </a:ext>
              </a:extLst>
            </p:cNvPr>
            <p:cNvPicPr>
              <a:picLocks noChangeAspect="1"/>
            </p:cNvPicPr>
            <p:nvPr/>
          </p:nvPicPr>
          <p:blipFill>
            <a:blip r:embed="rId4"/>
            <a:stretch>
              <a:fillRect/>
            </a:stretch>
          </p:blipFill>
          <p:spPr>
            <a:xfrm>
              <a:off x="1032787" y="4778777"/>
              <a:ext cx="2648741" cy="692134"/>
            </a:xfrm>
            <a:prstGeom prst="rect">
              <a:avLst/>
            </a:prstGeom>
          </p:spPr>
        </p:pic>
      </p:grpSp>
      <p:sp>
        <p:nvSpPr>
          <p:cNvPr id="17" name="Rounded Rectangle 16">
            <a:extLst>
              <a:ext uri="{FF2B5EF4-FFF2-40B4-BE49-F238E27FC236}">
                <a16:creationId xmlns:a16="http://schemas.microsoft.com/office/drawing/2014/main" id="{C5712D3B-336A-39C9-38C0-48B5F257A241}"/>
              </a:ext>
            </a:extLst>
          </p:cNvPr>
          <p:cNvSpPr/>
          <p:nvPr/>
        </p:nvSpPr>
        <p:spPr>
          <a:xfrm>
            <a:off x="7597765" y="2506731"/>
            <a:ext cx="2520280" cy="469056"/>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AU"/>
              <a:t>RAM</a:t>
            </a:r>
          </a:p>
        </p:txBody>
      </p:sp>
      <p:sp>
        <p:nvSpPr>
          <p:cNvPr id="26" name="Rounded Rectangle 25">
            <a:extLst>
              <a:ext uri="{FF2B5EF4-FFF2-40B4-BE49-F238E27FC236}">
                <a16:creationId xmlns:a16="http://schemas.microsoft.com/office/drawing/2014/main" id="{D87342CA-D2A7-80CE-266A-1F1A9F9D5394}"/>
              </a:ext>
            </a:extLst>
          </p:cNvPr>
          <p:cNvSpPr/>
          <p:nvPr/>
        </p:nvSpPr>
        <p:spPr>
          <a:xfrm>
            <a:off x="7597765" y="3511951"/>
            <a:ext cx="2520280" cy="469056"/>
          </a:xfrm>
          <a:prstGeom prst="roundRect">
            <a:avLst>
              <a:gd name="adj" fmla="val 6859"/>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AU"/>
              <a:t>Hard Drive</a:t>
            </a:r>
          </a:p>
        </p:txBody>
      </p:sp>
      <p:cxnSp>
        <p:nvCxnSpPr>
          <p:cNvPr id="29" name="Straight Arrow Connector 28">
            <a:extLst>
              <a:ext uri="{FF2B5EF4-FFF2-40B4-BE49-F238E27FC236}">
                <a16:creationId xmlns:a16="http://schemas.microsoft.com/office/drawing/2014/main" id="{D2DE410F-65E6-6124-BB04-B84AE6CCB902}"/>
              </a:ext>
            </a:extLst>
          </p:cNvPr>
          <p:cNvCxnSpPr>
            <a:cxnSpLocks/>
            <a:stCxn id="14" idx="0"/>
            <a:endCxn id="38" idx="2"/>
          </p:cNvCxnSpPr>
          <p:nvPr/>
        </p:nvCxnSpPr>
        <p:spPr>
          <a:xfrm flipV="1">
            <a:off x="7176120" y="4149080"/>
            <a:ext cx="1638182" cy="117658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066DF1C2-8889-CEE9-F172-6EDF5247B0D2}"/>
              </a:ext>
            </a:extLst>
          </p:cNvPr>
          <p:cNvSpPr/>
          <p:nvPr/>
        </p:nvSpPr>
        <p:spPr>
          <a:xfrm>
            <a:off x="7428148" y="1343910"/>
            <a:ext cx="2772308" cy="2805170"/>
          </a:xfrm>
          <a:prstGeom prst="roundRect">
            <a:avLst>
              <a:gd name="adj" fmla="val 1963"/>
            </a:avLst>
          </a:prstGeom>
          <a:noFill/>
          <a:ln w="38100">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42" name="Rounded Rectangle 41">
            <a:extLst>
              <a:ext uri="{FF2B5EF4-FFF2-40B4-BE49-F238E27FC236}">
                <a16:creationId xmlns:a16="http://schemas.microsoft.com/office/drawing/2014/main" id="{155C5488-E9DC-5492-6E1C-11E6929E881E}"/>
              </a:ext>
            </a:extLst>
          </p:cNvPr>
          <p:cNvSpPr/>
          <p:nvPr/>
        </p:nvSpPr>
        <p:spPr>
          <a:xfrm>
            <a:off x="4007768" y="1343910"/>
            <a:ext cx="2772308" cy="2805170"/>
          </a:xfrm>
          <a:prstGeom prst="roundRect">
            <a:avLst>
              <a:gd name="adj" fmla="val 1963"/>
            </a:avLst>
          </a:prstGeom>
          <a:noFill/>
          <a:ln w="3810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cxnSp>
        <p:nvCxnSpPr>
          <p:cNvPr id="43" name="Straight Arrow Connector 42">
            <a:extLst>
              <a:ext uri="{FF2B5EF4-FFF2-40B4-BE49-F238E27FC236}">
                <a16:creationId xmlns:a16="http://schemas.microsoft.com/office/drawing/2014/main" id="{47109EB7-B585-2253-4967-131CBF46459B}"/>
              </a:ext>
            </a:extLst>
          </p:cNvPr>
          <p:cNvCxnSpPr>
            <a:cxnSpLocks/>
            <a:stCxn id="14" idx="0"/>
          </p:cNvCxnSpPr>
          <p:nvPr/>
        </p:nvCxnSpPr>
        <p:spPr>
          <a:xfrm flipH="1" flipV="1">
            <a:off x="5393922" y="4116901"/>
            <a:ext cx="1782198" cy="120876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FC36019-6EE7-D494-DE80-0083BFEFBE5C}"/>
              </a:ext>
            </a:extLst>
          </p:cNvPr>
          <p:cNvSpPr/>
          <p:nvPr/>
        </p:nvSpPr>
        <p:spPr>
          <a:xfrm>
            <a:off x="7812617" y="4648092"/>
            <a:ext cx="2531855" cy="469056"/>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OS Provenance</a:t>
            </a:r>
          </a:p>
        </p:txBody>
      </p:sp>
      <p:sp>
        <p:nvSpPr>
          <p:cNvPr id="47" name="Rounded Rectangle 46">
            <a:extLst>
              <a:ext uri="{FF2B5EF4-FFF2-40B4-BE49-F238E27FC236}">
                <a16:creationId xmlns:a16="http://schemas.microsoft.com/office/drawing/2014/main" id="{84CF4512-E033-53FE-58DA-F755B4A5DBD6}"/>
              </a:ext>
            </a:extLst>
          </p:cNvPr>
          <p:cNvSpPr/>
          <p:nvPr/>
        </p:nvSpPr>
        <p:spPr>
          <a:xfrm>
            <a:off x="3960264" y="4680631"/>
            <a:ext cx="2531855" cy="469056"/>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a:t>
            </a:r>
          </a:p>
        </p:txBody>
      </p:sp>
      <p:sp>
        <p:nvSpPr>
          <p:cNvPr id="2" name="Rounded Rectangle 1">
            <a:extLst>
              <a:ext uri="{FF2B5EF4-FFF2-40B4-BE49-F238E27FC236}">
                <a16:creationId xmlns:a16="http://schemas.microsoft.com/office/drawing/2014/main" id="{96DA1BDB-ACDD-49E1-9F25-209250BB3FEA}"/>
              </a:ext>
            </a:extLst>
          </p:cNvPr>
          <p:cNvSpPr/>
          <p:nvPr/>
        </p:nvSpPr>
        <p:spPr>
          <a:xfrm>
            <a:off x="1127448" y="729343"/>
            <a:ext cx="9217024" cy="3725430"/>
          </a:xfrm>
          <a:prstGeom prst="roundRect">
            <a:avLst>
              <a:gd name="adj" fmla="val 6859"/>
            </a:avLst>
          </a:prstGeom>
          <a:noFill/>
          <a:ln w="38100"/>
        </p:spPr>
        <p:style>
          <a:lnRef idx="2">
            <a:schemeClr val="accent1"/>
          </a:lnRef>
          <a:fillRef idx="1">
            <a:schemeClr val="lt1"/>
          </a:fillRef>
          <a:effectRef idx="0">
            <a:schemeClr val="accent1"/>
          </a:effectRef>
          <a:fontRef idx="minor">
            <a:schemeClr val="dk1"/>
          </a:fontRef>
        </p:style>
        <p:txBody>
          <a:bodyPr rtlCol="0" anchor="t"/>
          <a:lstStyle/>
          <a:p>
            <a:pPr algn="ctr"/>
            <a:r>
              <a:rPr lang="en-AU" sz="2800"/>
              <a:t>Computer</a:t>
            </a:r>
          </a:p>
        </p:txBody>
      </p:sp>
      <p:sp>
        <p:nvSpPr>
          <p:cNvPr id="6" name="Rounded Rectangle 5">
            <a:extLst>
              <a:ext uri="{FF2B5EF4-FFF2-40B4-BE49-F238E27FC236}">
                <a16:creationId xmlns:a16="http://schemas.microsoft.com/office/drawing/2014/main" id="{C7B48AF5-43DC-4F57-7852-6C024975BE26}"/>
              </a:ext>
            </a:extLst>
          </p:cNvPr>
          <p:cNvSpPr/>
          <p:nvPr/>
        </p:nvSpPr>
        <p:spPr>
          <a:xfrm>
            <a:off x="1229673" y="2630374"/>
            <a:ext cx="2531855" cy="1264882"/>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AI Telemetry</a:t>
            </a:r>
          </a:p>
        </p:txBody>
      </p:sp>
      <p:cxnSp>
        <p:nvCxnSpPr>
          <p:cNvPr id="11" name="Straight Arrow Connector 10">
            <a:extLst>
              <a:ext uri="{FF2B5EF4-FFF2-40B4-BE49-F238E27FC236}">
                <a16:creationId xmlns:a16="http://schemas.microsoft.com/office/drawing/2014/main" id="{C597F2ED-7E08-E2BB-7340-DD90779C28E5}"/>
              </a:ext>
            </a:extLst>
          </p:cNvPr>
          <p:cNvCxnSpPr>
            <a:cxnSpLocks/>
            <a:endCxn id="6" idx="0"/>
          </p:cNvCxnSpPr>
          <p:nvPr/>
        </p:nvCxnSpPr>
        <p:spPr>
          <a:xfrm flipH="1">
            <a:off x="2495601" y="1708313"/>
            <a:ext cx="1464663" cy="92206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3BC91CC-9BF8-BA03-AA4A-C59133860E27}"/>
              </a:ext>
            </a:extLst>
          </p:cNvPr>
          <p:cNvCxnSpPr>
            <a:cxnSpLocks/>
            <a:stCxn id="6" idx="2"/>
          </p:cNvCxnSpPr>
          <p:nvPr/>
        </p:nvCxnSpPr>
        <p:spPr>
          <a:xfrm>
            <a:off x="2495601" y="3895256"/>
            <a:ext cx="2344759" cy="219657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782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43"/>
                                        </p:tgtEl>
                                      </p:cBhvr>
                                    </p:animEffect>
                                    <p:set>
                                      <p:cBhvr>
                                        <p:cTn id="11" dur="1" fill="hold">
                                          <p:stCondLst>
                                            <p:cond delay="499"/>
                                          </p:stCondLst>
                                        </p:cTn>
                                        <p:tgtEl>
                                          <p:spTgt spid="43"/>
                                        </p:tgtEl>
                                        <p:attrNameLst>
                                          <p:attrName>style.visibility</p:attrName>
                                        </p:attrNameLst>
                                      </p:cBhvr>
                                      <p:to>
                                        <p:strVal val="hidden"/>
                                      </p:to>
                                    </p:set>
                                  </p:childTnLst>
                                </p:cTn>
                              </p:par>
                            </p:childTnLst>
                          </p:cTn>
                        </p:par>
                        <p:par>
                          <p:cTn id="12" fill="hold">
                            <p:stCondLst>
                              <p:cond delay="1000"/>
                            </p:stCondLst>
                            <p:childTnLst>
                              <p:par>
                                <p:cTn id="13" presetID="10" presetClass="exit" presetSubtype="0" fill="hold" grpId="0" nodeType="afterEffect">
                                  <p:stCondLst>
                                    <p:cond delay="0"/>
                                  </p:stCondLst>
                                  <p:childTnLst>
                                    <p:animEffect transition="out" filter="fade">
                                      <p:cBhvr>
                                        <p:cTn id="14" dur="500"/>
                                        <p:tgtEl>
                                          <p:spTgt spid="47"/>
                                        </p:tgtEl>
                                      </p:cBhvr>
                                    </p:animEffect>
                                    <p:set>
                                      <p:cBhvr>
                                        <p:cTn id="15" dur="1" fill="hold">
                                          <p:stCondLst>
                                            <p:cond delay="499"/>
                                          </p:stCondLst>
                                        </p:cTn>
                                        <p:tgtEl>
                                          <p:spTgt spid="4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1000"/>
                                        <p:tgtEl>
                                          <p:spTgt spid="11"/>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up)">
                                      <p:cBhvr>
                                        <p:cTn id="28" dur="500"/>
                                        <p:tgtEl>
                                          <p:spTgt spid="6"/>
                                        </p:tgtEl>
                                      </p:cBhvr>
                                    </p:animEffect>
                                  </p:childTnLst>
                                </p:cTn>
                              </p:par>
                              <p:par>
                                <p:cTn id="29" presetID="22" presetClass="entr" presetSubtype="8"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7" grpId="0" animBg="1"/>
      <p:bldP spid="2" grpId="0" animBg="1"/>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73C06-CB1C-10CB-6F95-64D260F0AE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B20CFA-17D5-D51E-934E-A98370A314A3}"/>
              </a:ext>
            </a:extLst>
          </p:cNvPr>
          <p:cNvSpPr txBox="1"/>
          <p:nvPr/>
        </p:nvSpPr>
        <p:spPr>
          <a:xfrm>
            <a:off x="973686" y="1427356"/>
            <a:ext cx="7136890"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Current Research Project</a:t>
            </a:r>
          </a:p>
        </p:txBody>
      </p:sp>
      <p:sp>
        <p:nvSpPr>
          <p:cNvPr id="3" name="TextBox 2">
            <a:extLst>
              <a:ext uri="{FF2B5EF4-FFF2-40B4-BE49-F238E27FC236}">
                <a16:creationId xmlns:a16="http://schemas.microsoft.com/office/drawing/2014/main" id="{2C4578DE-1A32-D36F-46C7-DE794B7063DC}"/>
              </a:ext>
            </a:extLst>
          </p:cNvPr>
          <p:cNvSpPr txBox="1"/>
          <p:nvPr/>
        </p:nvSpPr>
        <p:spPr>
          <a:xfrm>
            <a:off x="970156" y="2860226"/>
            <a:ext cx="7479933"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Potential Research Project</a:t>
            </a:r>
          </a:p>
        </p:txBody>
      </p:sp>
      <p:sp>
        <p:nvSpPr>
          <p:cNvPr id="4" name="TextBox 3">
            <a:extLst>
              <a:ext uri="{FF2B5EF4-FFF2-40B4-BE49-F238E27FC236}">
                <a16:creationId xmlns:a16="http://schemas.microsoft.com/office/drawing/2014/main" id="{B95613BC-F019-E63B-C02D-0C3539D76574}"/>
              </a:ext>
            </a:extLst>
          </p:cNvPr>
          <p:cNvSpPr txBox="1"/>
          <p:nvPr/>
        </p:nvSpPr>
        <p:spPr>
          <a:xfrm>
            <a:off x="970156" y="4293096"/>
            <a:ext cx="3815468"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Collaboration</a:t>
            </a:r>
          </a:p>
        </p:txBody>
      </p:sp>
    </p:spTree>
    <p:extLst>
      <p:ext uri="{BB962C8B-B14F-4D97-AF65-F5344CB8AC3E}">
        <p14:creationId xmlns:p14="http://schemas.microsoft.com/office/powerpoint/2010/main" val="304837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2"/>
                                        </p:tgtEl>
                                      </p:cBhvr>
                                    </p:animEffect>
                                    <p:set>
                                      <p:cBhvr>
                                        <p:cTn id="7" dur="1" fill="hold">
                                          <p:stCondLst>
                                            <p:cond delay="999"/>
                                          </p:stCondLst>
                                        </p:cTn>
                                        <p:tgtEl>
                                          <p:spTgt spid="2"/>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1000"/>
                                        <p:tgtEl>
                                          <p:spTgt spid="4"/>
                                        </p:tgtEl>
                                      </p:cBhvr>
                                    </p:animEffect>
                                    <p:set>
                                      <p:cBhvr>
                                        <p:cTn id="10" dur="1" fill="hold">
                                          <p:stCondLst>
                                            <p:cond delay="999"/>
                                          </p:stCondLst>
                                        </p:cTn>
                                        <p:tgtEl>
                                          <p:spTgt spid="4"/>
                                        </p:tgtEl>
                                        <p:attrNameLst>
                                          <p:attrName>style.visibility</p:attrName>
                                        </p:attrNameLst>
                                      </p:cBhvr>
                                      <p:to>
                                        <p:strVal val="hidden"/>
                                      </p:to>
                                    </p:set>
                                  </p:childTnLst>
                                </p:cTn>
                              </p:par>
                              <p:par>
                                <p:cTn id="11" presetID="42" presetClass="path" presetSubtype="0" accel="50000" decel="50000" fill="hold" grpId="2" nodeType="withEffect">
                                  <p:stCondLst>
                                    <p:cond delay="0"/>
                                  </p:stCondLst>
                                  <p:childTnLst>
                                    <p:animMotion origin="layout" path="M 1.875E-6 3.7037E-6 L 0.11367 0.00139 " pathEditMode="relative" rAng="0" ptsTypes="AA">
                                      <p:cBhvr>
                                        <p:cTn id="12" dur="2000" fill="hold"/>
                                        <p:tgtEl>
                                          <p:spTgt spid="3"/>
                                        </p:tgtEl>
                                        <p:attrNameLst>
                                          <p:attrName>ppt_x</p:attrName>
                                          <p:attrName>ppt_y</p:attrName>
                                        </p:attrNameLst>
                                      </p:cBhvr>
                                      <p:rCtr x="5677" y="69"/>
                                    </p:animMotion>
                                  </p:childTnLst>
                                </p:cTn>
                              </p:par>
                              <p:par>
                                <p:cTn id="13" presetID="16" presetClass="emph" presetSubtype="0" fill="hold" grpId="0" nodeType="withEffect">
                                  <p:stCondLst>
                                    <p:cond delay="0"/>
                                  </p:stCondLst>
                                  <p:childTnLst>
                                    <p:set>
                                      <p:cBhvr override="childStyle">
                                        <p:cTn id="14" dur="2000" fill="hold"/>
                                        <p:tgtEl>
                                          <p:spTgt spid="3"/>
                                        </p:tgtEl>
                                        <p:attrNameLst>
                                          <p:attrName>style.color</p:attrName>
                                        </p:attrNameLst>
                                      </p:cBhvr>
                                      <p:to>
                                        <p:clrVal>
                                          <a:srgbClr val="2EA836"/>
                                        </p:clrVal>
                                      </p:to>
                                    </p:set>
                                    <p:set>
                                      <p:cBhvr>
                                        <p:cTn id="15" dur="2000" fill="hold"/>
                                        <p:tgtEl>
                                          <p:spTgt spid="3"/>
                                        </p:tgtEl>
                                        <p:attrNameLst>
                                          <p:attrName>fillcolor</p:attrName>
                                        </p:attrNameLst>
                                      </p:cBhvr>
                                      <p:to>
                                        <p:clrVal>
                                          <a:srgbClr val="2EA836"/>
                                        </p:clrVal>
                                      </p:to>
                                    </p:set>
                                    <p:set>
                                      <p:cBhvr>
                                        <p:cTn id="16" dur="2000" fill="hold"/>
                                        <p:tgtEl>
                                          <p:spTgt spid="3"/>
                                        </p:tgtEl>
                                        <p:attrNameLst>
                                          <p:attrName>fill.type</p:attrName>
                                        </p:attrNameLst>
                                      </p:cBhvr>
                                      <p:to>
                                        <p:strVal val="solid"/>
                                      </p:to>
                                    </p:set>
                                  </p:childTnLst>
                                </p:cTn>
                              </p:par>
                              <p:par>
                                <p:cTn id="17" presetID="6" presetClass="emph" presetSubtype="0" decel="50000" fill="hold" grpId="1" nodeType="withEffect">
                                  <p:stCondLst>
                                    <p:cond delay="0"/>
                                  </p:stCondLst>
                                  <p:childTnLst>
                                    <p:animScale>
                                      <p:cBhvr>
                                        <p:cTn id="18" dur="2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3" grpId="2"/>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9C150-E619-FC34-2251-0FEC775487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21FB35-8601-ABA8-53F2-36743C1E59E4}"/>
              </a:ext>
            </a:extLst>
          </p:cNvPr>
          <p:cNvSpPr>
            <a:spLocks noGrp="1"/>
          </p:cNvSpPr>
          <p:nvPr>
            <p:ph type="title"/>
          </p:nvPr>
        </p:nvSpPr>
        <p:spPr>
          <a:xfrm>
            <a:off x="119336" y="98610"/>
            <a:ext cx="10801350" cy="469056"/>
          </a:xfrm>
        </p:spPr>
        <p:txBody>
          <a:bodyPr/>
          <a:lstStyle/>
          <a:p>
            <a:r>
              <a:rPr lang="en-AU">
                <a:solidFill>
                  <a:schemeClr val="bg1"/>
                </a:solidFill>
              </a:rPr>
              <a:t>Potential Research Projects</a:t>
            </a:r>
          </a:p>
        </p:txBody>
      </p:sp>
      <p:sp>
        <p:nvSpPr>
          <p:cNvPr id="3" name="Rounded Rectangle 2">
            <a:extLst>
              <a:ext uri="{FF2B5EF4-FFF2-40B4-BE49-F238E27FC236}">
                <a16:creationId xmlns:a16="http://schemas.microsoft.com/office/drawing/2014/main" id="{82866642-65CC-F765-2053-A1CA632E148C}"/>
              </a:ext>
            </a:extLst>
          </p:cNvPr>
          <p:cNvSpPr/>
          <p:nvPr/>
        </p:nvSpPr>
        <p:spPr>
          <a:xfrm>
            <a:off x="2855640" y="692696"/>
            <a:ext cx="5904656" cy="1584176"/>
          </a:xfrm>
          <a:prstGeom prst="roundRect">
            <a:avLst>
              <a:gd name="adj" fmla="val 9234"/>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en-AU" sz="2400"/>
              <a:t>Combined Provenance System</a:t>
            </a:r>
          </a:p>
        </p:txBody>
      </p:sp>
      <p:sp>
        <p:nvSpPr>
          <p:cNvPr id="8" name="Rounded Rectangle 7">
            <a:extLst>
              <a:ext uri="{FF2B5EF4-FFF2-40B4-BE49-F238E27FC236}">
                <a16:creationId xmlns:a16="http://schemas.microsoft.com/office/drawing/2014/main" id="{8E3E1885-851E-108D-2FF6-2054BBBE25CF}"/>
              </a:ext>
            </a:extLst>
          </p:cNvPr>
          <p:cNvSpPr/>
          <p:nvPr/>
        </p:nvSpPr>
        <p:spPr>
          <a:xfrm>
            <a:off x="479376" y="2711172"/>
            <a:ext cx="4212468"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sym typeface="Wingdings" pitchFamily="2" charset="2"/>
              </a:rPr>
              <a:t>AI Tool Behaviour Analysis</a:t>
            </a:r>
          </a:p>
        </p:txBody>
      </p:sp>
      <p:sp>
        <p:nvSpPr>
          <p:cNvPr id="2" name="Rounded Rectangle 1">
            <a:extLst>
              <a:ext uri="{FF2B5EF4-FFF2-40B4-BE49-F238E27FC236}">
                <a16:creationId xmlns:a16="http://schemas.microsoft.com/office/drawing/2014/main" id="{3F7BE0B1-B185-E268-2476-CD79F2BE3E65}"/>
              </a:ext>
            </a:extLst>
          </p:cNvPr>
          <p:cNvSpPr/>
          <p:nvPr/>
        </p:nvSpPr>
        <p:spPr>
          <a:xfrm>
            <a:off x="2999656" y="1352333"/>
            <a:ext cx="2664296"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OS Provenance</a:t>
            </a:r>
            <a:endParaRPr lang="en-AU" sz="2400">
              <a:sym typeface="Wingdings" pitchFamily="2" charset="2"/>
            </a:endParaRPr>
          </a:p>
        </p:txBody>
      </p:sp>
      <p:sp>
        <p:nvSpPr>
          <p:cNvPr id="5" name="Rounded Rectangle 4">
            <a:extLst>
              <a:ext uri="{FF2B5EF4-FFF2-40B4-BE49-F238E27FC236}">
                <a16:creationId xmlns:a16="http://schemas.microsoft.com/office/drawing/2014/main" id="{2E5868EA-5CE0-647A-7E42-C803BB93783F}"/>
              </a:ext>
            </a:extLst>
          </p:cNvPr>
          <p:cNvSpPr/>
          <p:nvPr/>
        </p:nvSpPr>
        <p:spPr>
          <a:xfrm>
            <a:off x="5951984" y="1348188"/>
            <a:ext cx="2664296"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AI Telemetry</a:t>
            </a:r>
            <a:endParaRPr lang="en-AU" sz="2400">
              <a:sym typeface="Wingdings" pitchFamily="2" charset="2"/>
            </a:endParaRPr>
          </a:p>
        </p:txBody>
      </p:sp>
      <p:sp>
        <p:nvSpPr>
          <p:cNvPr id="6" name="Rounded Rectangle 5">
            <a:extLst>
              <a:ext uri="{FF2B5EF4-FFF2-40B4-BE49-F238E27FC236}">
                <a16:creationId xmlns:a16="http://schemas.microsoft.com/office/drawing/2014/main" id="{6FAC1BFC-AD56-4321-86AF-3A993E37FA4F}"/>
              </a:ext>
            </a:extLst>
          </p:cNvPr>
          <p:cNvSpPr/>
          <p:nvPr/>
        </p:nvSpPr>
        <p:spPr>
          <a:xfrm>
            <a:off x="7032104" y="2711172"/>
            <a:ext cx="4680520"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sym typeface="Wingdings" pitchFamily="2" charset="2"/>
              </a:rPr>
              <a:t>AI Workflow Behaviour Analysis</a:t>
            </a:r>
          </a:p>
        </p:txBody>
      </p:sp>
      <p:cxnSp>
        <p:nvCxnSpPr>
          <p:cNvPr id="7" name="Straight Arrow Connector 6">
            <a:extLst>
              <a:ext uri="{FF2B5EF4-FFF2-40B4-BE49-F238E27FC236}">
                <a16:creationId xmlns:a16="http://schemas.microsoft.com/office/drawing/2014/main" id="{EA207D67-1D6D-FFE3-2F51-02543D2531BE}"/>
              </a:ext>
            </a:extLst>
          </p:cNvPr>
          <p:cNvCxnSpPr>
            <a:cxnSpLocks/>
            <a:stCxn id="3" idx="2"/>
            <a:endCxn id="8" idx="0"/>
          </p:cNvCxnSpPr>
          <p:nvPr/>
        </p:nvCxnSpPr>
        <p:spPr>
          <a:xfrm flipH="1">
            <a:off x="2585610" y="2276872"/>
            <a:ext cx="3222358" cy="4343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47EF86D-49E1-E0B1-CC1C-602FF893BD94}"/>
              </a:ext>
            </a:extLst>
          </p:cNvPr>
          <p:cNvCxnSpPr>
            <a:cxnSpLocks/>
            <a:stCxn id="3" idx="2"/>
            <a:endCxn id="6" idx="0"/>
          </p:cNvCxnSpPr>
          <p:nvPr/>
        </p:nvCxnSpPr>
        <p:spPr>
          <a:xfrm>
            <a:off x="5807968" y="2276872"/>
            <a:ext cx="3564396" cy="4343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A4B26B51-94E8-8045-7CA2-6E5C6CF62053}"/>
              </a:ext>
            </a:extLst>
          </p:cNvPr>
          <p:cNvSpPr/>
          <p:nvPr/>
        </p:nvSpPr>
        <p:spPr>
          <a:xfrm>
            <a:off x="1223771" y="4919866"/>
            <a:ext cx="2723678"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sym typeface="Wingdings" pitchFamily="2" charset="2"/>
              </a:rPr>
              <a:t>Analyser</a:t>
            </a:r>
          </a:p>
        </p:txBody>
      </p:sp>
      <p:pic>
        <p:nvPicPr>
          <p:cNvPr id="20" name="Graphic 19" descr="List outline">
            <a:extLst>
              <a:ext uri="{FF2B5EF4-FFF2-40B4-BE49-F238E27FC236}">
                <a16:creationId xmlns:a16="http://schemas.microsoft.com/office/drawing/2014/main" id="{E5FC2DFE-38BF-D01A-B506-4AE98CF835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5440" y="5989519"/>
            <a:ext cx="914400" cy="914400"/>
          </a:xfrm>
          <a:prstGeom prst="rect">
            <a:avLst/>
          </a:prstGeom>
        </p:spPr>
      </p:pic>
      <p:sp>
        <p:nvSpPr>
          <p:cNvPr id="21" name="TextBox 20">
            <a:extLst>
              <a:ext uri="{FF2B5EF4-FFF2-40B4-BE49-F238E27FC236}">
                <a16:creationId xmlns:a16="http://schemas.microsoft.com/office/drawing/2014/main" id="{DC56908E-616D-4830-C16B-CF98E3AEA663}"/>
              </a:ext>
            </a:extLst>
          </p:cNvPr>
          <p:cNvSpPr txBox="1"/>
          <p:nvPr/>
        </p:nvSpPr>
        <p:spPr>
          <a:xfrm>
            <a:off x="1850013" y="6281777"/>
            <a:ext cx="3283976" cy="369332"/>
          </a:xfrm>
          <a:prstGeom prst="rect">
            <a:avLst/>
          </a:prstGeom>
          <a:noFill/>
        </p:spPr>
        <p:txBody>
          <a:bodyPr wrap="none" rtlCol="0">
            <a:spAutoFit/>
          </a:bodyPr>
          <a:lstStyle/>
          <a:p>
            <a:r>
              <a:rPr lang="en-AU"/>
              <a:t>AI Tool Behaviour Provenance</a:t>
            </a:r>
          </a:p>
        </p:txBody>
      </p:sp>
      <p:sp>
        <p:nvSpPr>
          <p:cNvPr id="22" name="TextBox 21">
            <a:extLst>
              <a:ext uri="{FF2B5EF4-FFF2-40B4-BE49-F238E27FC236}">
                <a16:creationId xmlns:a16="http://schemas.microsoft.com/office/drawing/2014/main" id="{79403BC9-D133-473B-54E1-793DEAFFF8F4}"/>
              </a:ext>
            </a:extLst>
          </p:cNvPr>
          <p:cNvSpPr txBox="1"/>
          <p:nvPr/>
        </p:nvSpPr>
        <p:spPr>
          <a:xfrm>
            <a:off x="2075966" y="3904446"/>
            <a:ext cx="1809278" cy="369332"/>
          </a:xfrm>
          <a:prstGeom prst="rect">
            <a:avLst/>
          </a:prstGeom>
          <a:noFill/>
        </p:spPr>
        <p:txBody>
          <a:bodyPr wrap="none" rtlCol="0">
            <a:spAutoFit/>
          </a:bodyPr>
          <a:lstStyle/>
          <a:p>
            <a:r>
              <a:rPr lang="en-AU"/>
              <a:t>Arbitrary AI Tool</a:t>
            </a:r>
          </a:p>
        </p:txBody>
      </p:sp>
      <p:cxnSp>
        <p:nvCxnSpPr>
          <p:cNvPr id="23" name="Straight Arrow Connector 22">
            <a:extLst>
              <a:ext uri="{FF2B5EF4-FFF2-40B4-BE49-F238E27FC236}">
                <a16:creationId xmlns:a16="http://schemas.microsoft.com/office/drawing/2014/main" id="{554DDEF4-1E19-5FE2-3F60-2CF0D0D33B2C}"/>
              </a:ext>
            </a:extLst>
          </p:cNvPr>
          <p:cNvCxnSpPr>
            <a:cxnSpLocks/>
            <a:endCxn id="16" idx="0"/>
          </p:cNvCxnSpPr>
          <p:nvPr/>
        </p:nvCxnSpPr>
        <p:spPr>
          <a:xfrm>
            <a:off x="2585610" y="4295348"/>
            <a:ext cx="0" cy="6245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8173DEB-87F6-BF7A-FA91-2869BAEF15D5}"/>
              </a:ext>
            </a:extLst>
          </p:cNvPr>
          <p:cNvCxnSpPr>
            <a:cxnSpLocks/>
          </p:cNvCxnSpPr>
          <p:nvPr/>
        </p:nvCxnSpPr>
        <p:spPr>
          <a:xfrm>
            <a:off x="2585610" y="5619940"/>
            <a:ext cx="0" cy="6245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a:extLst>
              <a:ext uri="{FF2B5EF4-FFF2-40B4-BE49-F238E27FC236}">
                <a16:creationId xmlns:a16="http://schemas.microsoft.com/office/drawing/2014/main" id="{B08EFBBA-679C-B109-FF45-B0EA3BC8E4B2}"/>
              </a:ext>
            </a:extLst>
          </p:cNvPr>
          <p:cNvSpPr/>
          <p:nvPr/>
        </p:nvSpPr>
        <p:spPr>
          <a:xfrm>
            <a:off x="7398457" y="4736111"/>
            <a:ext cx="2723678" cy="72008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sym typeface="Wingdings" pitchFamily="2" charset="2"/>
              </a:rPr>
              <a:t>Analyser</a:t>
            </a:r>
          </a:p>
        </p:txBody>
      </p:sp>
      <p:pic>
        <p:nvPicPr>
          <p:cNvPr id="28" name="Graphic 27" descr="List outline">
            <a:extLst>
              <a:ext uri="{FF2B5EF4-FFF2-40B4-BE49-F238E27FC236}">
                <a16:creationId xmlns:a16="http://schemas.microsoft.com/office/drawing/2014/main" id="{9B3ADDD0-9D94-C6A7-DAF0-A39EE37A1C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70964" y="5827842"/>
            <a:ext cx="914400" cy="914400"/>
          </a:xfrm>
          <a:prstGeom prst="rect">
            <a:avLst/>
          </a:prstGeom>
        </p:spPr>
      </p:pic>
      <p:sp>
        <p:nvSpPr>
          <p:cNvPr id="29" name="TextBox 28">
            <a:extLst>
              <a:ext uri="{FF2B5EF4-FFF2-40B4-BE49-F238E27FC236}">
                <a16:creationId xmlns:a16="http://schemas.microsoft.com/office/drawing/2014/main" id="{67CD0DE2-4FF6-82C0-A629-B2338CCEC122}"/>
              </a:ext>
            </a:extLst>
          </p:cNvPr>
          <p:cNvSpPr txBox="1"/>
          <p:nvPr/>
        </p:nvSpPr>
        <p:spPr>
          <a:xfrm>
            <a:off x="7865537" y="6120100"/>
            <a:ext cx="4292906" cy="369332"/>
          </a:xfrm>
          <a:prstGeom prst="rect">
            <a:avLst/>
          </a:prstGeom>
          <a:noFill/>
        </p:spPr>
        <p:txBody>
          <a:bodyPr wrap="none" rtlCol="0">
            <a:spAutoFit/>
          </a:bodyPr>
          <a:lstStyle/>
          <a:p>
            <a:r>
              <a:rPr lang="en-AU"/>
              <a:t>AI Tool Workflow Behaviour Provenance</a:t>
            </a:r>
          </a:p>
        </p:txBody>
      </p:sp>
      <p:sp>
        <p:nvSpPr>
          <p:cNvPr id="30" name="TextBox 29">
            <a:extLst>
              <a:ext uri="{FF2B5EF4-FFF2-40B4-BE49-F238E27FC236}">
                <a16:creationId xmlns:a16="http://schemas.microsoft.com/office/drawing/2014/main" id="{40EFF4F7-D5FC-3F39-9FA3-6FD33CB3B706}"/>
              </a:ext>
            </a:extLst>
          </p:cNvPr>
          <p:cNvSpPr txBox="1"/>
          <p:nvPr/>
        </p:nvSpPr>
        <p:spPr>
          <a:xfrm>
            <a:off x="8250652" y="3720691"/>
            <a:ext cx="1847750" cy="369332"/>
          </a:xfrm>
          <a:prstGeom prst="rect">
            <a:avLst/>
          </a:prstGeom>
          <a:noFill/>
        </p:spPr>
        <p:txBody>
          <a:bodyPr wrap="none" rtlCol="0">
            <a:spAutoFit/>
          </a:bodyPr>
          <a:lstStyle/>
          <a:p>
            <a:r>
              <a:rPr lang="en-AU"/>
              <a:t>Multiple AI Tools</a:t>
            </a:r>
          </a:p>
        </p:txBody>
      </p:sp>
      <p:cxnSp>
        <p:nvCxnSpPr>
          <p:cNvPr id="31" name="Straight Arrow Connector 30">
            <a:extLst>
              <a:ext uri="{FF2B5EF4-FFF2-40B4-BE49-F238E27FC236}">
                <a16:creationId xmlns:a16="http://schemas.microsoft.com/office/drawing/2014/main" id="{7BFF358C-BB1C-D2D0-E500-B6D806148191}"/>
              </a:ext>
            </a:extLst>
          </p:cNvPr>
          <p:cNvCxnSpPr>
            <a:cxnSpLocks/>
            <a:endCxn id="27" idx="0"/>
          </p:cNvCxnSpPr>
          <p:nvPr/>
        </p:nvCxnSpPr>
        <p:spPr>
          <a:xfrm>
            <a:off x="8760296" y="4111593"/>
            <a:ext cx="0" cy="6245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B4D29F7-D8FC-F052-A3E7-51408E012437}"/>
              </a:ext>
            </a:extLst>
          </p:cNvPr>
          <p:cNvCxnSpPr>
            <a:cxnSpLocks/>
          </p:cNvCxnSpPr>
          <p:nvPr/>
        </p:nvCxnSpPr>
        <p:spPr>
          <a:xfrm>
            <a:off x="8760296" y="5436185"/>
            <a:ext cx="0" cy="6245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2803D531-1661-1662-88C4-A629C9A13CD0}"/>
              </a:ext>
            </a:extLst>
          </p:cNvPr>
          <p:cNvGrpSpPr/>
          <p:nvPr/>
        </p:nvGrpSpPr>
        <p:grpSpPr>
          <a:xfrm>
            <a:off x="7328894" y="3482900"/>
            <a:ext cx="980252" cy="881560"/>
            <a:chOff x="4757921" y="4475726"/>
            <a:chExt cx="980252" cy="881560"/>
          </a:xfrm>
        </p:grpSpPr>
        <p:pic>
          <p:nvPicPr>
            <p:cNvPr id="18" name="Graphic 17" descr="Web design with solid fill">
              <a:extLst>
                <a:ext uri="{FF2B5EF4-FFF2-40B4-BE49-F238E27FC236}">
                  <a16:creationId xmlns:a16="http://schemas.microsoft.com/office/drawing/2014/main" id="{492937F9-F0A6-B408-4FE8-A1D59059FA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57921" y="4861651"/>
              <a:ext cx="495635" cy="495635"/>
            </a:xfrm>
            <a:prstGeom prst="rect">
              <a:avLst/>
            </a:prstGeom>
          </p:spPr>
        </p:pic>
        <p:pic>
          <p:nvPicPr>
            <p:cNvPr id="33" name="Graphic 32" descr="Web design with solid fill">
              <a:extLst>
                <a:ext uri="{FF2B5EF4-FFF2-40B4-BE49-F238E27FC236}">
                  <a16:creationId xmlns:a16="http://schemas.microsoft.com/office/drawing/2014/main" id="{63099322-C8E2-BC9C-B342-1B1EB574FD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42538" y="4861650"/>
              <a:ext cx="495635" cy="495635"/>
            </a:xfrm>
            <a:prstGeom prst="rect">
              <a:avLst/>
            </a:prstGeom>
          </p:spPr>
        </p:pic>
        <p:pic>
          <p:nvPicPr>
            <p:cNvPr id="34" name="Graphic 33" descr="Web design with solid fill">
              <a:extLst>
                <a:ext uri="{FF2B5EF4-FFF2-40B4-BE49-F238E27FC236}">
                  <a16:creationId xmlns:a16="http://schemas.microsoft.com/office/drawing/2014/main" id="{B8329219-E4CF-CFB0-8022-FAFC99FE7F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2254" y="4475726"/>
              <a:ext cx="495635" cy="495635"/>
            </a:xfrm>
            <a:prstGeom prst="rect">
              <a:avLst/>
            </a:prstGeom>
          </p:spPr>
        </p:pic>
      </p:grpSp>
      <p:pic>
        <p:nvPicPr>
          <p:cNvPr id="36" name="Graphic 35" descr="Web design with solid fill">
            <a:extLst>
              <a:ext uri="{FF2B5EF4-FFF2-40B4-BE49-F238E27FC236}">
                <a16:creationId xmlns:a16="http://schemas.microsoft.com/office/drawing/2014/main" id="{C9E892F6-A68E-3D07-FF9D-ABD27C6AFF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1417" y="3653295"/>
            <a:ext cx="839576" cy="839576"/>
          </a:xfrm>
          <a:prstGeom prst="rect">
            <a:avLst/>
          </a:prstGeom>
        </p:spPr>
      </p:pic>
    </p:spTree>
    <p:extLst>
      <p:ext uri="{BB962C8B-B14F-4D97-AF65-F5344CB8AC3E}">
        <p14:creationId xmlns:p14="http://schemas.microsoft.com/office/powerpoint/2010/main" val="72690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up)">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up)">
                                      <p:cBhvr>
                                        <p:cTn id="34" dur="500"/>
                                        <p:tgtEl>
                                          <p:spTgt spid="22"/>
                                        </p:tgtEl>
                                      </p:cBhvr>
                                    </p:animEffect>
                                  </p:childTnLst>
                                </p:cTn>
                              </p:par>
                              <p:par>
                                <p:cTn id="35" presetID="22" presetClass="entr" presetSubtype="1"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up)">
                                      <p:cBhvr>
                                        <p:cTn id="37" dur="500"/>
                                        <p:tgtEl>
                                          <p:spTgt spid="36"/>
                                        </p:tgtEl>
                                      </p:cBhvr>
                                    </p:animEffec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up)">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wipe(up)">
                                      <p:cBhvr>
                                        <p:cTn id="46" dur="500"/>
                                        <p:tgtEl>
                                          <p:spTgt spid="26"/>
                                        </p:tgtEl>
                                      </p:cBhvr>
                                    </p:animEffect>
                                  </p:childTnLst>
                                </p:cTn>
                              </p:par>
                            </p:childTnLst>
                          </p:cTn>
                        </p:par>
                        <p:par>
                          <p:cTn id="47" fill="hold">
                            <p:stCondLst>
                              <p:cond delay="500"/>
                            </p:stCondLst>
                            <p:childTnLst>
                              <p:par>
                                <p:cTn id="48" presetID="22" presetClass="entr" presetSubtype="1" fill="hold"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up)">
                                      <p:cBhvr>
                                        <p:cTn id="50" dur="500"/>
                                        <p:tgtEl>
                                          <p:spTgt spid="20"/>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up)">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up)">
                                      <p:cBhvr>
                                        <p:cTn id="58" dur="500"/>
                                        <p:tgtEl>
                                          <p:spTgt spid="13"/>
                                        </p:tgtEl>
                                      </p:cBhvr>
                                    </p:animEffec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up)">
                                      <p:cBhvr>
                                        <p:cTn id="62" dur="5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wipe(up)">
                                      <p:cBhvr>
                                        <p:cTn id="72" dur="500"/>
                                        <p:tgtEl>
                                          <p:spTgt spid="30"/>
                                        </p:tgtEl>
                                      </p:cBhvr>
                                    </p:animEffect>
                                  </p:childTnLst>
                                </p:cTn>
                              </p:par>
                              <p:par>
                                <p:cTn id="73" presetID="22" presetClass="entr" presetSubtype="1" fill="hold"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wipe(up)">
                                      <p:cBhvr>
                                        <p:cTn id="75" dur="500"/>
                                        <p:tgtEl>
                                          <p:spTgt spid="35"/>
                                        </p:tgtEl>
                                      </p:cBhvr>
                                    </p:animEffect>
                                  </p:childTnLst>
                                </p:cTn>
                              </p:par>
                            </p:childTnLst>
                          </p:cTn>
                        </p:par>
                        <p:par>
                          <p:cTn id="76" fill="hold">
                            <p:stCondLst>
                              <p:cond delay="500"/>
                            </p:stCondLst>
                            <p:childTnLst>
                              <p:par>
                                <p:cTn id="77" presetID="22" presetClass="entr" presetSubtype="1" fill="hold" nodeType="after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wipe(up)">
                                      <p:cBhvr>
                                        <p:cTn id="79" dur="50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wipe(up)">
                                      <p:cBhvr>
                                        <p:cTn id="84" dur="500"/>
                                        <p:tgtEl>
                                          <p:spTgt spid="32"/>
                                        </p:tgtEl>
                                      </p:cBhvr>
                                    </p:animEffect>
                                  </p:childTnLst>
                                </p:cTn>
                              </p:par>
                            </p:childTnLst>
                          </p:cTn>
                        </p:par>
                        <p:par>
                          <p:cTn id="85" fill="hold">
                            <p:stCondLst>
                              <p:cond delay="500"/>
                            </p:stCondLst>
                            <p:childTnLst>
                              <p:par>
                                <p:cTn id="86" presetID="22" presetClass="entr" presetSubtype="1" fill="hold" nodeType="after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wipe(up)">
                                      <p:cBhvr>
                                        <p:cTn id="88" dur="500"/>
                                        <p:tgtEl>
                                          <p:spTgt spid="28"/>
                                        </p:tgtEl>
                                      </p:cBhvr>
                                    </p:animEffect>
                                  </p:childTnLst>
                                </p:cTn>
                              </p:par>
                              <p:par>
                                <p:cTn id="89" presetID="22" presetClass="entr" presetSubtype="1"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wipe(up)">
                                      <p:cBhvr>
                                        <p:cTn id="9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2" grpId="0" animBg="1"/>
      <p:bldP spid="5" grpId="0" animBg="1"/>
      <p:bldP spid="6" grpId="0" animBg="1"/>
      <p:bldP spid="16" grpId="0" animBg="1"/>
      <p:bldP spid="21" grpId="0"/>
      <p:bldP spid="22" grpId="0"/>
      <p:bldP spid="27" grpId="0" animBg="1"/>
      <p:bldP spid="29" grpId="0"/>
      <p:bldP spid="3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D6CBF-3104-3057-7F3A-F3E0278E4C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06FACA-B13A-600B-BC97-40530ACCA468}"/>
              </a:ext>
            </a:extLst>
          </p:cNvPr>
          <p:cNvSpPr txBox="1"/>
          <p:nvPr/>
        </p:nvSpPr>
        <p:spPr>
          <a:xfrm>
            <a:off x="973686" y="1427356"/>
            <a:ext cx="7136890"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Current Research Project</a:t>
            </a:r>
          </a:p>
        </p:txBody>
      </p:sp>
      <p:sp>
        <p:nvSpPr>
          <p:cNvPr id="3" name="TextBox 2">
            <a:extLst>
              <a:ext uri="{FF2B5EF4-FFF2-40B4-BE49-F238E27FC236}">
                <a16:creationId xmlns:a16="http://schemas.microsoft.com/office/drawing/2014/main" id="{9ADB2A97-9D0B-FFF7-D85C-146E8E35E8B4}"/>
              </a:ext>
            </a:extLst>
          </p:cNvPr>
          <p:cNvSpPr txBox="1"/>
          <p:nvPr/>
        </p:nvSpPr>
        <p:spPr>
          <a:xfrm>
            <a:off x="970156" y="2860226"/>
            <a:ext cx="7479933"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Potential Research Project</a:t>
            </a:r>
          </a:p>
        </p:txBody>
      </p:sp>
      <p:sp>
        <p:nvSpPr>
          <p:cNvPr id="4" name="TextBox 3">
            <a:extLst>
              <a:ext uri="{FF2B5EF4-FFF2-40B4-BE49-F238E27FC236}">
                <a16:creationId xmlns:a16="http://schemas.microsoft.com/office/drawing/2014/main" id="{22C43128-4831-73A5-5307-A8994EB1BC31}"/>
              </a:ext>
            </a:extLst>
          </p:cNvPr>
          <p:cNvSpPr txBox="1"/>
          <p:nvPr/>
        </p:nvSpPr>
        <p:spPr>
          <a:xfrm>
            <a:off x="970156" y="4293096"/>
            <a:ext cx="3815468" cy="830997"/>
          </a:xfrm>
          <a:prstGeom prst="rect">
            <a:avLst/>
          </a:prstGeom>
          <a:noFill/>
        </p:spPr>
        <p:txBody>
          <a:bodyPr wrap="none" rtlCol="0">
            <a:spAutoFit/>
          </a:bodyPr>
          <a:lstStyle/>
          <a:p>
            <a:r>
              <a:rPr lang="en-AU" sz="4800">
                <a:ln w="0"/>
                <a:solidFill>
                  <a:schemeClr val="accent1"/>
                </a:solidFill>
                <a:effectLst>
                  <a:outerShdw blurRad="38100" dist="25400" dir="5400000" algn="ctr" rotWithShape="0">
                    <a:srgbClr val="6E747A">
                      <a:alpha val="43000"/>
                    </a:srgbClr>
                  </a:outerShdw>
                </a:effectLst>
              </a:rPr>
              <a:t>Collaboration</a:t>
            </a:r>
          </a:p>
        </p:txBody>
      </p:sp>
    </p:spTree>
    <p:extLst>
      <p:ext uri="{BB962C8B-B14F-4D97-AF65-F5344CB8AC3E}">
        <p14:creationId xmlns:p14="http://schemas.microsoft.com/office/powerpoint/2010/main" val="332914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2"/>
                                        </p:tgtEl>
                                      </p:cBhvr>
                                    </p:animEffect>
                                    <p:set>
                                      <p:cBhvr>
                                        <p:cTn id="7" dur="1" fill="hold">
                                          <p:stCondLst>
                                            <p:cond delay="999"/>
                                          </p:stCondLst>
                                        </p:cTn>
                                        <p:tgtEl>
                                          <p:spTgt spid="2"/>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1000"/>
                                        <p:tgtEl>
                                          <p:spTgt spid="3"/>
                                        </p:tgtEl>
                                      </p:cBhvr>
                                    </p:animEffect>
                                    <p:set>
                                      <p:cBhvr>
                                        <p:cTn id="10" dur="1" fill="hold">
                                          <p:stCondLst>
                                            <p:cond delay="999"/>
                                          </p:stCondLst>
                                        </p:cTn>
                                        <p:tgtEl>
                                          <p:spTgt spid="3"/>
                                        </p:tgtEl>
                                        <p:attrNameLst>
                                          <p:attrName>style.visibility</p:attrName>
                                        </p:attrNameLst>
                                      </p:cBhvr>
                                      <p:to>
                                        <p:strVal val="hidden"/>
                                      </p:to>
                                    </p:set>
                                  </p:childTnLst>
                                </p:cTn>
                              </p:par>
                              <p:par>
                                <p:cTn id="11" presetID="42" presetClass="path" presetSubtype="0" accel="50000" decel="50000" fill="hold" grpId="2" nodeType="withEffect">
                                  <p:stCondLst>
                                    <p:cond delay="0"/>
                                  </p:stCondLst>
                                  <p:childTnLst>
                                    <p:animMotion origin="layout" path="M 2.29167E-6 -4.07407E-6 L 0.26393 -0.19699 " pathEditMode="relative" rAng="0" ptsTypes="AA">
                                      <p:cBhvr>
                                        <p:cTn id="12" dur="2000" fill="hold"/>
                                        <p:tgtEl>
                                          <p:spTgt spid="4"/>
                                        </p:tgtEl>
                                        <p:attrNameLst>
                                          <p:attrName>ppt_x</p:attrName>
                                          <p:attrName>ppt_y</p:attrName>
                                        </p:attrNameLst>
                                      </p:cBhvr>
                                      <p:rCtr x="13190" y="-9861"/>
                                    </p:animMotion>
                                  </p:childTnLst>
                                </p:cTn>
                              </p:par>
                              <p:par>
                                <p:cTn id="13" presetID="16" presetClass="emph" presetSubtype="0" fill="hold" grpId="0" nodeType="withEffect">
                                  <p:stCondLst>
                                    <p:cond delay="0"/>
                                  </p:stCondLst>
                                  <p:childTnLst>
                                    <p:set>
                                      <p:cBhvr override="childStyle">
                                        <p:cTn id="14" dur="2000" fill="hold"/>
                                        <p:tgtEl>
                                          <p:spTgt spid="4"/>
                                        </p:tgtEl>
                                        <p:attrNameLst>
                                          <p:attrName>style.color</p:attrName>
                                        </p:attrNameLst>
                                      </p:cBhvr>
                                      <p:to>
                                        <p:clrVal>
                                          <a:srgbClr val="2EA836"/>
                                        </p:clrVal>
                                      </p:to>
                                    </p:set>
                                    <p:set>
                                      <p:cBhvr>
                                        <p:cTn id="15" dur="2000" fill="hold"/>
                                        <p:tgtEl>
                                          <p:spTgt spid="4"/>
                                        </p:tgtEl>
                                        <p:attrNameLst>
                                          <p:attrName>fillcolor</p:attrName>
                                        </p:attrNameLst>
                                      </p:cBhvr>
                                      <p:to>
                                        <p:clrVal>
                                          <a:srgbClr val="2EA836"/>
                                        </p:clrVal>
                                      </p:to>
                                    </p:set>
                                    <p:set>
                                      <p:cBhvr>
                                        <p:cTn id="16" dur="2000" fill="hold"/>
                                        <p:tgtEl>
                                          <p:spTgt spid="4"/>
                                        </p:tgtEl>
                                        <p:attrNameLst>
                                          <p:attrName>fill.type</p:attrName>
                                        </p:attrNameLst>
                                      </p:cBhvr>
                                      <p:to>
                                        <p:strVal val="solid"/>
                                      </p:to>
                                    </p:set>
                                  </p:childTnLst>
                                </p:cTn>
                              </p:par>
                              <p:par>
                                <p:cTn id="17" presetID="6" presetClass="emph" presetSubtype="0" decel="50000" fill="hold" grpId="1" nodeType="withEffect">
                                  <p:stCondLst>
                                    <p:cond delay="0"/>
                                  </p:stCondLst>
                                  <p:childTnLst>
                                    <p:animScale>
                                      <p:cBhvr>
                                        <p:cTn id="18"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4" grpId="1"/>
      <p:bldP spid="4" grpId="2"/>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5CFA1-9476-45DE-EBDF-A55518C900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D216BB-2A25-CB23-A4F6-FC053F3E5647}"/>
              </a:ext>
            </a:extLst>
          </p:cNvPr>
          <p:cNvSpPr>
            <a:spLocks noGrp="1"/>
          </p:cNvSpPr>
          <p:nvPr>
            <p:ph type="title"/>
          </p:nvPr>
        </p:nvSpPr>
        <p:spPr>
          <a:xfrm>
            <a:off x="119336" y="98610"/>
            <a:ext cx="10801350" cy="469056"/>
          </a:xfrm>
        </p:spPr>
        <p:txBody>
          <a:bodyPr/>
          <a:lstStyle/>
          <a:p>
            <a:r>
              <a:rPr lang="en-AU">
                <a:solidFill>
                  <a:schemeClr val="bg1"/>
                </a:solidFill>
              </a:rPr>
              <a:t>Collaboration</a:t>
            </a:r>
          </a:p>
        </p:txBody>
      </p:sp>
      <p:sp>
        <p:nvSpPr>
          <p:cNvPr id="3" name="Rounded Rectangle 2">
            <a:extLst>
              <a:ext uri="{FF2B5EF4-FFF2-40B4-BE49-F238E27FC236}">
                <a16:creationId xmlns:a16="http://schemas.microsoft.com/office/drawing/2014/main" id="{8F2EF757-8878-4286-F76C-EC87E23FE769}"/>
              </a:ext>
            </a:extLst>
          </p:cNvPr>
          <p:cNvSpPr/>
          <p:nvPr/>
        </p:nvSpPr>
        <p:spPr>
          <a:xfrm>
            <a:off x="388243" y="3297351"/>
            <a:ext cx="4896543" cy="1199400"/>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Uncalibrated Deepfake Detector</a:t>
            </a:r>
          </a:p>
        </p:txBody>
      </p:sp>
      <p:grpSp>
        <p:nvGrpSpPr>
          <p:cNvPr id="14" name="Group 13">
            <a:extLst>
              <a:ext uri="{FF2B5EF4-FFF2-40B4-BE49-F238E27FC236}">
                <a16:creationId xmlns:a16="http://schemas.microsoft.com/office/drawing/2014/main" id="{174798F9-140D-F864-1444-7C0CC946E23B}"/>
              </a:ext>
            </a:extLst>
          </p:cNvPr>
          <p:cNvGrpSpPr/>
          <p:nvPr/>
        </p:nvGrpSpPr>
        <p:grpSpPr>
          <a:xfrm>
            <a:off x="3575720" y="794735"/>
            <a:ext cx="4304849" cy="1415425"/>
            <a:chOff x="1055440" y="1110600"/>
            <a:chExt cx="4304849" cy="1415425"/>
          </a:xfrm>
        </p:grpSpPr>
        <p:sp>
          <p:nvSpPr>
            <p:cNvPr id="2" name="Rounded Rectangle 1">
              <a:extLst>
                <a:ext uri="{FF2B5EF4-FFF2-40B4-BE49-F238E27FC236}">
                  <a16:creationId xmlns:a16="http://schemas.microsoft.com/office/drawing/2014/main" id="{FE5CB840-84F3-10CC-5421-EB77E504EDD5}"/>
                </a:ext>
              </a:extLst>
            </p:cNvPr>
            <p:cNvSpPr/>
            <p:nvPr/>
          </p:nvSpPr>
          <p:spPr>
            <a:xfrm>
              <a:off x="1055440" y="1110600"/>
              <a:ext cx="4304849" cy="1415425"/>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en-AU" sz="2400"/>
                <a:t>Potential Deepfake Material</a:t>
              </a:r>
            </a:p>
          </p:txBody>
        </p:sp>
        <p:pic>
          <p:nvPicPr>
            <p:cNvPr id="6" name="Graphic 5" descr="Images outline">
              <a:extLst>
                <a:ext uri="{FF2B5EF4-FFF2-40B4-BE49-F238E27FC236}">
                  <a16:creationId xmlns:a16="http://schemas.microsoft.com/office/drawing/2014/main" id="{F4168303-2657-6E7F-6B05-BBBF472AD7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7488" y="1545381"/>
              <a:ext cx="914400" cy="914400"/>
            </a:xfrm>
            <a:prstGeom prst="rect">
              <a:avLst/>
            </a:prstGeom>
          </p:spPr>
        </p:pic>
        <p:pic>
          <p:nvPicPr>
            <p:cNvPr id="11" name="Graphic 10" descr="Voice outline">
              <a:extLst>
                <a:ext uri="{FF2B5EF4-FFF2-40B4-BE49-F238E27FC236}">
                  <a16:creationId xmlns:a16="http://schemas.microsoft.com/office/drawing/2014/main" id="{CFEC1FAB-0D5A-CA56-E5A0-0A5B591E74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33936" y="1545381"/>
              <a:ext cx="914400" cy="914400"/>
            </a:xfrm>
            <a:prstGeom prst="rect">
              <a:avLst/>
            </a:prstGeom>
          </p:spPr>
        </p:pic>
        <p:pic>
          <p:nvPicPr>
            <p:cNvPr id="13" name="Graphic 12" descr="Presentation with media with solid fill">
              <a:extLst>
                <a:ext uri="{FF2B5EF4-FFF2-40B4-BE49-F238E27FC236}">
                  <a16:creationId xmlns:a16="http://schemas.microsoft.com/office/drawing/2014/main" id="{199C5F9A-47B8-88B4-19F5-580E247572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79776" y="1545381"/>
              <a:ext cx="914400" cy="914400"/>
            </a:xfrm>
            <a:prstGeom prst="rect">
              <a:avLst/>
            </a:prstGeom>
          </p:spPr>
        </p:pic>
      </p:grpSp>
      <p:sp>
        <p:nvSpPr>
          <p:cNvPr id="15" name="Rounded Rectangle 14">
            <a:extLst>
              <a:ext uri="{FF2B5EF4-FFF2-40B4-BE49-F238E27FC236}">
                <a16:creationId xmlns:a16="http://schemas.microsoft.com/office/drawing/2014/main" id="{18762F9D-937B-43F3-2FFD-912015453426}"/>
              </a:ext>
            </a:extLst>
          </p:cNvPr>
          <p:cNvSpPr/>
          <p:nvPr/>
        </p:nvSpPr>
        <p:spPr>
          <a:xfrm>
            <a:off x="385663" y="5387359"/>
            <a:ext cx="4896543" cy="936104"/>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Result (30% Confidence level)</a:t>
            </a:r>
          </a:p>
        </p:txBody>
      </p:sp>
      <p:sp>
        <p:nvSpPr>
          <p:cNvPr id="16" name="Rounded Rectangle 15">
            <a:extLst>
              <a:ext uri="{FF2B5EF4-FFF2-40B4-BE49-F238E27FC236}">
                <a16:creationId xmlns:a16="http://schemas.microsoft.com/office/drawing/2014/main" id="{C65A52BE-14C9-6F71-86DA-F02CC236E8A8}"/>
              </a:ext>
            </a:extLst>
          </p:cNvPr>
          <p:cNvSpPr/>
          <p:nvPr/>
        </p:nvSpPr>
        <p:spPr>
          <a:xfrm>
            <a:off x="6909793" y="3297351"/>
            <a:ext cx="4896543" cy="1199401"/>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en-AU" sz="2400"/>
              <a:t>Calibrated Deepfake Detector</a:t>
            </a:r>
          </a:p>
        </p:txBody>
      </p:sp>
      <p:sp>
        <p:nvSpPr>
          <p:cNvPr id="17" name="Rounded Rectangle 16">
            <a:extLst>
              <a:ext uri="{FF2B5EF4-FFF2-40B4-BE49-F238E27FC236}">
                <a16:creationId xmlns:a16="http://schemas.microsoft.com/office/drawing/2014/main" id="{E3DE63DB-6249-898D-476B-B5003FC0CA32}"/>
              </a:ext>
            </a:extLst>
          </p:cNvPr>
          <p:cNvSpPr/>
          <p:nvPr/>
        </p:nvSpPr>
        <p:spPr>
          <a:xfrm>
            <a:off x="7439000" y="3939893"/>
            <a:ext cx="3838128" cy="413077"/>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AU"/>
              <a:t>Real up-to-date Deepfake Dataset</a:t>
            </a:r>
          </a:p>
        </p:txBody>
      </p:sp>
      <p:cxnSp>
        <p:nvCxnSpPr>
          <p:cNvPr id="19" name="Straight Arrow Connector 18">
            <a:extLst>
              <a:ext uri="{FF2B5EF4-FFF2-40B4-BE49-F238E27FC236}">
                <a16:creationId xmlns:a16="http://schemas.microsoft.com/office/drawing/2014/main" id="{44ECAC4B-9035-19C6-3C26-BDD17FFC7899}"/>
              </a:ext>
            </a:extLst>
          </p:cNvPr>
          <p:cNvCxnSpPr>
            <a:cxnSpLocks/>
            <a:stCxn id="2" idx="2"/>
            <a:endCxn id="3" idx="0"/>
          </p:cNvCxnSpPr>
          <p:nvPr/>
        </p:nvCxnSpPr>
        <p:spPr>
          <a:xfrm flipH="1">
            <a:off x="2836515" y="2210160"/>
            <a:ext cx="2891630" cy="108719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A7CA792-A34F-ED06-8E59-532ABDE59855}"/>
              </a:ext>
            </a:extLst>
          </p:cNvPr>
          <p:cNvCxnSpPr>
            <a:cxnSpLocks/>
            <a:stCxn id="2" idx="2"/>
            <a:endCxn id="16" idx="0"/>
          </p:cNvCxnSpPr>
          <p:nvPr/>
        </p:nvCxnSpPr>
        <p:spPr>
          <a:xfrm>
            <a:off x="5728145" y="2210160"/>
            <a:ext cx="3629920" cy="108719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CCE20A18-A663-0B8A-E5E6-1DB9C90105A3}"/>
              </a:ext>
            </a:extLst>
          </p:cNvPr>
          <p:cNvSpPr/>
          <p:nvPr/>
        </p:nvSpPr>
        <p:spPr>
          <a:xfrm>
            <a:off x="6909793" y="5387359"/>
            <a:ext cx="4896543" cy="936104"/>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Result (</a:t>
            </a:r>
            <a:r>
              <a:rPr lang="en-AU" sz="2400" b="1" u="sng">
                <a:solidFill>
                  <a:srgbClr val="00B050"/>
                </a:solidFill>
              </a:rPr>
              <a:t>85%</a:t>
            </a:r>
            <a:r>
              <a:rPr lang="en-AU" sz="2400"/>
              <a:t> Confidence level)</a:t>
            </a:r>
          </a:p>
        </p:txBody>
      </p:sp>
      <p:cxnSp>
        <p:nvCxnSpPr>
          <p:cNvPr id="26" name="Straight Arrow Connector 25">
            <a:extLst>
              <a:ext uri="{FF2B5EF4-FFF2-40B4-BE49-F238E27FC236}">
                <a16:creationId xmlns:a16="http://schemas.microsoft.com/office/drawing/2014/main" id="{E4AF0368-3AF8-B0CD-5904-F48A0C1C34A7}"/>
              </a:ext>
            </a:extLst>
          </p:cNvPr>
          <p:cNvCxnSpPr>
            <a:cxnSpLocks/>
            <a:stCxn id="16" idx="2"/>
            <a:endCxn id="25" idx="0"/>
          </p:cNvCxnSpPr>
          <p:nvPr/>
        </p:nvCxnSpPr>
        <p:spPr>
          <a:xfrm>
            <a:off x="9358065" y="4496752"/>
            <a:ext cx="0" cy="89060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ED952FF-E9E3-CE94-189B-5C174EF0C2F1}"/>
              </a:ext>
            </a:extLst>
          </p:cNvPr>
          <p:cNvCxnSpPr>
            <a:cxnSpLocks/>
            <a:stCxn id="3" idx="2"/>
            <a:endCxn id="15" idx="0"/>
          </p:cNvCxnSpPr>
          <p:nvPr/>
        </p:nvCxnSpPr>
        <p:spPr>
          <a:xfrm flipH="1">
            <a:off x="2833935" y="4496751"/>
            <a:ext cx="2580" cy="89060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8B1078A-9ABF-B1D1-44EB-C9D396EE15F9}"/>
              </a:ext>
            </a:extLst>
          </p:cNvPr>
          <p:cNvSpPr txBox="1"/>
          <p:nvPr/>
        </p:nvSpPr>
        <p:spPr>
          <a:xfrm>
            <a:off x="8562080" y="1382926"/>
            <a:ext cx="3629920" cy="1200329"/>
          </a:xfrm>
          <a:prstGeom prst="rect">
            <a:avLst/>
          </a:prstGeom>
          <a:noFill/>
        </p:spPr>
        <p:txBody>
          <a:bodyPr wrap="square" rtlCol="0">
            <a:spAutoFit/>
          </a:bodyPr>
          <a:lstStyle/>
          <a:p>
            <a:r>
              <a:rPr lang="en-AU" b="1" u="sng"/>
              <a:t>Calibrated:</a:t>
            </a:r>
            <a:r>
              <a:rPr lang="en-AU"/>
              <a:t> Calibration uses labelled real and fake examples to adjust how a detector’s scores translate into probabilities</a:t>
            </a:r>
          </a:p>
        </p:txBody>
      </p:sp>
    </p:spTree>
    <p:extLst>
      <p:ext uri="{BB962C8B-B14F-4D97-AF65-F5344CB8AC3E}">
        <p14:creationId xmlns:p14="http://schemas.microsoft.com/office/powerpoint/2010/main" val="100777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up)">
                                      <p:cBhvr>
                                        <p:cTn id="21" dur="500"/>
                                        <p:tgtEl>
                                          <p:spTgt spid="29"/>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up)">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500"/>
                                        <p:tgtEl>
                                          <p:spTgt spid="22"/>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up)">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up)">
                                      <p:cBhvr>
                                        <p:cTn id="44" dur="500"/>
                                        <p:tgtEl>
                                          <p:spTgt spid="26"/>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up)">
                                      <p:cBhvr>
                                        <p:cTn id="4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6" grpId="0" animBg="1"/>
      <p:bldP spid="17" grpId="0" animBg="1"/>
      <p:bldP spid="2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60A6C-8FE3-5662-2B97-CD58E2BBFA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1191CB-7528-686E-11BE-CC0F4A8D053F}"/>
              </a:ext>
            </a:extLst>
          </p:cNvPr>
          <p:cNvSpPr>
            <a:spLocks noGrp="1"/>
          </p:cNvSpPr>
          <p:nvPr>
            <p:ph type="title"/>
          </p:nvPr>
        </p:nvSpPr>
        <p:spPr>
          <a:xfrm>
            <a:off x="119336" y="98610"/>
            <a:ext cx="10801350" cy="469056"/>
          </a:xfrm>
        </p:spPr>
        <p:txBody>
          <a:bodyPr/>
          <a:lstStyle/>
          <a:p>
            <a:r>
              <a:rPr lang="en-AU">
                <a:solidFill>
                  <a:schemeClr val="bg1"/>
                </a:solidFill>
              </a:rPr>
              <a:t>Collaboration</a:t>
            </a:r>
          </a:p>
        </p:txBody>
      </p:sp>
      <p:grpSp>
        <p:nvGrpSpPr>
          <p:cNvPr id="18" name="Group 17">
            <a:extLst>
              <a:ext uri="{FF2B5EF4-FFF2-40B4-BE49-F238E27FC236}">
                <a16:creationId xmlns:a16="http://schemas.microsoft.com/office/drawing/2014/main" id="{F56AB983-70F1-04FF-C0E9-DE6EA5643B9A}"/>
              </a:ext>
            </a:extLst>
          </p:cNvPr>
          <p:cNvGrpSpPr/>
          <p:nvPr/>
        </p:nvGrpSpPr>
        <p:grpSpPr>
          <a:xfrm>
            <a:off x="23439" y="836712"/>
            <a:ext cx="4344369" cy="1199401"/>
            <a:chOff x="6888088" y="2949679"/>
            <a:chExt cx="4453629" cy="1199401"/>
          </a:xfrm>
        </p:grpSpPr>
        <p:sp>
          <p:nvSpPr>
            <p:cNvPr id="16" name="Rounded Rectangle 15">
              <a:extLst>
                <a:ext uri="{FF2B5EF4-FFF2-40B4-BE49-F238E27FC236}">
                  <a16:creationId xmlns:a16="http://schemas.microsoft.com/office/drawing/2014/main" id="{C1F31FA2-3F22-15A1-C505-8CCA0620AF69}"/>
                </a:ext>
              </a:extLst>
            </p:cNvPr>
            <p:cNvSpPr/>
            <p:nvPr/>
          </p:nvSpPr>
          <p:spPr>
            <a:xfrm>
              <a:off x="6888088" y="2949679"/>
              <a:ext cx="4453629" cy="1199401"/>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en-AU" sz="2400"/>
                <a:t>Calibrated Deepfake Detector</a:t>
              </a:r>
            </a:p>
          </p:txBody>
        </p:sp>
        <p:sp>
          <p:nvSpPr>
            <p:cNvPr id="17" name="Rounded Rectangle 16">
              <a:extLst>
                <a:ext uri="{FF2B5EF4-FFF2-40B4-BE49-F238E27FC236}">
                  <a16:creationId xmlns:a16="http://schemas.microsoft.com/office/drawing/2014/main" id="{D1DB8D33-9E58-9F9F-836A-31BC13796CD9}"/>
                </a:ext>
              </a:extLst>
            </p:cNvPr>
            <p:cNvSpPr/>
            <p:nvPr/>
          </p:nvSpPr>
          <p:spPr>
            <a:xfrm>
              <a:off x="7195838" y="3543101"/>
              <a:ext cx="3838128" cy="413077"/>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AU"/>
                <a:t>Real up-to-date Deepfake Dataset</a:t>
              </a:r>
            </a:p>
          </p:txBody>
        </p:sp>
      </p:grpSp>
      <p:sp>
        <p:nvSpPr>
          <p:cNvPr id="25" name="Rounded Rectangle 24">
            <a:extLst>
              <a:ext uri="{FF2B5EF4-FFF2-40B4-BE49-F238E27FC236}">
                <a16:creationId xmlns:a16="http://schemas.microsoft.com/office/drawing/2014/main" id="{BF549D8B-AD20-3380-5312-E355DBE2F97E}"/>
              </a:ext>
            </a:extLst>
          </p:cNvPr>
          <p:cNvSpPr/>
          <p:nvPr/>
        </p:nvSpPr>
        <p:spPr>
          <a:xfrm>
            <a:off x="3868348" y="3140968"/>
            <a:ext cx="4896543" cy="692134"/>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Collaboration</a:t>
            </a:r>
          </a:p>
        </p:txBody>
      </p:sp>
      <p:cxnSp>
        <p:nvCxnSpPr>
          <p:cNvPr id="26" name="Straight Arrow Connector 25">
            <a:extLst>
              <a:ext uri="{FF2B5EF4-FFF2-40B4-BE49-F238E27FC236}">
                <a16:creationId xmlns:a16="http://schemas.microsoft.com/office/drawing/2014/main" id="{C1F07075-B326-03F5-CEF8-6CE41897B3EE}"/>
              </a:ext>
            </a:extLst>
          </p:cNvPr>
          <p:cNvCxnSpPr>
            <a:cxnSpLocks/>
            <a:stCxn id="16" idx="2"/>
            <a:endCxn id="25" idx="0"/>
          </p:cNvCxnSpPr>
          <p:nvPr/>
        </p:nvCxnSpPr>
        <p:spPr>
          <a:xfrm>
            <a:off x="2195624" y="2036113"/>
            <a:ext cx="4120996" cy="11048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3216DBF-270B-9E48-F735-C88F9D4C26B3}"/>
              </a:ext>
            </a:extLst>
          </p:cNvPr>
          <p:cNvGrpSpPr/>
          <p:nvPr/>
        </p:nvGrpSpPr>
        <p:grpSpPr>
          <a:xfrm>
            <a:off x="4546168" y="830433"/>
            <a:ext cx="3540904" cy="1256228"/>
            <a:chOff x="4383896" y="2201186"/>
            <a:chExt cx="3540904" cy="1256228"/>
          </a:xfrm>
        </p:grpSpPr>
        <p:sp>
          <p:nvSpPr>
            <p:cNvPr id="12" name="Rounded Rectangle 11">
              <a:extLst>
                <a:ext uri="{FF2B5EF4-FFF2-40B4-BE49-F238E27FC236}">
                  <a16:creationId xmlns:a16="http://schemas.microsoft.com/office/drawing/2014/main" id="{C4AEB74A-F952-5253-B728-AB32CBFA4F04}"/>
                </a:ext>
              </a:extLst>
            </p:cNvPr>
            <p:cNvSpPr/>
            <p:nvPr/>
          </p:nvSpPr>
          <p:spPr>
            <a:xfrm>
              <a:off x="4383896" y="2201186"/>
              <a:ext cx="3540904" cy="1199401"/>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en-AU" sz="2400"/>
                <a:t>Deepfake Professionals</a:t>
              </a:r>
            </a:p>
          </p:txBody>
        </p:sp>
        <p:pic>
          <p:nvPicPr>
            <p:cNvPr id="8" name="Graphic 7" descr="Group with solid fill">
              <a:extLst>
                <a:ext uri="{FF2B5EF4-FFF2-40B4-BE49-F238E27FC236}">
                  <a16:creationId xmlns:a16="http://schemas.microsoft.com/office/drawing/2014/main" id="{A2C3BF5F-9C91-4F12-B410-E2276CAF82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97148" y="2543014"/>
              <a:ext cx="914400" cy="914400"/>
            </a:xfrm>
            <a:prstGeom prst="rect">
              <a:avLst/>
            </a:prstGeom>
          </p:spPr>
        </p:pic>
      </p:grpSp>
      <p:grpSp>
        <p:nvGrpSpPr>
          <p:cNvPr id="32" name="Group 31">
            <a:extLst>
              <a:ext uri="{FF2B5EF4-FFF2-40B4-BE49-F238E27FC236}">
                <a16:creationId xmlns:a16="http://schemas.microsoft.com/office/drawing/2014/main" id="{CD743A8E-473F-FC56-355B-8668A93AF197}"/>
              </a:ext>
            </a:extLst>
          </p:cNvPr>
          <p:cNvGrpSpPr/>
          <p:nvPr/>
        </p:nvGrpSpPr>
        <p:grpSpPr>
          <a:xfrm>
            <a:off x="8265432" y="830433"/>
            <a:ext cx="3540904" cy="1199401"/>
            <a:chOff x="8265432" y="830433"/>
            <a:chExt cx="3540904" cy="1199401"/>
          </a:xfrm>
        </p:grpSpPr>
        <p:sp>
          <p:nvSpPr>
            <p:cNvPr id="23" name="Rounded Rectangle 22">
              <a:extLst>
                <a:ext uri="{FF2B5EF4-FFF2-40B4-BE49-F238E27FC236}">
                  <a16:creationId xmlns:a16="http://schemas.microsoft.com/office/drawing/2014/main" id="{59C783E4-6797-777F-90AC-F6561F01F6D7}"/>
                </a:ext>
              </a:extLst>
            </p:cNvPr>
            <p:cNvSpPr/>
            <p:nvPr/>
          </p:nvSpPr>
          <p:spPr>
            <a:xfrm>
              <a:off x="8265432" y="830433"/>
              <a:ext cx="3540904" cy="1199401"/>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en-AU" sz="2400"/>
                <a:t>Up-to-data Research</a:t>
              </a:r>
            </a:p>
          </p:txBody>
        </p:sp>
        <p:pic>
          <p:nvPicPr>
            <p:cNvPr id="28" name="Graphic 27" descr="Books with solid fill">
              <a:extLst>
                <a:ext uri="{FF2B5EF4-FFF2-40B4-BE49-F238E27FC236}">
                  <a16:creationId xmlns:a16="http://schemas.microsoft.com/office/drawing/2014/main" id="{35BAF371-EF2C-1B31-C700-35A82ED9BA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65930" y="1337700"/>
              <a:ext cx="692134" cy="692134"/>
            </a:xfrm>
            <a:prstGeom prst="rect">
              <a:avLst/>
            </a:prstGeom>
          </p:spPr>
        </p:pic>
        <p:pic>
          <p:nvPicPr>
            <p:cNvPr id="31" name="Picture 30">
              <a:extLst>
                <a:ext uri="{FF2B5EF4-FFF2-40B4-BE49-F238E27FC236}">
                  <a16:creationId xmlns:a16="http://schemas.microsoft.com/office/drawing/2014/main" id="{C4F8EBFE-B44C-9B46-FDA9-4FF153D30453}"/>
                </a:ext>
              </a:extLst>
            </p:cNvPr>
            <p:cNvPicPr>
              <a:picLocks noChangeAspect="1"/>
            </p:cNvPicPr>
            <p:nvPr/>
          </p:nvPicPr>
          <p:blipFill>
            <a:blip r:embed="rId5"/>
            <a:stretch>
              <a:fillRect/>
            </a:stretch>
          </p:blipFill>
          <p:spPr>
            <a:xfrm>
              <a:off x="9433119" y="1396716"/>
              <a:ext cx="2105602" cy="550208"/>
            </a:xfrm>
            <a:prstGeom prst="rect">
              <a:avLst/>
            </a:prstGeom>
          </p:spPr>
        </p:pic>
      </p:grpSp>
      <p:cxnSp>
        <p:nvCxnSpPr>
          <p:cNvPr id="35" name="Straight Arrow Connector 34">
            <a:extLst>
              <a:ext uri="{FF2B5EF4-FFF2-40B4-BE49-F238E27FC236}">
                <a16:creationId xmlns:a16="http://schemas.microsoft.com/office/drawing/2014/main" id="{251DF126-87A9-607C-D216-8850CBB7CE3E}"/>
              </a:ext>
            </a:extLst>
          </p:cNvPr>
          <p:cNvCxnSpPr>
            <a:cxnSpLocks/>
            <a:stCxn id="12" idx="2"/>
            <a:endCxn id="25" idx="0"/>
          </p:cNvCxnSpPr>
          <p:nvPr/>
        </p:nvCxnSpPr>
        <p:spPr>
          <a:xfrm>
            <a:off x="6316620" y="2029834"/>
            <a:ext cx="0" cy="111113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1B7D75B-A975-3BCA-CC1C-CA61DC18F4E4}"/>
              </a:ext>
            </a:extLst>
          </p:cNvPr>
          <p:cNvCxnSpPr>
            <a:cxnSpLocks/>
            <a:stCxn id="23" idx="2"/>
            <a:endCxn id="25" idx="0"/>
          </p:cNvCxnSpPr>
          <p:nvPr/>
        </p:nvCxnSpPr>
        <p:spPr>
          <a:xfrm flipH="1">
            <a:off x="6316620" y="2029834"/>
            <a:ext cx="3719264" cy="111113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47" name="Rounded Rectangle 46">
            <a:extLst>
              <a:ext uri="{FF2B5EF4-FFF2-40B4-BE49-F238E27FC236}">
                <a16:creationId xmlns:a16="http://schemas.microsoft.com/office/drawing/2014/main" id="{953BB0AF-2EDE-9F21-7E60-960187441677}"/>
              </a:ext>
            </a:extLst>
          </p:cNvPr>
          <p:cNvSpPr/>
          <p:nvPr/>
        </p:nvSpPr>
        <p:spPr>
          <a:xfrm>
            <a:off x="490888" y="5041122"/>
            <a:ext cx="6726034" cy="692134"/>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Improve detection accuracy of the investigation</a:t>
            </a:r>
          </a:p>
        </p:txBody>
      </p:sp>
      <p:sp>
        <p:nvSpPr>
          <p:cNvPr id="48" name="Rounded Rectangle 47">
            <a:extLst>
              <a:ext uri="{FF2B5EF4-FFF2-40B4-BE49-F238E27FC236}">
                <a16:creationId xmlns:a16="http://schemas.microsoft.com/office/drawing/2014/main" id="{20EEF100-09BC-6749-71A5-7A16CACE7F11}"/>
              </a:ext>
            </a:extLst>
          </p:cNvPr>
          <p:cNvSpPr/>
          <p:nvPr/>
        </p:nvSpPr>
        <p:spPr>
          <a:xfrm>
            <a:off x="7615642" y="5041122"/>
            <a:ext cx="4231850" cy="692134"/>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Transparent Tool Evaluation</a:t>
            </a:r>
          </a:p>
        </p:txBody>
      </p:sp>
      <p:sp>
        <p:nvSpPr>
          <p:cNvPr id="50" name="Rounded Rectangle 49">
            <a:extLst>
              <a:ext uri="{FF2B5EF4-FFF2-40B4-BE49-F238E27FC236}">
                <a16:creationId xmlns:a16="http://schemas.microsoft.com/office/drawing/2014/main" id="{556949DD-25BF-14F9-90FA-1289CA2A3E9A}"/>
              </a:ext>
            </a:extLst>
          </p:cNvPr>
          <p:cNvSpPr/>
          <p:nvPr/>
        </p:nvSpPr>
        <p:spPr>
          <a:xfrm>
            <a:off x="1087451" y="5905218"/>
            <a:ext cx="5424214" cy="692134"/>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Shorten investigation time</a:t>
            </a:r>
          </a:p>
        </p:txBody>
      </p:sp>
      <p:sp>
        <p:nvSpPr>
          <p:cNvPr id="51" name="Rounded Rectangle 50">
            <a:extLst>
              <a:ext uri="{FF2B5EF4-FFF2-40B4-BE49-F238E27FC236}">
                <a16:creationId xmlns:a16="http://schemas.microsoft.com/office/drawing/2014/main" id="{DBC1983B-6103-0F21-443F-265FAB7CE0CE}"/>
              </a:ext>
            </a:extLst>
          </p:cNvPr>
          <p:cNvSpPr/>
          <p:nvPr/>
        </p:nvSpPr>
        <p:spPr>
          <a:xfrm>
            <a:off x="7002284" y="5905218"/>
            <a:ext cx="3749012" cy="692134"/>
          </a:xfrm>
          <a:prstGeom prst="roundRect">
            <a:avLst/>
          </a:prstGeom>
          <a:ln w="38100">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AU" sz="2400"/>
              <a:t>And More … …</a:t>
            </a:r>
          </a:p>
        </p:txBody>
      </p:sp>
      <p:sp>
        <p:nvSpPr>
          <p:cNvPr id="52" name="Down Arrow 51">
            <a:extLst>
              <a:ext uri="{FF2B5EF4-FFF2-40B4-BE49-F238E27FC236}">
                <a16:creationId xmlns:a16="http://schemas.microsoft.com/office/drawing/2014/main" id="{5BE22C19-63BA-567F-2F0A-2C3FE4874B87}"/>
              </a:ext>
            </a:extLst>
          </p:cNvPr>
          <p:cNvSpPr/>
          <p:nvPr/>
        </p:nvSpPr>
        <p:spPr>
          <a:xfrm>
            <a:off x="5488730" y="3933056"/>
            <a:ext cx="1728192" cy="9361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863966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heel(1)">
                                      <p:cBhvr>
                                        <p:cTn id="12" dur="20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heel(1)">
                                      <p:cBhvr>
                                        <p:cTn id="17" dur="20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up)">
                                      <p:cBhvr>
                                        <p:cTn id="22" dur="500"/>
                                        <p:tgtEl>
                                          <p:spTgt spid="26"/>
                                        </p:tgtEl>
                                      </p:cBhvr>
                                    </p:animEffect>
                                  </p:childTnLst>
                                </p:cTn>
                              </p:par>
                              <p:par>
                                <p:cTn id="23" presetID="22" presetClass="entr" presetSubtype="1"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up)">
                                      <p:cBhvr>
                                        <p:cTn id="25" dur="500"/>
                                        <p:tgtEl>
                                          <p:spTgt spid="35"/>
                                        </p:tgtEl>
                                      </p:cBhvr>
                                    </p:animEffect>
                                  </p:childTnLst>
                                </p:cTn>
                              </p:par>
                              <p:par>
                                <p:cTn id="26" presetID="22" presetClass="entr" presetSubtype="1"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up)">
                                      <p:cBhvr>
                                        <p:cTn id="28" dur="500"/>
                                        <p:tgtEl>
                                          <p:spTgt spid="38"/>
                                        </p:tgtEl>
                                      </p:cBhvr>
                                    </p:animEffect>
                                  </p:childTnLst>
                                </p:cTn>
                              </p:par>
                            </p:childTnLst>
                          </p:cTn>
                        </p:par>
                        <p:par>
                          <p:cTn id="29" fill="hold">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up)">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ipe(up)">
                                      <p:cBhvr>
                                        <p:cTn id="37" dur="500"/>
                                        <p:tgtEl>
                                          <p:spTgt spid="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wipe(left)">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ipe(left)">
                                      <p:cBhvr>
                                        <p:cTn id="47" dur="5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wipe(left)">
                                      <p:cBhvr>
                                        <p:cTn id="52" dur="500"/>
                                        <p:tgtEl>
                                          <p:spTgt spid="5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1"/>
                                        </p:tgtEl>
                                        <p:attrNameLst>
                                          <p:attrName>style.visibility</p:attrName>
                                        </p:attrNameLst>
                                      </p:cBhvr>
                                      <p:to>
                                        <p:strVal val="visible"/>
                                      </p:to>
                                    </p:set>
                                    <p:animEffect transition="in" filter="wipe(left)">
                                      <p:cBhvr>
                                        <p:cTn id="5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7" grpId="0" animBg="1"/>
      <p:bldP spid="48" grpId="0" animBg="1"/>
      <p:bldP spid="50" grpId="0" animBg="1"/>
      <p:bldP spid="51" grpId="0" animBg="1"/>
      <p:bldP spid="5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08683-DBE7-8275-F105-0F0643085E11}"/>
            </a:ext>
          </a:extLst>
        </p:cNvPr>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7D78DE84-9244-C11B-BE0C-421AAFF274D0}"/>
              </a:ext>
            </a:extLst>
          </p:cNvPr>
          <p:cNvSpPr>
            <a:spLocks noGrp="1"/>
          </p:cNvSpPr>
          <p:nvPr>
            <p:ph type="sldNum" sz="quarter" idx="18"/>
          </p:nvPr>
        </p:nvSpPr>
        <p:spPr/>
        <p:txBody>
          <a:bodyPr/>
          <a:lstStyle/>
          <a:p>
            <a:fld id="{E917DE0E-AFB1-41FD-BC35-27DB61CA125F}" type="slidenum">
              <a:rPr lang="en-AU" smtClean="0"/>
              <a:pPr/>
              <a:t>62</a:t>
            </a:fld>
            <a:endParaRPr lang="en-AU"/>
          </a:p>
        </p:txBody>
      </p:sp>
      <p:sp>
        <p:nvSpPr>
          <p:cNvPr id="2" name="Title 7">
            <a:extLst>
              <a:ext uri="{FF2B5EF4-FFF2-40B4-BE49-F238E27FC236}">
                <a16:creationId xmlns:a16="http://schemas.microsoft.com/office/drawing/2014/main" id="{6E718F66-3C3D-778A-2825-BDA6A7D1D06C}"/>
              </a:ext>
            </a:extLst>
          </p:cNvPr>
          <p:cNvSpPr txBox="1">
            <a:spLocks/>
          </p:cNvSpPr>
          <p:nvPr/>
        </p:nvSpPr>
        <p:spPr>
          <a:xfrm>
            <a:off x="119335" y="92074"/>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en-AU">
                <a:solidFill>
                  <a:schemeClr val="bg1"/>
                </a:solidFill>
              </a:rPr>
              <a:t>Agenda</a:t>
            </a:r>
            <a:endParaRPr lang="en-AU">
              <a:solidFill>
                <a:schemeClr val="tx1"/>
              </a:solidFill>
              <a:highlight>
                <a:srgbClr val="FFFF00"/>
              </a:highlight>
            </a:endParaRPr>
          </a:p>
        </p:txBody>
      </p:sp>
      <p:graphicFrame>
        <p:nvGraphicFramePr>
          <p:cNvPr id="4" name="Diagram 3">
            <a:extLst>
              <a:ext uri="{FF2B5EF4-FFF2-40B4-BE49-F238E27FC236}">
                <a16:creationId xmlns:a16="http://schemas.microsoft.com/office/drawing/2014/main" id="{B058A27D-8384-9A7B-0ADE-F08003FDC63F}"/>
              </a:ext>
            </a:extLst>
          </p:cNvPr>
          <p:cNvGraphicFramePr/>
          <p:nvPr/>
        </p:nvGraphicFramePr>
        <p:xfrm>
          <a:off x="1775520" y="908720"/>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ounded Rectangle 4">
            <a:extLst>
              <a:ext uri="{FF2B5EF4-FFF2-40B4-BE49-F238E27FC236}">
                <a16:creationId xmlns:a16="http://schemas.microsoft.com/office/drawing/2014/main" id="{DD310313-3EC8-EE17-41F8-9CA3F640EF9C}"/>
              </a:ext>
            </a:extLst>
          </p:cNvPr>
          <p:cNvSpPr/>
          <p:nvPr/>
        </p:nvSpPr>
        <p:spPr>
          <a:xfrm>
            <a:off x="2425566" y="5479525"/>
            <a:ext cx="6478746" cy="939509"/>
          </a:xfrm>
          <a:prstGeom prst="roundRect">
            <a:avLst>
              <a:gd name="adj" fmla="val 9506"/>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4333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64376-76C8-CBDB-9FF2-48B20E58D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F7674-59CD-C9C3-BDB8-FB611CD71142}"/>
              </a:ext>
            </a:extLst>
          </p:cNvPr>
          <p:cNvSpPr>
            <a:spLocks noGrp="1"/>
          </p:cNvSpPr>
          <p:nvPr>
            <p:ph type="title"/>
          </p:nvPr>
        </p:nvSpPr>
        <p:spPr/>
        <p:txBody>
          <a:bodyPr/>
          <a:lstStyle/>
          <a:p>
            <a:r>
              <a:rPr lang="en-US"/>
              <a:t>Hands-on Session</a:t>
            </a:r>
          </a:p>
        </p:txBody>
      </p:sp>
      <p:sp>
        <p:nvSpPr>
          <p:cNvPr id="3" name="Text Placeholder 2">
            <a:extLst>
              <a:ext uri="{FF2B5EF4-FFF2-40B4-BE49-F238E27FC236}">
                <a16:creationId xmlns:a16="http://schemas.microsoft.com/office/drawing/2014/main" id="{B17C48DD-03AE-3F8B-9E90-2E4BD2BDF2EA}"/>
              </a:ext>
            </a:extLst>
          </p:cNvPr>
          <p:cNvSpPr>
            <a:spLocks noGrp="1"/>
          </p:cNvSpPr>
          <p:nvPr>
            <p:ph type="body" sz="quarter" idx="10"/>
          </p:nvPr>
        </p:nvSpPr>
        <p:spPr/>
        <p:txBody>
          <a:bodyPr/>
          <a:lstStyle/>
          <a:p>
            <a:pPr marL="457200" indent="-457200">
              <a:buFont typeface="Arial" panose="020B0604020202020204" pitchFamily="34" charset="0"/>
              <a:buChar char="•"/>
            </a:pPr>
            <a:r>
              <a:rPr lang="en-US"/>
              <a:t>Top scorer wins a prize!</a:t>
            </a:r>
          </a:p>
          <a:p>
            <a:pPr marL="457200" indent="-457200">
              <a:buFont typeface="Arial" panose="020B0604020202020204" pitchFamily="34" charset="0"/>
              <a:buChar char="•"/>
            </a:pPr>
            <a:endParaRPr lang="en-US"/>
          </a:p>
        </p:txBody>
      </p:sp>
    </p:spTree>
    <p:extLst>
      <p:ext uri="{BB962C8B-B14F-4D97-AF65-F5344CB8AC3E}">
        <p14:creationId xmlns:p14="http://schemas.microsoft.com/office/powerpoint/2010/main" val="9846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03"/>
                                          </p:val>
                                        </p:tav>
                                        <p:tav tm="100000">
                                          <p:val>
                                            <p:strVal val="#ppt_x"/>
                                          </p:val>
                                        </p:tav>
                                      </p:tavLst>
                                    </p:anim>
                                    <p:anim calcmode="lin" valueType="num">
                                      <p:cBhvr>
                                        <p:cTn id="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06956-6E03-C3DA-FCDE-5FF21A519D14}"/>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A2D935EA-1D53-E518-44E5-DDBE24AB8BCD}"/>
              </a:ext>
            </a:extLst>
          </p:cNvPr>
          <p:cNvSpPr>
            <a:spLocks noGrp="1"/>
          </p:cNvSpPr>
          <p:nvPr>
            <p:ph sz="quarter" idx="10"/>
          </p:nvPr>
        </p:nvSpPr>
        <p:spPr>
          <a:xfrm>
            <a:off x="551234" y="2747323"/>
            <a:ext cx="10801350" cy="2903679"/>
          </a:xfrm>
        </p:spPr>
        <p:txBody>
          <a:bodyPr>
            <a:normAutofit/>
          </a:bodyPr>
          <a:lstStyle/>
          <a:p>
            <a:pPr marL="285750" lvl="0" indent="-285750">
              <a:buFont typeface="Arial" panose="020B0604020202020204" pitchFamily="34" charset="0"/>
              <a:buChar char="•"/>
            </a:pPr>
            <a:r>
              <a:rPr lang="en-AU"/>
              <a:t>The hands–on session consist of 10 quizzes </a:t>
            </a:r>
          </a:p>
          <a:p>
            <a:pPr marL="285750" lvl="0" indent="-285750">
              <a:buFont typeface="Arial" panose="020B0604020202020204" pitchFamily="34" charset="0"/>
              <a:buChar char="•"/>
            </a:pPr>
            <a:endParaRPr lang="en-AU"/>
          </a:p>
          <a:p>
            <a:pPr marL="285750" lvl="0" indent="-285750">
              <a:buFont typeface="Arial" panose="020B0604020202020204" pitchFamily="34" charset="0"/>
              <a:buChar char="•"/>
            </a:pPr>
            <a:r>
              <a:rPr lang="en-AU"/>
              <a:t>Please check your handout for instructions</a:t>
            </a:r>
          </a:p>
          <a:p>
            <a:pPr lvl="0"/>
            <a:r>
              <a:rPr lang="en-AU"/>
              <a:t> </a:t>
            </a:r>
          </a:p>
          <a:p>
            <a:pPr marL="285750" lvl="0" indent="-285750">
              <a:buFont typeface="Arial" panose="020B0604020202020204" pitchFamily="34" charset="0"/>
              <a:buChar char="•"/>
            </a:pPr>
            <a:r>
              <a:rPr lang="en-AU"/>
              <a:t>You will have a hands-on experience in figuring out the authenticity of each piece of media</a:t>
            </a:r>
          </a:p>
          <a:p>
            <a:pPr marL="285750" lvl="0" indent="-285750">
              <a:buFont typeface="Arial" panose="020B0604020202020204" pitchFamily="34" charset="0"/>
              <a:buChar char="•"/>
            </a:pPr>
            <a:endParaRPr lang="en-AU"/>
          </a:p>
          <a:p>
            <a:pPr marL="285750" lvl="0" indent="-285750">
              <a:buFont typeface="Arial" panose="020B0604020202020204" pitchFamily="34" charset="0"/>
              <a:buChar char="•"/>
            </a:pPr>
            <a:r>
              <a:rPr lang="en-AU" b="1"/>
              <a:t>Please check the handout for detailed instructions</a:t>
            </a:r>
          </a:p>
        </p:txBody>
      </p:sp>
      <p:sp>
        <p:nvSpPr>
          <p:cNvPr id="8" name="Title 7">
            <a:extLst>
              <a:ext uri="{FF2B5EF4-FFF2-40B4-BE49-F238E27FC236}">
                <a16:creationId xmlns:a16="http://schemas.microsoft.com/office/drawing/2014/main" id="{68BE6EB7-D553-C3BC-3D75-14E81C67CC33}"/>
              </a:ext>
            </a:extLst>
          </p:cNvPr>
          <p:cNvSpPr>
            <a:spLocks noGrp="1"/>
          </p:cNvSpPr>
          <p:nvPr>
            <p:ph type="title"/>
          </p:nvPr>
        </p:nvSpPr>
        <p:spPr>
          <a:xfrm>
            <a:off x="119336" y="92075"/>
            <a:ext cx="10801350" cy="469056"/>
          </a:xfrm>
        </p:spPr>
        <p:txBody>
          <a:bodyPr>
            <a:normAutofit/>
          </a:bodyPr>
          <a:lstStyle/>
          <a:p>
            <a:r>
              <a:rPr lang="en-AU">
                <a:solidFill>
                  <a:schemeClr val="bg1"/>
                </a:solidFill>
              </a:rPr>
              <a:t>Hands-on Session</a:t>
            </a:r>
          </a:p>
        </p:txBody>
      </p:sp>
      <p:sp>
        <p:nvSpPr>
          <p:cNvPr id="13" name="Slide Number Placeholder 12">
            <a:extLst>
              <a:ext uri="{FF2B5EF4-FFF2-40B4-BE49-F238E27FC236}">
                <a16:creationId xmlns:a16="http://schemas.microsoft.com/office/drawing/2014/main" id="{D8E1D763-EC72-17B9-111A-68A1A0E39567}"/>
              </a:ext>
            </a:extLst>
          </p:cNvPr>
          <p:cNvSpPr>
            <a:spLocks noGrp="1"/>
          </p:cNvSpPr>
          <p:nvPr>
            <p:ph type="sldNum" sz="quarter" idx="18"/>
          </p:nvPr>
        </p:nvSpPr>
        <p:spPr/>
        <p:txBody>
          <a:bodyPr/>
          <a:lstStyle/>
          <a:p>
            <a:fld id="{E917DE0E-AFB1-41FD-BC35-27DB61CA125F}" type="slidenum">
              <a:rPr lang="en-AU" smtClean="0"/>
              <a:pPr/>
              <a:t>64</a:t>
            </a:fld>
            <a:endParaRPr lang="en-AU"/>
          </a:p>
        </p:txBody>
      </p:sp>
      <p:sp>
        <p:nvSpPr>
          <p:cNvPr id="2" name="Rounded Rectangle 1">
            <a:extLst>
              <a:ext uri="{FF2B5EF4-FFF2-40B4-BE49-F238E27FC236}">
                <a16:creationId xmlns:a16="http://schemas.microsoft.com/office/drawing/2014/main" id="{0A14834D-E90A-B76D-A40D-DB76B5EACEF5}"/>
              </a:ext>
            </a:extLst>
          </p:cNvPr>
          <p:cNvSpPr/>
          <p:nvPr/>
        </p:nvSpPr>
        <p:spPr>
          <a:xfrm>
            <a:off x="462013" y="747575"/>
            <a:ext cx="6525928" cy="1777911"/>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AU" sz="2400" b="1" u="sng">
                <a:solidFill>
                  <a:schemeClr val="tx1"/>
                </a:solidFill>
                <a:latin typeface="Lucida Console" panose="020B0609040504020204" pitchFamily="49" charset="0"/>
              </a:rPr>
              <a:t>Access one of these URLs:</a:t>
            </a:r>
          </a:p>
          <a:p>
            <a:pPr>
              <a:lnSpc>
                <a:spcPct val="150000"/>
              </a:lnSpc>
            </a:pPr>
            <a:r>
              <a:rPr lang="en-AU" sz="2400">
                <a:solidFill>
                  <a:schemeClr val="tx1"/>
                </a:solidFill>
                <a:latin typeface="Lucida Console" panose="020B0609040504020204" pitchFamily="49" charset="0"/>
              </a:rPr>
              <a:t>- https://uqdflab.uqcloud.net</a:t>
            </a:r>
          </a:p>
        </p:txBody>
      </p:sp>
      <p:sp>
        <p:nvSpPr>
          <p:cNvPr id="3" name="Rounded Rectangle 2">
            <a:extLst>
              <a:ext uri="{FF2B5EF4-FFF2-40B4-BE49-F238E27FC236}">
                <a16:creationId xmlns:a16="http://schemas.microsoft.com/office/drawing/2014/main" id="{D153F774-71C2-813D-BAFC-B1EA950210AD}"/>
              </a:ext>
            </a:extLst>
          </p:cNvPr>
          <p:cNvSpPr/>
          <p:nvPr/>
        </p:nvSpPr>
        <p:spPr>
          <a:xfrm>
            <a:off x="6987941" y="747575"/>
            <a:ext cx="4312118" cy="1777911"/>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spcAft>
                <a:spcPts val="600"/>
              </a:spcAft>
            </a:pPr>
            <a:r>
              <a:rPr lang="en-AU" sz="2400" b="1" u="sng" dirty="0">
                <a:solidFill>
                  <a:schemeClr val="tx1"/>
                </a:solidFill>
                <a:latin typeface="Lucida Console" panose="020B0609040504020204" pitchFamily="49" charset="0"/>
              </a:rPr>
              <a:t>Passcode:</a:t>
            </a:r>
          </a:p>
          <a:p>
            <a:pPr algn="ctr">
              <a:lnSpc>
                <a:spcPct val="100000"/>
              </a:lnSpc>
              <a:spcAft>
                <a:spcPts val="600"/>
              </a:spcAft>
            </a:pPr>
            <a:r>
              <a:rPr lang="en-AU" sz="2400" dirty="0">
                <a:solidFill>
                  <a:schemeClr val="tx1"/>
                </a:solidFill>
              </a:rPr>
              <a:t> </a:t>
            </a:r>
            <a:r>
              <a:rPr lang="en-AU" sz="2400" b="1" dirty="0">
                <a:solidFill>
                  <a:schemeClr val="tx1"/>
                </a:solidFill>
                <a:latin typeface="Inconsolata" panose="00000509000000000000" pitchFamily="49" charset="0"/>
              </a:rPr>
              <a:t>interpol2026</a:t>
            </a:r>
          </a:p>
          <a:p>
            <a:pPr algn="ctr">
              <a:lnSpc>
                <a:spcPct val="100000"/>
              </a:lnSpc>
              <a:spcAft>
                <a:spcPts val="600"/>
              </a:spcAft>
            </a:pPr>
            <a:r>
              <a:rPr lang="en-AU" sz="2400" dirty="0">
                <a:solidFill>
                  <a:schemeClr val="tx1"/>
                </a:solidFill>
                <a:latin typeface="Lucida Console" panose="020B0609040504020204" pitchFamily="49" charset="0"/>
              </a:rPr>
              <a:t>(All Lower Case)</a:t>
            </a:r>
          </a:p>
        </p:txBody>
      </p:sp>
      <p:sp>
        <p:nvSpPr>
          <p:cNvPr id="4" name="TextBox 3">
            <a:extLst>
              <a:ext uri="{FF2B5EF4-FFF2-40B4-BE49-F238E27FC236}">
                <a16:creationId xmlns:a16="http://schemas.microsoft.com/office/drawing/2014/main" id="{EA9C99F4-F30E-FCDC-88CC-270F4899246E}"/>
              </a:ext>
            </a:extLst>
          </p:cNvPr>
          <p:cNvSpPr txBox="1"/>
          <p:nvPr/>
        </p:nvSpPr>
        <p:spPr>
          <a:xfrm>
            <a:off x="869234" y="5715950"/>
            <a:ext cx="9461986" cy="1021556"/>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buClr>
                <a:schemeClr val="tx1"/>
              </a:buClr>
            </a:pPr>
            <a:r>
              <a:rPr lang="en-AU" b="1"/>
              <a:t>Prize: </a:t>
            </a:r>
            <a:r>
              <a:rPr lang="en-AU"/>
              <a:t>Please key in your nickname when you start the hands-on session.</a:t>
            </a:r>
          </a:p>
          <a:p>
            <a:pPr marL="285750" indent="-285750">
              <a:buClr>
                <a:schemeClr val="tx1"/>
              </a:buClr>
              <a:buFont typeface="Arial" panose="020B0604020202020204" pitchFamily="34" charset="0"/>
              <a:buChar char="•"/>
            </a:pPr>
            <a:r>
              <a:rPr lang="en-AU" b="1"/>
              <a:t>The top scoring nickname wins a prize!</a:t>
            </a:r>
          </a:p>
          <a:p>
            <a:pPr marL="285750" indent="-285750">
              <a:buClr>
                <a:schemeClr val="tx1"/>
              </a:buClr>
              <a:buFont typeface="Arial" panose="020B0604020202020204" pitchFamily="34" charset="0"/>
              <a:buChar char="•"/>
            </a:pPr>
            <a:r>
              <a:rPr lang="en-AU"/>
              <a:t>Score ordered by score, then submission time</a:t>
            </a:r>
          </a:p>
        </p:txBody>
      </p:sp>
    </p:spTree>
    <p:extLst>
      <p:ext uri="{BB962C8B-B14F-4D97-AF65-F5344CB8AC3E}">
        <p14:creationId xmlns:p14="http://schemas.microsoft.com/office/powerpoint/2010/main" val="3145452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8679-8A21-5649-7A75-75E49598D92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5874452-8D71-48E3-FC9D-17DCF1C34034}"/>
              </a:ext>
            </a:extLst>
          </p:cNvPr>
          <p:cNvSpPr>
            <a:spLocks noGrp="1"/>
          </p:cNvSpPr>
          <p:nvPr>
            <p:ph type="sldNum" sz="quarter" idx="18"/>
          </p:nvPr>
        </p:nvSpPr>
        <p:spPr/>
        <p:txBody>
          <a:bodyPr/>
          <a:lstStyle/>
          <a:p>
            <a:fld id="{E917DE0E-AFB1-41FD-BC35-27DB61CA125F}" type="slidenum">
              <a:rPr lang="en-AU" smtClean="0"/>
              <a:pPr/>
              <a:t>65</a:t>
            </a:fld>
            <a:endParaRPr lang="en-AU"/>
          </a:p>
        </p:txBody>
      </p:sp>
      <p:sp>
        <p:nvSpPr>
          <p:cNvPr id="8" name="Title 7">
            <a:extLst>
              <a:ext uri="{FF2B5EF4-FFF2-40B4-BE49-F238E27FC236}">
                <a16:creationId xmlns:a16="http://schemas.microsoft.com/office/drawing/2014/main" id="{5444080B-396E-6BBA-8117-A092D6D444EB}"/>
              </a:ext>
            </a:extLst>
          </p:cNvPr>
          <p:cNvSpPr>
            <a:spLocks noGrp="1"/>
          </p:cNvSpPr>
          <p:nvPr>
            <p:ph type="title"/>
          </p:nvPr>
        </p:nvSpPr>
        <p:spPr>
          <a:xfrm>
            <a:off x="119336" y="92075"/>
            <a:ext cx="10801350" cy="469056"/>
          </a:xfrm>
        </p:spPr>
        <p:txBody>
          <a:bodyPr>
            <a:normAutofit/>
          </a:bodyPr>
          <a:lstStyle/>
          <a:p>
            <a:r>
              <a:rPr lang="en-AU">
                <a:solidFill>
                  <a:schemeClr val="bg1"/>
                </a:solidFill>
              </a:rPr>
              <a:t>Summary </a:t>
            </a:r>
            <a:r>
              <a:rPr lang="en-AU">
                <a:solidFill>
                  <a:schemeClr val="bg1"/>
                </a:solidFill>
                <a:sym typeface="Wingdings" pitchFamily="2" charset="2"/>
              </a:rPr>
              <a:t> State-of-the-art</a:t>
            </a:r>
            <a:endParaRPr lang="en-AU">
              <a:solidFill>
                <a:schemeClr val="bg1"/>
              </a:solidFill>
            </a:endParaRPr>
          </a:p>
        </p:txBody>
      </p:sp>
      <p:sp>
        <p:nvSpPr>
          <p:cNvPr id="3" name="Rounded Rectangle 2">
            <a:extLst>
              <a:ext uri="{FF2B5EF4-FFF2-40B4-BE49-F238E27FC236}">
                <a16:creationId xmlns:a16="http://schemas.microsoft.com/office/drawing/2014/main" id="{F99AD969-46AD-856C-B1C4-4AE05415EF30}"/>
              </a:ext>
            </a:extLst>
          </p:cNvPr>
          <p:cNvSpPr/>
          <p:nvPr/>
        </p:nvSpPr>
        <p:spPr>
          <a:xfrm>
            <a:off x="335360" y="980728"/>
            <a:ext cx="11369860" cy="719703"/>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600"/>
              </a:spcAft>
              <a:buClr>
                <a:schemeClr val="tx1"/>
              </a:buClr>
              <a:buFont typeface="Arial" panose="020B0604020202020204" pitchFamily="34" charset="0"/>
              <a:buChar char="•"/>
            </a:pPr>
            <a:r>
              <a:rPr lang="en-US" b="1">
                <a:solidFill>
                  <a:schemeClr val="tx1"/>
                </a:solidFill>
              </a:rPr>
              <a:t>Is there anyway to </a:t>
            </a:r>
            <a:r>
              <a:rPr lang="en-US" b="1" u="sng">
                <a:solidFill>
                  <a:schemeClr val="tx1"/>
                </a:solidFill>
              </a:rPr>
              <a:t>attribute</a:t>
            </a:r>
            <a:r>
              <a:rPr lang="en-US" b="1">
                <a:solidFill>
                  <a:schemeClr val="tx1"/>
                </a:solidFill>
              </a:rPr>
              <a:t> the creator of the deepfake?</a:t>
            </a:r>
          </a:p>
          <a:p>
            <a:pPr marL="465750" lvl="1" indent="-285750">
              <a:buClr>
                <a:schemeClr val="tx1"/>
              </a:buClr>
              <a:buFont typeface="Arial" panose="020B0604020202020204" pitchFamily="34" charset="0"/>
              <a:buChar char="•"/>
            </a:pPr>
            <a:r>
              <a:rPr lang="en-US">
                <a:solidFill>
                  <a:schemeClr val="tx1"/>
                </a:solidFill>
              </a:rPr>
              <a:t>Until today, NO, and unlikely to have in the near future</a:t>
            </a:r>
          </a:p>
        </p:txBody>
      </p:sp>
      <p:sp>
        <p:nvSpPr>
          <p:cNvPr id="4" name="Rounded Rectangle 3">
            <a:extLst>
              <a:ext uri="{FF2B5EF4-FFF2-40B4-BE49-F238E27FC236}">
                <a16:creationId xmlns:a16="http://schemas.microsoft.com/office/drawing/2014/main" id="{A58DDC4D-2BFB-EEE8-58DA-9BC7F54EEE10}"/>
              </a:ext>
            </a:extLst>
          </p:cNvPr>
          <p:cNvSpPr/>
          <p:nvPr/>
        </p:nvSpPr>
        <p:spPr>
          <a:xfrm>
            <a:off x="331658" y="1868849"/>
            <a:ext cx="11369860" cy="996915"/>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600"/>
              </a:spcAft>
              <a:buClr>
                <a:schemeClr val="tx1"/>
              </a:buClr>
              <a:buFont typeface="Arial" panose="020B0604020202020204" pitchFamily="34" charset="0"/>
              <a:buChar char="•"/>
            </a:pPr>
            <a:r>
              <a:rPr lang="en-US" b="1">
                <a:solidFill>
                  <a:schemeClr val="tx1"/>
                </a:solidFill>
              </a:rPr>
              <a:t>Are there tools to detect whether an image is generated by deepfake?</a:t>
            </a:r>
          </a:p>
          <a:p>
            <a:pPr marL="465750" lvl="1" indent="-285750">
              <a:buClr>
                <a:schemeClr val="tx1"/>
              </a:buClr>
              <a:buFont typeface="Arial" panose="020B0604020202020204" pitchFamily="34" charset="0"/>
              <a:buChar char="•"/>
            </a:pPr>
            <a:r>
              <a:rPr lang="en-US">
                <a:solidFill>
                  <a:schemeClr val="tx1"/>
                </a:solidFill>
              </a:rPr>
              <a:t>For specifically type of deepfake with professionals </a:t>
            </a:r>
            <a:r>
              <a:rPr lang="en-US">
                <a:solidFill>
                  <a:schemeClr val="tx1"/>
                </a:solidFill>
                <a:sym typeface="Wingdings" pitchFamily="2" charset="2"/>
              </a:rPr>
              <a:t> </a:t>
            </a:r>
            <a:r>
              <a:rPr lang="en-US">
                <a:solidFill>
                  <a:schemeClr val="tx1"/>
                </a:solidFill>
              </a:rPr>
              <a:t>partially yes</a:t>
            </a:r>
          </a:p>
          <a:p>
            <a:pPr marL="465750" lvl="1" indent="-285750">
              <a:buClr>
                <a:schemeClr val="tx1"/>
              </a:buClr>
              <a:buFont typeface="Arial" panose="020B0604020202020204" pitchFamily="34" charset="0"/>
              <a:buChar char="•"/>
            </a:pPr>
            <a:r>
              <a:rPr lang="en-US">
                <a:solidFill>
                  <a:schemeClr val="tx1"/>
                </a:solidFill>
              </a:rPr>
              <a:t>A single tool to detect everything </a:t>
            </a:r>
            <a:r>
              <a:rPr lang="en-US">
                <a:solidFill>
                  <a:schemeClr val="tx1"/>
                </a:solidFill>
                <a:sym typeface="Wingdings" pitchFamily="2" charset="2"/>
              </a:rPr>
              <a:t> No</a:t>
            </a:r>
            <a:endParaRPr lang="en-US">
              <a:solidFill>
                <a:schemeClr val="tx1"/>
              </a:solidFill>
            </a:endParaRPr>
          </a:p>
        </p:txBody>
      </p:sp>
      <p:sp>
        <p:nvSpPr>
          <p:cNvPr id="5" name="Rounded Rectangle 4">
            <a:extLst>
              <a:ext uri="{FF2B5EF4-FFF2-40B4-BE49-F238E27FC236}">
                <a16:creationId xmlns:a16="http://schemas.microsoft.com/office/drawing/2014/main" id="{E9CF942B-1C7A-0BAC-3512-C8929D8FB0E9}"/>
              </a:ext>
            </a:extLst>
          </p:cNvPr>
          <p:cNvSpPr/>
          <p:nvPr/>
        </p:nvSpPr>
        <p:spPr>
          <a:xfrm>
            <a:off x="339062" y="3064756"/>
            <a:ext cx="11369860" cy="940308"/>
          </a:xfrm>
          <a:prstGeom prst="roundRect">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600"/>
              </a:spcAft>
              <a:buClr>
                <a:schemeClr val="tx1"/>
              </a:buClr>
              <a:buFont typeface="Arial" panose="020B0604020202020204" pitchFamily="34" charset="0"/>
              <a:buChar char="•"/>
            </a:pPr>
            <a:r>
              <a:rPr lang="en-US" b="1">
                <a:solidFill>
                  <a:schemeClr val="tx1"/>
                </a:solidFill>
              </a:rPr>
              <a:t>Is there anyway to reduce the risk being impacted by the deepfake? </a:t>
            </a:r>
            <a:r>
              <a:rPr lang="en-US" b="1">
                <a:solidFill>
                  <a:schemeClr val="tx1"/>
                </a:solidFill>
                <a:sym typeface="Wingdings" pitchFamily="2" charset="2"/>
              </a:rPr>
              <a:t> Yes</a:t>
            </a:r>
          </a:p>
          <a:p>
            <a:pPr marL="465750" lvl="1" indent="-285750">
              <a:buClr>
                <a:schemeClr val="tx1"/>
              </a:buClr>
              <a:buFont typeface="Arial" panose="020B0604020202020204" pitchFamily="34" charset="0"/>
              <a:buChar char="•"/>
            </a:pPr>
            <a:r>
              <a:rPr lang="en-US">
                <a:solidFill>
                  <a:schemeClr val="tx1"/>
                </a:solidFill>
              </a:rPr>
              <a:t>Transfer the knowledge of detecting simple deepfake materials to the potential victims</a:t>
            </a:r>
          </a:p>
        </p:txBody>
      </p:sp>
      <p:sp>
        <p:nvSpPr>
          <p:cNvPr id="7" name="Rounded Rectangle 6">
            <a:extLst>
              <a:ext uri="{FF2B5EF4-FFF2-40B4-BE49-F238E27FC236}">
                <a16:creationId xmlns:a16="http://schemas.microsoft.com/office/drawing/2014/main" id="{A98BE991-389D-5194-1C87-08A363F3BB13}"/>
              </a:ext>
            </a:extLst>
          </p:cNvPr>
          <p:cNvSpPr/>
          <p:nvPr/>
        </p:nvSpPr>
        <p:spPr>
          <a:xfrm>
            <a:off x="327956" y="4173091"/>
            <a:ext cx="11373562" cy="1704182"/>
          </a:xfrm>
          <a:prstGeom prst="roundRect">
            <a:avLst>
              <a:gd name="adj" fmla="val 967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600"/>
              </a:spcAft>
              <a:buClr>
                <a:schemeClr val="tx1"/>
              </a:buClr>
              <a:buFont typeface="Arial" panose="020B0604020202020204" pitchFamily="34" charset="0"/>
              <a:buChar char="•"/>
            </a:pPr>
            <a:r>
              <a:rPr lang="en-US" b="1">
                <a:solidFill>
                  <a:schemeClr val="tx1"/>
                </a:solidFill>
              </a:rPr>
              <a:t>Can we unifying different companies and agencies to create a robust protocol for authenticity?</a:t>
            </a:r>
            <a:endParaRPr lang="en-US">
              <a:solidFill>
                <a:schemeClr val="tx1"/>
              </a:solidFill>
            </a:endParaRPr>
          </a:p>
          <a:p>
            <a:pPr marL="465750" lvl="1" indent="-285750">
              <a:buClr>
                <a:schemeClr val="tx1"/>
              </a:buClr>
              <a:buFont typeface="Arial" panose="020B0604020202020204" pitchFamily="34" charset="0"/>
              <a:buChar char="•"/>
            </a:pPr>
            <a:r>
              <a:rPr lang="en-US">
                <a:solidFill>
                  <a:schemeClr val="tx1"/>
                </a:solidFill>
              </a:rPr>
              <a:t>This includes the tools from creation to the end consumer, can be extremely difficult</a:t>
            </a:r>
          </a:p>
          <a:p>
            <a:pPr marL="465750" lvl="1" indent="-285750">
              <a:buClr>
                <a:schemeClr val="tx1"/>
              </a:buClr>
              <a:buFont typeface="Arial" panose="020B0604020202020204" pitchFamily="34" charset="0"/>
              <a:buChar char="•"/>
            </a:pPr>
            <a:r>
              <a:rPr lang="en-US">
                <a:solidFill>
                  <a:schemeClr val="tx1"/>
                </a:solidFill>
              </a:rPr>
              <a:t>Thus, to the best of our knowledge, the answer is NO, at least in the near future</a:t>
            </a:r>
          </a:p>
          <a:p>
            <a:pPr marL="465750" lvl="1" indent="-285750">
              <a:buClr>
                <a:schemeClr val="tx1"/>
              </a:buClr>
              <a:buFont typeface="Arial" panose="020B0604020202020204" pitchFamily="34" charset="0"/>
              <a:buChar char="•"/>
            </a:pPr>
            <a:r>
              <a:rPr lang="en-US">
                <a:solidFill>
                  <a:schemeClr val="tx1"/>
                </a:solidFill>
              </a:rPr>
              <a:t>But some organisations are starting to do it (JPEG Trust, Apple)</a:t>
            </a:r>
          </a:p>
        </p:txBody>
      </p:sp>
    </p:spTree>
    <p:extLst>
      <p:ext uri="{BB962C8B-B14F-4D97-AF65-F5344CB8AC3E}">
        <p14:creationId xmlns:p14="http://schemas.microsoft.com/office/powerpoint/2010/main" val="279387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p:tgtEl>
                                          <p:spTgt spid="3"/>
                                        </p:tgtEl>
                                        <p:attrNameLst>
                                          <p:attrName>ppt_y</p:attrName>
                                        </p:attrNameLst>
                                      </p:cBhvr>
                                      <p:tavLst>
                                        <p:tav tm="0">
                                          <p:val>
                                            <p:strVal val="#ppt_y+#ppt_h*1.125000"/>
                                          </p:val>
                                        </p:tav>
                                        <p:tav tm="100000">
                                          <p:val>
                                            <p:strVal val="#ppt_y"/>
                                          </p:val>
                                        </p:tav>
                                      </p:tavLst>
                                    </p:anim>
                                    <p:animEffect transition="in" filter="wipe(up)">
                                      <p:cBhvr>
                                        <p:cTn id="8" dur="100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p:tgtEl>
                                          <p:spTgt spid="4"/>
                                        </p:tgtEl>
                                        <p:attrNameLst>
                                          <p:attrName>ppt_y</p:attrName>
                                        </p:attrNameLst>
                                      </p:cBhvr>
                                      <p:tavLst>
                                        <p:tav tm="0">
                                          <p:val>
                                            <p:strVal val="#ppt_y+#ppt_h*1.125000"/>
                                          </p:val>
                                        </p:tav>
                                        <p:tav tm="100000">
                                          <p:val>
                                            <p:strVal val="#ppt_y"/>
                                          </p:val>
                                        </p:tav>
                                      </p:tavLst>
                                    </p:anim>
                                    <p:animEffect transition="in" filter="wipe(up)">
                                      <p:cBhvr>
                                        <p:cTn id="14" dur="1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p:tgtEl>
                                          <p:spTgt spid="5"/>
                                        </p:tgtEl>
                                        <p:attrNameLst>
                                          <p:attrName>ppt_y</p:attrName>
                                        </p:attrNameLst>
                                      </p:cBhvr>
                                      <p:tavLst>
                                        <p:tav tm="0">
                                          <p:val>
                                            <p:strVal val="#ppt_y+#ppt_h*1.125000"/>
                                          </p:val>
                                        </p:tav>
                                        <p:tav tm="100000">
                                          <p:val>
                                            <p:strVal val="#ppt_y"/>
                                          </p:val>
                                        </p:tav>
                                      </p:tavLst>
                                    </p:anim>
                                    <p:animEffect transition="in" filter="wipe(up)">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1000"/>
                                        <p:tgtEl>
                                          <p:spTgt spid="7"/>
                                        </p:tgtEl>
                                        <p:attrNameLst>
                                          <p:attrName>ppt_y</p:attrName>
                                        </p:attrNameLst>
                                      </p:cBhvr>
                                      <p:tavLst>
                                        <p:tav tm="0">
                                          <p:val>
                                            <p:strVal val="#ppt_y+#ppt_h*1.125000"/>
                                          </p:val>
                                        </p:tav>
                                        <p:tav tm="100000">
                                          <p:val>
                                            <p:strVal val="#ppt_y"/>
                                          </p:val>
                                        </p:tav>
                                      </p:tavLst>
                                    </p:anim>
                                    <p:animEffect transition="in" filter="wipe(up)">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9DB6DDE-6C73-FB2F-8FA8-CD026980DF9E}"/>
              </a:ext>
            </a:extLst>
          </p:cNvPr>
          <p:cNvSpPr>
            <a:spLocks noGrp="1"/>
          </p:cNvSpPr>
          <p:nvPr>
            <p:ph type="sldNum" sz="quarter" idx="18"/>
          </p:nvPr>
        </p:nvSpPr>
        <p:spPr/>
        <p:txBody>
          <a:bodyPr/>
          <a:lstStyle/>
          <a:p>
            <a:fld id="{E917DE0E-AFB1-41FD-BC35-27DB61CA125F}" type="slidenum">
              <a:rPr lang="en-AU" smtClean="0"/>
              <a:pPr/>
              <a:t>66</a:t>
            </a:fld>
            <a:endParaRPr lang="en-AU"/>
          </a:p>
        </p:txBody>
      </p:sp>
      <p:sp>
        <p:nvSpPr>
          <p:cNvPr id="8" name="Title 7">
            <a:extLst>
              <a:ext uri="{FF2B5EF4-FFF2-40B4-BE49-F238E27FC236}">
                <a16:creationId xmlns:a16="http://schemas.microsoft.com/office/drawing/2014/main" id="{A1A64B2C-1079-0559-73A2-11143FFAB291}"/>
              </a:ext>
            </a:extLst>
          </p:cNvPr>
          <p:cNvSpPr>
            <a:spLocks noGrp="1"/>
          </p:cNvSpPr>
          <p:nvPr>
            <p:ph type="title"/>
          </p:nvPr>
        </p:nvSpPr>
        <p:spPr>
          <a:xfrm>
            <a:off x="119336" y="92075"/>
            <a:ext cx="10801350" cy="469056"/>
          </a:xfrm>
        </p:spPr>
        <p:txBody>
          <a:bodyPr>
            <a:normAutofit/>
          </a:bodyPr>
          <a:lstStyle/>
          <a:p>
            <a:r>
              <a:rPr lang="en-AU">
                <a:solidFill>
                  <a:schemeClr val="bg1"/>
                </a:solidFill>
              </a:rPr>
              <a:t>Acknowledgements</a:t>
            </a:r>
          </a:p>
        </p:txBody>
      </p:sp>
      <p:sp>
        <p:nvSpPr>
          <p:cNvPr id="3" name="Rounded Rectangle 2">
            <a:extLst>
              <a:ext uri="{FF2B5EF4-FFF2-40B4-BE49-F238E27FC236}">
                <a16:creationId xmlns:a16="http://schemas.microsoft.com/office/drawing/2014/main" id="{2AD72A0B-9E9F-ED90-D705-0F7FFDBCB3F0}"/>
              </a:ext>
            </a:extLst>
          </p:cNvPr>
          <p:cNvSpPr/>
          <p:nvPr/>
        </p:nvSpPr>
        <p:spPr>
          <a:xfrm>
            <a:off x="1487488" y="836712"/>
            <a:ext cx="9439006" cy="1704182"/>
          </a:xfrm>
          <a:prstGeom prst="roundRect">
            <a:avLst>
              <a:gd name="adj" fmla="val 967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600"/>
              </a:spcAft>
              <a:buClr>
                <a:schemeClr val="tx1"/>
              </a:buClr>
              <a:buFont typeface="Arial" panose="020B0604020202020204" pitchFamily="34" charset="0"/>
              <a:buChar char="•"/>
            </a:pPr>
            <a:r>
              <a:rPr lang="en-US" b="1">
                <a:solidFill>
                  <a:schemeClr val="tx1"/>
                </a:solidFill>
              </a:rPr>
              <a:t>We thank the INTERPOL for their kind invitation and arrangements: </a:t>
            </a:r>
          </a:p>
          <a:p>
            <a:pPr marL="465750" lvl="1" indent="-285750">
              <a:buClr>
                <a:schemeClr val="tx1"/>
              </a:buClr>
              <a:buFont typeface="Arial" panose="020B0604020202020204" pitchFamily="34" charset="0"/>
              <a:buChar char="•"/>
            </a:pPr>
            <a:r>
              <a:rPr lang="en-US">
                <a:solidFill>
                  <a:schemeClr val="tx1"/>
                </a:solidFill>
              </a:rPr>
              <a:t>Dr </a:t>
            </a:r>
            <a:r>
              <a:rPr lang="en-US" err="1">
                <a:solidFill>
                  <a:schemeClr val="tx1"/>
                </a:solidFill>
              </a:rPr>
              <a:t>Toshinobu</a:t>
            </a:r>
            <a:r>
              <a:rPr lang="en-US">
                <a:solidFill>
                  <a:schemeClr val="tx1"/>
                </a:solidFill>
              </a:rPr>
              <a:t> </a:t>
            </a:r>
            <a:r>
              <a:rPr lang="en-US" err="1">
                <a:solidFill>
                  <a:schemeClr val="tx1"/>
                </a:solidFill>
              </a:rPr>
              <a:t>Yasuhira</a:t>
            </a:r>
            <a:endParaRPr lang="en-US">
              <a:solidFill>
                <a:schemeClr val="tx1"/>
              </a:solidFill>
            </a:endParaRPr>
          </a:p>
          <a:p>
            <a:pPr marL="465750" lvl="1" indent="-285750">
              <a:buClr>
                <a:schemeClr val="tx1"/>
              </a:buClr>
              <a:buFont typeface="Arial" panose="020B0604020202020204" pitchFamily="34" charset="0"/>
              <a:buChar char="•"/>
            </a:pPr>
            <a:r>
              <a:rPr lang="en-US">
                <a:solidFill>
                  <a:schemeClr val="tx1"/>
                </a:solidFill>
              </a:rPr>
              <a:t>Maggie Man</a:t>
            </a:r>
          </a:p>
          <a:p>
            <a:pPr marL="465750" lvl="1" indent="-285750">
              <a:buClr>
                <a:schemeClr val="tx1"/>
              </a:buClr>
              <a:buFont typeface="Arial" panose="020B0604020202020204" pitchFamily="34" charset="0"/>
              <a:buChar char="•"/>
            </a:pPr>
            <a:r>
              <a:rPr lang="en-US">
                <a:solidFill>
                  <a:schemeClr val="tx1"/>
                </a:solidFill>
              </a:rPr>
              <a:t>Libni Garg</a:t>
            </a:r>
          </a:p>
          <a:p>
            <a:pPr marL="465750" lvl="1" indent="-285750">
              <a:buClr>
                <a:schemeClr val="tx1"/>
              </a:buClr>
              <a:buFont typeface="Arial" panose="020B0604020202020204" pitchFamily="34" charset="0"/>
              <a:buChar char="•"/>
            </a:pPr>
            <a:r>
              <a:rPr lang="en-US">
                <a:solidFill>
                  <a:schemeClr val="tx1"/>
                </a:solidFill>
              </a:rPr>
              <a:t>Project </a:t>
            </a:r>
            <a:r>
              <a:rPr lang="en-US" err="1">
                <a:solidFill>
                  <a:schemeClr val="tx1"/>
                </a:solidFill>
              </a:rPr>
              <a:t>SynthWave</a:t>
            </a:r>
            <a:r>
              <a:rPr lang="en-US">
                <a:solidFill>
                  <a:schemeClr val="tx1"/>
                </a:solidFill>
              </a:rPr>
              <a:t>, Project </a:t>
            </a:r>
            <a:r>
              <a:rPr lang="en-US" err="1">
                <a:solidFill>
                  <a:schemeClr val="tx1"/>
                </a:solidFill>
              </a:rPr>
              <a:t>SynthWave</a:t>
            </a:r>
            <a:r>
              <a:rPr lang="en-US">
                <a:solidFill>
                  <a:schemeClr val="tx1"/>
                </a:solidFill>
              </a:rPr>
              <a:t> PLUS, and the Government of Japan</a:t>
            </a:r>
          </a:p>
        </p:txBody>
      </p:sp>
      <p:sp>
        <p:nvSpPr>
          <p:cNvPr id="4" name="Rounded Rectangle 3">
            <a:extLst>
              <a:ext uri="{FF2B5EF4-FFF2-40B4-BE49-F238E27FC236}">
                <a16:creationId xmlns:a16="http://schemas.microsoft.com/office/drawing/2014/main" id="{96937F7C-BD2A-B38D-0F6E-18B021F59959}"/>
              </a:ext>
            </a:extLst>
          </p:cNvPr>
          <p:cNvSpPr/>
          <p:nvPr/>
        </p:nvSpPr>
        <p:spPr>
          <a:xfrm>
            <a:off x="1487488" y="2695113"/>
            <a:ext cx="9439006" cy="1704182"/>
          </a:xfrm>
          <a:prstGeom prst="roundRect">
            <a:avLst>
              <a:gd name="adj" fmla="val 967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65750" lvl="1" indent="-285750">
              <a:spcAft>
                <a:spcPts val="600"/>
              </a:spcAft>
              <a:buClr>
                <a:schemeClr val="tx1"/>
              </a:buClr>
              <a:buFont typeface="Arial" panose="020B0604020202020204" pitchFamily="34" charset="0"/>
              <a:buChar char="•"/>
            </a:pPr>
            <a:r>
              <a:rPr lang="en-US" b="1">
                <a:solidFill>
                  <a:schemeClr val="tx1"/>
                </a:solidFill>
              </a:rPr>
              <a:t>We thank the funders of our research: </a:t>
            </a:r>
          </a:p>
          <a:p>
            <a:pPr marL="645750" lvl="2" indent="-285750">
              <a:buClr>
                <a:schemeClr val="accent1"/>
              </a:buClr>
              <a:buFont typeface="Arial" panose="020B0604020202020204" pitchFamily="34" charset="0"/>
              <a:buChar char="­"/>
            </a:pPr>
            <a:r>
              <a:rPr lang="en-US">
                <a:solidFill>
                  <a:schemeClr val="tx1"/>
                </a:solidFill>
              </a:rPr>
              <a:t>Singapore’s HTX (Home Team Science and Technology Agency)</a:t>
            </a:r>
          </a:p>
          <a:p>
            <a:pPr marL="645750" lvl="2" indent="-285750">
              <a:buClr>
                <a:schemeClr val="accent1"/>
              </a:buClr>
              <a:buFont typeface="Arial" panose="020B0604020202020204" pitchFamily="34" charset="0"/>
              <a:buChar char="­"/>
            </a:pPr>
            <a:r>
              <a:rPr lang="en-US">
                <a:solidFill>
                  <a:schemeClr val="tx1"/>
                </a:solidFill>
              </a:rPr>
              <a:t>Australia’s ONI (Office of National Intelligence)</a:t>
            </a:r>
          </a:p>
        </p:txBody>
      </p:sp>
      <p:sp>
        <p:nvSpPr>
          <p:cNvPr id="5" name="Rounded Rectangle 4">
            <a:extLst>
              <a:ext uri="{FF2B5EF4-FFF2-40B4-BE49-F238E27FC236}">
                <a16:creationId xmlns:a16="http://schemas.microsoft.com/office/drawing/2014/main" id="{45B8FF7E-E791-8B45-B4EE-BDE9985F1427}"/>
              </a:ext>
            </a:extLst>
          </p:cNvPr>
          <p:cNvSpPr/>
          <p:nvPr/>
        </p:nvSpPr>
        <p:spPr>
          <a:xfrm>
            <a:off x="1479322" y="4556672"/>
            <a:ext cx="9439006" cy="1704182"/>
          </a:xfrm>
          <a:prstGeom prst="roundRect">
            <a:avLst>
              <a:gd name="adj" fmla="val 9670"/>
            </a:avLst>
          </a:prstGeom>
          <a:solidFill>
            <a:srgbClr val="DDC9EF">
              <a:alpha val="2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65750" lvl="1" indent="-285750">
              <a:spcAft>
                <a:spcPts val="600"/>
              </a:spcAft>
              <a:buClr>
                <a:schemeClr val="tx1"/>
              </a:buClr>
              <a:buFont typeface="Arial" panose="020B0604020202020204" pitchFamily="34" charset="0"/>
              <a:buChar char="•"/>
            </a:pPr>
            <a:r>
              <a:rPr lang="en-US" b="1">
                <a:solidFill>
                  <a:schemeClr val="tx1"/>
                </a:solidFill>
              </a:rPr>
              <a:t>We thank our colleagues at the UQ Cyber Research Centre: </a:t>
            </a:r>
          </a:p>
          <a:p>
            <a:pPr marL="645750" lvl="2" indent="-285750">
              <a:buClr>
                <a:schemeClr val="accent1"/>
              </a:buClr>
              <a:buFont typeface="Arial" panose="020B0604020202020204" pitchFamily="34" charset="0"/>
              <a:buChar char="­"/>
            </a:pPr>
            <a:r>
              <a:rPr lang="en-US">
                <a:solidFill>
                  <a:schemeClr val="tx1"/>
                </a:solidFill>
              </a:rPr>
              <a:t>Dr </a:t>
            </a:r>
            <a:r>
              <a:rPr lang="en-US" err="1">
                <a:solidFill>
                  <a:schemeClr val="tx1"/>
                </a:solidFill>
              </a:rPr>
              <a:t>Taejun</a:t>
            </a:r>
            <a:r>
              <a:rPr lang="en-US">
                <a:solidFill>
                  <a:schemeClr val="tx1"/>
                </a:solidFill>
              </a:rPr>
              <a:t> Choi</a:t>
            </a:r>
          </a:p>
          <a:p>
            <a:pPr marL="645750" lvl="2" indent="-285750">
              <a:buClr>
                <a:schemeClr val="accent1"/>
              </a:buClr>
              <a:buFont typeface="Arial" panose="020B0604020202020204" pitchFamily="34" charset="0"/>
              <a:buChar char="­"/>
            </a:pPr>
            <a:r>
              <a:rPr lang="en-US">
                <a:solidFill>
                  <a:schemeClr val="tx1"/>
                </a:solidFill>
              </a:rPr>
              <a:t>Dr </a:t>
            </a:r>
            <a:r>
              <a:rPr lang="en-US" err="1">
                <a:solidFill>
                  <a:schemeClr val="tx1"/>
                </a:solidFill>
              </a:rPr>
              <a:t>Shunyao</a:t>
            </a:r>
            <a:r>
              <a:rPr lang="en-US">
                <a:solidFill>
                  <a:schemeClr val="tx1"/>
                </a:solidFill>
              </a:rPr>
              <a:t> Wang</a:t>
            </a:r>
          </a:p>
        </p:txBody>
      </p:sp>
    </p:spTree>
    <p:extLst>
      <p:ext uri="{BB962C8B-B14F-4D97-AF65-F5344CB8AC3E}">
        <p14:creationId xmlns:p14="http://schemas.microsoft.com/office/powerpoint/2010/main" val="517184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p:tgtEl>
                                          <p:spTgt spid="3"/>
                                        </p:tgtEl>
                                        <p:attrNameLst>
                                          <p:attrName>ppt_y</p:attrName>
                                        </p:attrNameLst>
                                      </p:cBhvr>
                                      <p:tavLst>
                                        <p:tav tm="0">
                                          <p:val>
                                            <p:strVal val="#ppt_y+#ppt_h*1.125000"/>
                                          </p:val>
                                        </p:tav>
                                        <p:tav tm="100000">
                                          <p:val>
                                            <p:strVal val="#ppt_y"/>
                                          </p:val>
                                        </p:tav>
                                      </p:tavLst>
                                    </p:anim>
                                    <p:animEffect transition="in" filter="wipe(up)">
                                      <p:cBhvr>
                                        <p:cTn id="8" dur="100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p:tgtEl>
                                          <p:spTgt spid="4"/>
                                        </p:tgtEl>
                                        <p:attrNameLst>
                                          <p:attrName>ppt_y</p:attrName>
                                        </p:attrNameLst>
                                      </p:cBhvr>
                                      <p:tavLst>
                                        <p:tav tm="0">
                                          <p:val>
                                            <p:strVal val="#ppt_y+#ppt_h*1.125000"/>
                                          </p:val>
                                        </p:tav>
                                        <p:tav tm="100000">
                                          <p:val>
                                            <p:strVal val="#ppt_y"/>
                                          </p:val>
                                        </p:tav>
                                      </p:tavLst>
                                    </p:anim>
                                    <p:animEffect transition="in" filter="wipe(up)">
                                      <p:cBhvr>
                                        <p:cTn id="14" dur="1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p:tgtEl>
                                          <p:spTgt spid="5"/>
                                        </p:tgtEl>
                                        <p:attrNameLst>
                                          <p:attrName>ppt_y</p:attrName>
                                        </p:attrNameLst>
                                      </p:cBhvr>
                                      <p:tavLst>
                                        <p:tav tm="0">
                                          <p:val>
                                            <p:strVal val="#ppt_y+#ppt_h*1.125000"/>
                                          </p:val>
                                        </p:tav>
                                        <p:tav tm="100000">
                                          <p:val>
                                            <p:strVal val="#ppt_y"/>
                                          </p:val>
                                        </p:tav>
                                      </p:tavLst>
                                    </p:anim>
                                    <p:animEffect transition="in" filter="wipe(up)">
                                      <p:cBhvr>
                                        <p:cTn id="2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D24AD-9E7D-641B-A17D-4BFB01E465A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28914D9-6D24-BE74-09F6-B5CEBFCE2670}"/>
              </a:ext>
            </a:extLst>
          </p:cNvPr>
          <p:cNvSpPr>
            <a:spLocks noGrp="1"/>
          </p:cNvSpPr>
          <p:nvPr>
            <p:ph sz="quarter" idx="10"/>
          </p:nvPr>
        </p:nvSpPr>
        <p:spPr>
          <a:xfrm>
            <a:off x="119335" y="764704"/>
            <a:ext cx="11898493" cy="5754467"/>
          </a:xfrm>
        </p:spPr>
        <p:txBody>
          <a:bodyPr>
            <a:normAutofit/>
          </a:bodyPr>
          <a:lstStyle/>
          <a:p>
            <a:pPr>
              <a:spcBef>
                <a:spcPts val="0"/>
              </a:spcBef>
              <a:spcAft>
                <a:spcPts val="0"/>
              </a:spcAft>
            </a:pPr>
            <a:r>
              <a:rPr lang="en-AU" sz="1000" dirty="0"/>
              <a:t>[1] </a:t>
            </a:r>
            <a:r>
              <a:rPr lang="en-AU" sz="1000" dirty="0">
                <a:hlinkClick r:id="rId3"/>
              </a:rPr>
              <a:t>https://www.secretservice.gov/investigations/digitalassets</a:t>
            </a:r>
            <a:br>
              <a:rPr lang="en-AU" sz="1000" dirty="0"/>
            </a:br>
            <a:r>
              <a:rPr lang="en-AU" sz="1000" dirty="0"/>
              <a:t>[2] </a:t>
            </a:r>
            <a:r>
              <a:rPr lang="en-AU" sz="1000" dirty="0">
                <a:hlinkClick r:id="rId4"/>
              </a:rPr>
              <a:t>https://decaturcoinandjewelry.com/product/1864-50-ct-66-confederate-civil-war-counterfeit-banknote-hoard-pmg-au-pc861/</a:t>
            </a:r>
            <a:br>
              <a:rPr lang="en-AU" sz="1000" dirty="0"/>
            </a:br>
            <a:r>
              <a:rPr lang="en-AU" sz="1000" dirty="0"/>
              <a:t>[4] </a:t>
            </a:r>
            <a:r>
              <a:rPr lang="en-AU" sz="1000" dirty="0">
                <a:hlinkClick r:id="rId5"/>
              </a:rPr>
              <a:t>https://www.abf.gov.au/newsroom-subsite/Pages/Counterfeit-crackdown-%242-million-in-%E2%80%98cash%E2%80%99-that-didn%E2%80%99t-make-cents.aspx#</a:t>
            </a:r>
            <a:br>
              <a:rPr lang="en-AU" sz="1000" dirty="0"/>
            </a:br>
            <a:r>
              <a:rPr lang="en-AU" sz="1000" dirty="0"/>
              <a:t>[5] </a:t>
            </a:r>
            <a:r>
              <a:rPr lang="en-AU" sz="1000" dirty="0">
                <a:hlinkClick r:id="rId6"/>
              </a:rPr>
              <a:t>https://realauthentication.com/real-or-fake-the-gucci-marmont-flap-bag/</a:t>
            </a:r>
            <a:br>
              <a:rPr lang="en-AU" sz="1000" dirty="0"/>
            </a:br>
            <a:r>
              <a:rPr lang="en-AU" sz="1000" dirty="0"/>
              <a:t>[6] </a:t>
            </a:r>
            <a:r>
              <a:rPr lang="en-AU" sz="1000" dirty="0">
                <a:hlinkClick r:id="rId7"/>
              </a:rPr>
              <a:t>https://www.watchfinder.com/articles/feature-the-most-accurate-fake-luxury-watches-in-the-world</a:t>
            </a:r>
            <a:br>
              <a:rPr lang="en-AU" sz="1000" dirty="0"/>
            </a:br>
            <a:r>
              <a:rPr lang="en-AU" sz="1000" dirty="0"/>
              <a:t>[7] </a:t>
            </a:r>
            <a:r>
              <a:rPr lang="en-AU" sz="1000" dirty="0">
                <a:hlinkClick r:id="rId8"/>
              </a:rPr>
              <a:t>https://github.com/NVlabs/ffhq-dataset</a:t>
            </a:r>
            <a:r>
              <a:rPr lang="en-AU" sz="1000" dirty="0"/>
              <a:t> (22938)</a:t>
            </a:r>
            <a:br>
              <a:rPr lang="en-AU" sz="1000" dirty="0"/>
            </a:br>
            <a:r>
              <a:rPr lang="en-AU" sz="1000" dirty="0"/>
              <a:t>[8]</a:t>
            </a:r>
            <a:r>
              <a:rPr lang="en-AU" sz="1000" dirty="0">
                <a:hlinkClick r:id="rId9"/>
              </a:rPr>
              <a:t>https://github.com/facefusion/facefusion</a:t>
            </a:r>
            <a:br>
              <a:rPr lang="en-AU" sz="1000" dirty="0"/>
            </a:br>
            <a:r>
              <a:rPr lang="en-AU" sz="1000" dirty="0"/>
              <a:t>[9]</a:t>
            </a:r>
            <a:r>
              <a:rPr lang="en-AU" sz="1000" dirty="0">
                <a:hlinkClick r:id="rId10"/>
              </a:rPr>
              <a:t>https://github.com/TencentARC/PhotoMaker</a:t>
            </a:r>
            <a:br>
              <a:rPr lang="en-AU" sz="1000" dirty="0"/>
            </a:br>
            <a:r>
              <a:rPr lang="en-AU" sz="1000" dirty="0"/>
              <a:t>[10] C. </a:t>
            </a:r>
            <a:r>
              <a:rPr lang="en-AU" sz="1000" dirty="0" err="1"/>
              <a:t>Bregler</a:t>
            </a:r>
            <a:r>
              <a:rPr lang="en-AU" sz="1000" dirty="0"/>
              <a:t>, M. Covell, and M. Slaney, “Video Rewrite: Driving visual speech with audio,” in Proc. ACM SIGGRAPH, 1997, pp. 353–360, </a:t>
            </a:r>
            <a:r>
              <a:rPr lang="en-AU" sz="1000" dirty="0" err="1"/>
              <a:t>doi</a:t>
            </a:r>
            <a:r>
              <a:rPr lang="en-AU" sz="1000" dirty="0"/>
              <a:t>: 10.1145/258734.258880.</a:t>
            </a:r>
            <a:br>
              <a:rPr lang="en-AU" sz="1000" dirty="0"/>
            </a:br>
            <a:r>
              <a:rPr lang="en-AU" sz="1000" dirty="0"/>
              <a:t>[11] </a:t>
            </a:r>
            <a:r>
              <a:rPr lang="en-AU" sz="1000" dirty="0">
                <a:hlinkClick r:id="rId11"/>
              </a:rPr>
              <a:t>https://journals.law.harvard.edu/jsel/2021/03/mission-impossible-the-legal-implications-of-managing-deepfake-celebrity-videos/</a:t>
            </a:r>
            <a:br>
              <a:rPr lang="en-AU" sz="1000" dirty="0"/>
            </a:br>
            <a:r>
              <a:rPr lang="en-AU" sz="1000" dirty="0"/>
              <a:t>[12] </a:t>
            </a:r>
            <a:r>
              <a:rPr lang="en-AU" sz="1000" dirty="0">
                <a:hlinkClick r:id="rId12"/>
              </a:rPr>
              <a:t>https://c2pa.org/c2pa-releases-specification-of-worlds-first-industry-standard-for-content-provenance/</a:t>
            </a:r>
            <a:br>
              <a:rPr lang="en-AU" sz="1000" dirty="0"/>
            </a:br>
            <a:r>
              <a:rPr lang="en-AU" sz="1000" dirty="0"/>
              <a:t>[13] </a:t>
            </a:r>
            <a:r>
              <a:rPr lang="en-AU" sz="1000" dirty="0">
                <a:hlinkClick r:id="rId13"/>
              </a:rPr>
              <a:t>https://arxiv.org/abs/2112.10752</a:t>
            </a:r>
            <a:br>
              <a:rPr lang="en-AU" sz="1000" dirty="0"/>
            </a:br>
            <a:r>
              <a:rPr lang="en-AU" sz="1000" dirty="0"/>
              <a:t>[14] </a:t>
            </a:r>
            <a:r>
              <a:rPr lang="en-AU" sz="1000" dirty="0">
                <a:hlinkClick r:id="rId14"/>
              </a:rPr>
              <a:t>https://www.counterfraud.gov.au/case-studies/company-worker-hong-kong-pays-out-ps20m-deepfake-video-call-scam</a:t>
            </a:r>
            <a:br>
              <a:rPr lang="en-AU" sz="1000" dirty="0"/>
            </a:br>
            <a:r>
              <a:rPr lang="en-AU" sz="1000" dirty="0"/>
              <a:t>[15] </a:t>
            </a:r>
            <a:r>
              <a:rPr lang="en-AU" sz="1000" dirty="0">
                <a:hlinkClick r:id="rId15"/>
              </a:rPr>
              <a:t>https://spec.c2pa.org/specifications/specifications/2.4/specs/C2PA_Specification.html</a:t>
            </a:r>
            <a:endParaRPr lang="en-AU" sz="1000" dirty="0"/>
          </a:p>
          <a:p>
            <a:pPr>
              <a:spcBef>
                <a:spcPts val="0"/>
              </a:spcBef>
              <a:spcAft>
                <a:spcPts val="0"/>
              </a:spcAft>
            </a:pPr>
            <a:r>
              <a:rPr lang="en-AU" sz="1000" dirty="0"/>
              <a:t>[16] </a:t>
            </a:r>
            <a:r>
              <a:rPr lang="en-AU" sz="1000" dirty="0">
                <a:hlinkClick r:id="rId16"/>
              </a:rPr>
              <a:t>https://digital-strategy.ec.europa.eu/en/faqs/transparency-obligations-under-article-50-ai-act</a:t>
            </a:r>
            <a:br>
              <a:rPr lang="en-AU" sz="1000" dirty="0"/>
            </a:br>
            <a:r>
              <a:rPr lang="en-AU" sz="1000" dirty="0"/>
              <a:t>[17] </a:t>
            </a:r>
            <a:r>
              <a:rPr lang="en-AU" sz="1000" dirty="0">
                <a:hlinkClick r:id="rId17"/>
              </a:rPr>
              <a:t>https://www.iso.org/standard/91405.html</a:t>
            </a:r>
            <a:br>
              <a:rPr lang="en-AU" sz="1000" dirty="0"/>
            </a:br>
            <a:r>
              <a:rPr lang="en-AU" sz="1000" dirty="0"/>
              <a:t>[18]</a:t>
            </a:r>
            <a:r>
              <a:rPr lang="en-AU" sz="1000" dirty="0">
                <a:hlinkClick r:id="rId18"/>
              </a:rPr>
              <a:t>https://www.bcps.org/system/b_c_p_s_news/2023-2024_staff_and_community_messages/april_24__2024_staff_and_community_update__message_from_superintendent_dr__myriam_rogers_regarding_pikesville_high_school_investigation</a:t>
            </a:r>
            <a:br>
              <a:rPr lang="en-AU" sz="1000" dirty="0"/>
            </a:br>
            <a:r>
              <a:rPr lang="en-AU" sz="1000" dirty="0"/>
              <a:t>[19] </a:t>
            </a:r>
            <a:r>
              <a:rPr lang="en-AU" sz="1000" dirty="0">
                <a:hlinkClick r:id="rId19"/>
              </a:rPr>
              <a:t>https://apnews.com/article/ai-artificial-intelligence-principal-audio-maryland-baltimore-county-pikesville-853ed171369bcbb888eb54f55195cb9c</a:t>
            </a:r>
            <a:br>
              <a:rPr lang="en-AU" sz="1000" dirty="0"/>
            </a:br>
            <a:r>
              <a:rPr lang="en-AU" sz="1000" dirty="0"/>
              <a:t>[20] </a:t>
            </a:r>
            <a:r>
              <a:rPr lang="en-AU" sz="1000" dirty="0">
                <a:hlinkClick r:id="rId20"/>
              </a:rPr>
              <a:t>https://apnews.com/article/racist-ai-recording-maryland-high-school-487ea673b0449077cb23e7970546cb9f</a:t>
            </a:r>
            <a:br>
              <a:rPr lang="en-AU" sz="1000" dirty="0"/>
            </a:br>
            <a:r>
              <a:rPr lang="en-AU" sz="1000" dirty="0"/>
              <a:t>[21] </a:t>
            </a:r>
            <a:r>
              <a:rPr lang="en-AU" sz="1000" dirty="0">
                <a:hlinkClick r:id="rId21"/>
              </a:rPr>
              <a:t>https://www.theguardian.com/us-news/2024/feb/26/steve-kramer-admits-he-commissioned-robocall-ai-biden-new-hampshire</a:t>
            </a:r>
            <a:br>
              <a:rPr lang="en-AU" sz="1000" dirty="0"/>
            </a:br>
            <a:r>
              <a:rPr lang="en-AU" sz="1000" dirty="0"/>
              <a:t>[22] </a:t>
            </a:r>
            <a:r>
              <a:rPr lang="en-AU" sz="1000" dirty="0">
                <a:hlinkClick r:id="rId22"/>
              </a:rPr>
              <a:t>https://docs.fcc.gov/public/attachments/FCC-24-104A1.pdf</a:t>
            </a:r>
            <a:br>
              <a:rPr lang="en-AU" sz="1000" dirty="0"/>
            </a:br>
            <a:r>
              <a:rPr lang="en-AU" sz="1000" dirty="0"/>
              <a:t>[23] </a:t>
            </a:r>
            <a:r>
              <a:rPr lang="en-AU" sz="1000" dirty="0">
                <a:hlinkClick r:id="rId23"/>
              </a:rPr>
              <a:t>https://www.esafety.gov.au/newsroom/blogs/deepfake-damage-in-schools-how-ai-generated-abuse-is-disrupting-students-families-and-school-communities</a:t>
            </a:r>
            <a:br>
              <a:rPr lang="en-AU" sz="1000" dirty="0"/>
            </a:br>
            <a:r>
              <a:rPr lang="en-AU" sz="1000" dirty="0"/>
              <a:t>[24] G. Murphy, D. Ching, E. Meehan, J. Twomey, A. Bolger, and C. Linehan, “An average Joe, a laptop, and a dream: Assessing the potency of homemade political deepfakes,” Applied Cognitive Psychology, vol. 39, no. 2, Art. no. e70061, 2025, </a:t>
            </a:r>
            <a:r>
              <a:rPr lang="en-AU" sz="1000" dirty="0" err="1"/>
              <a:t>doi</a:t>
            </a:r>
            <a:r>
              <a:rPr lang="en-AU" sz="1000" dirty="0"/>
              <a:t>: </a:t>
            </a:r>
            <a:r>
              <a:rPr lang="en-AU" sz="1000" dirty="0">
                <a:hlinkClick r:id="rId24"/>
              </a:rPr>
              <a:t>10.1002/acp.70061</a:t>
            </a:r>
            <a:r>
              <a:rPr lang="en-AU" sz="1000" dirty="0"/>
              <a:t>.</a:t>
            </a:r>
            <a:br>
              <a:rPr lang="en-AU" sz="1000" dirty="0"/>
            </a:br>
            <a:r>
              <a:rPr lang="en-AU" sz="1000" dirty="0"/>
              <a:t>[25] W. Hawkins, B. Mittelstadt, and C. Russell, “Deepfakes on demand: The rise of accessible non-consensual deepfake image generators,” in Proc. 2025 ACM Conf. Fairness, Accountability, and Transparency (</a:t>
            </a:r>
            <a:r>
              <a:rPr lang="en-AU" sz="1000" dirty="0" err="1"/>
              <a:t>FAccT</a:t>
            </a:r>
            <a:r>
              <a:rPr lang="en-AU" sz="1000" dirty="0"/>
              <a:t> ’25), Athens, Greece, 2025, pp. 1561–1573, </a:t>
            </a:r>
            <a:r>
              <a:rPr lang="en-AU" sz="1000" dirty="0" err="1"/>
              <a:t>doi</a:t>
            </a:r>
            <a:r>
              <a:rPr lang="en-AU" sz="1000" dirty="0"/>
              <a:t>: </a:t>
            </a:r>
            <a:r>
              <a:rPr lang="en-AU" sz="1000" dirty="0">
                <a:hlinkClick r:id="rId25"/>
              </a:rPr>
              <a:t>10.1145/3715275.3732107</a:t>
            </a:r>
            <a:r>
              <a:rPr lang="en-AU" sz="1000" dirty="0"/>
              <a:t>.</a:t>
            </a:r>
            <a:br>
              <a:rPr lang="en-AU" sz="1000" dirty="0"/>
            </a:br>
            <a:r>
              <a:rPr lang="en-AU" sz="1000" dirty="0"/>
              <a:t>[26] </a:t>
            </a:r>
            <a:r>
              <a:rPr lang="en-AU" sz="1000" dirty="0">
                <a:hlinkClick r:id="rId26"/>
              </a:rPr>
              <a:t>https://github.com/jixiaozhong/Sonic</a:t>
            </a:r>
            <a:br>
              <a:rPr lang="en-AU" sz="1000" dirty="0"/>
            </a:br>
            <a:r>
              <a:rPr lang="en-AU" sz="1000" dirty="0"/>
              <a:t>[27] </a:t>
            </a:r>
            <a:r>
              <a:rPr lang="en-AU" sz="1000" dirty="0" err="1"/>
              <a:t>eSafety</a:t>
            </a:r>
            <a:r>
              <a:rPr lang="en-AU" sz="1000" dirty="0"/>
              <a:t> Commissioner, "Deepfake trends and challenges: </a:t>
            </a:r>
            <a:r>
              <a:rPr lang="en-AU" sz="1000" dirty="0" err="1"/>
              <a:t>PoDeepfakesition</a:t>
            </a:r>
            <a:r>
              <a:rPr lang="en-AU" sz="1000" dirty="0"/>
              <a:t> statement," Australian Government, updated Aug. 4, 2026. [Online]. Available: </a:t>
            </a:r>
            <a:r>
              <a:rPr lang="en-AU" sz="1000" dirty="0">
                <a:hlinkClick r:id="rId27"/>
              </a:rPr>
              <a:t>https://www.esafety.gov.au/industry/tech-trends-and-challenges/deepfakes</a:t>
            </a:r>
            <a:endParaRPr lang="en-AU" sz="1000" dirty="0"/>
          </a:p>
        </p:txBody>
      </p:sp>
      <p:sp>
        <p:nvSpPr>
          <p:cNvPr id="8" name="Title 7">
            <a:extLst>
              <a:ext uri="{FF2B5EF4-FFF2-40B4-BE49-F238E27FC236}">
                <a16:creationId xmlns:a16="http://schemas.microsoft.com/office/drawing/2014/main" id="{28F9E50F-2815-9D67-145F-34337FE01B76}"/>
              </a:ext>
            </a:extLst>
          </p:cNvPr>
          <p:cNvSpPr>
            <a:spLocks noGrp="1"/>
          </p:cNvSpPr>
          <p:nvPr>
            <p:ph type="title"/>
          </p:nvPr>
        </p:nvSpPr>
        <p:spPr>
          <a:xfrm>
            <a:off x="119336" y="92075"/>
            <a:ext cx="10801350" cy="469056"/>
          </a:xfrm>
        </p:spPr>
        <p:txBody>
          <a:bodyPr/>
          <a:lstStyle/>
          <a:p>
            <a:r>
              <a:rPr lang="en-AU">
                <a:solidFill>
                  <a:schemeClr val="bg1"/>
                </a:solidFill>
              </a:rPr>
              <a:t>Reference</a:t>
            </a:r>
          </a:p>
        </p:txBody>
      </p:sp>
      <p:sp>
        <p:nvSpPr>
          <p:cNvPr id="13" name="Slide Number Placeholder 12">
            <a:extLst>
              <a:ext uri="{FF2B5EF4-FFF2-40B4-BE49-F238E27FC236}">
                <a16:creationId xmlns:a16="http://schemas.microsoft.com/office/drawing/2014/main" id="{16EB9299-0454-EC71-6903-EA78969D3E81}"/>
              </a:ext>
            </a:extLst>
          </p:cNvPr>
          <p:cNvSpPr>
            <a:spLocks noGrp="1"/>
          </p:cNvSpPr>
          <p:nvPr>
            <p:ph type="sldNum" sz="quarter" idx="18"/>
          </p:nvPr>
        </p:nvSpPr>
        <p:spPr/>
        <p:txBody>
          <a:bodyPr/>
          <a:lstStyle/>
          <a:p>
            <a:fld id="{E917DE0E-AFB1-41FD-BC35-27DB61CA125F}" type="slidenum">
              <a:rPr lang="en-AU" smtClean="0"/>
              <a:pPr/>
              <a:t>67</a:t>
            </a:fld>
            <a:endParaRPr lang="en-AU"/>
          </a:p>
        </p:txBody>
      </p:sp>
    </p:spTree>
    <p:extLst>
      <p:ext uri="{BB962C8B-B14F-4D97-AF65-F5344CB8AC3E}">
        <p14:creationId xmlns:p14="http://schemas.microsoft.com/office/powerpoint/2010/main" val="30697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84A08-52A5-AF3E-62D6-7B73D25260F9}"/>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BDBBF159-6001-C08A-5CE4-FC3AA3A5A8B1}"/>
              </a:ext>
            </a:extLst>
          </p:cNvPr>
          <p:cNvSpPr>
            <a:spLocks noGrp="1"/>
          </p:cNvSpPr>
          <p:nvPr>
            <p:ph sz="quarter" idx="10"/>
          </p:nvPr>
        </p:nvSpPr>
        <p:spPr>
          <a:xfrm>
            <a:off x="119335" y="764704"/>
            <a:ext cx="11898493" cy="5754467"/>
          </a:xfrm>
        </p:spPr>
        <p:txBody>
          <a:bodyPr>
            <a:normAutofit fontScale="92500"/>
          </a:bodyPr>
          <a:lstStyle/>
          <a:p>
            <a:pPr>
              <a:spcBef>
                <a:spcPts val="0"/>
              </a:spcBef>
              <a:spcAft>
                <a:spcPts val="0"/>
              </a:spcAft>
            </a:pPr>
            <a:r>
              <a:rPr lang="en-AU" sz="1000" dirty="0"/>
              <a:t>[28] Australian Government, Criminal Code Amendment (Sexual Material) Act 2024, No. 78, 2024. [Online]. Available: </a:t>
            </a:r>
            <a:r>
              <a:rPr lang="en-AU" sz="1000" dirty="0">
                <a:hlinkClick r:id="rId3"/>
              </a:rPr>
              <a:t>https://www.legislation.gov.au/C2024A00078/asmade/2024-09-02/text/original/epub/OEBPS/document_1/document_1.html</a:t>
            </a:r>
            <a:br>
              <a:rPr lang="en-AU" sz="1000" dirty="0"/>
            </a:br>
            <a:r>
              <a:rPr lang="en-AU" sz="1000" dirty="0"/>
              <a:t>[29] Australian Competition and Consumer Commission, "Impersonation scams," </a:t>
            </a:r>
            <a:r>
              <a:rPr lang="en-AU" sz="1000" dirty="0" err="1"/>
              <a:t>Scamwatch</a:t>
            </a:r>
            <a:r>
              <a:rPr lang="en-AU" sz="1000" dirty="0"/>
              <a:t>, 2023. [Online]. Available: </a:t>
            </a:r>
            <a:r>
              <a:rPr lang="en-AU" sz="1000" dirty="0">
                <a:hlinkClick r:id="rId4"/>
              </a:rPr>
              <a:t>https://www.scamwatch.gov.au/sites/www.scamwatch.gov.au/files/2023-10/Scams%20Awareness%20Week%202023_Key%20messages%20on%20impersonation%20scams.pdf</a:t>
            </a:r>
            <a:br>
              <a:rPr lang="en-AU" sz="1000" dirty="0"/>
            </a:br>
            <a:r>
              <a:rPr lang="en-AU" sz="1000" dirty="0"/>
              <a:t>[30] U.S. Federal Trade Commission, "Scammers use fake emergencies to steal your money." [Online]. Available: </a:t>
            </a:r>
            <a:r>
              <a:rPr lang="en-AU" sz="1000" dirty="0">
                <a:hlinkClick r:id="rId5"/>
              </a:rPr>
              <a:t>https://consumer.ftc.gov/articles/scammers-use-fake-emergencies-steal-your-money</a:t>
            </a:r>
            <a:endParaRPr lang="en-AU" sz="1000" dirty="0"/>
          </a:p>
          <a:p>
            <a:pPr>
              <a:spcBef>
                <a:spcPts val="0"/>
              </a:spcBef>
              <a:spcAft>
                <a:spcPts val="0"/>
              </a:spcAft>
            </a:pPr>
            <a:r>
              <a:rPr lang="en-AU" sz="1000" dirty="0"/>
              <a:t>[31] </a:t>
            </a:r>
            <a:r>
              <a:rPr lang="en-AU" sz="1000" dirty="0">
                <a:hlinkClick r:id="rId5"/>
              </a:rPr>
              <a:t>https://consumer.ftc.gov/articles/scammers-use-fake-emergencies-steal-your-money</a:t>
            </a:r>
            <a:br>
              <a:rPr lang="en-AU" sz="1000" dirty="0"/>
            </a:br>
            <a:r>
              <a:rPr lang="en-AU" sz="1000" dirty="0"/>
              <a:t>[32] </a:t>
            </a:r>
            <a:r>
              <a:rPr lang="en-AU" sz="1000" dirty="0">
                <a:hlinkClick r:id="rId6"/>
              </a:rPr>
              <a:t>https://www.scamwatch.gov.au/stop-check-protect/help-to-spot-and-avoid-scams/how-scammers-use-technology-and-ai</a:t>
            </a:r>
            <a:br>
              <a:rPr lang="en-AU" sz="1000" dirty="0"/>
            </a:br>
            <a:r>
              <a:rPr lang="en-AU" sz="1000" dirty="0"/>
              <a:t>[33] </a:t>
            </a:r>
            <a:r>
              <a:rPr lang="en-AU" sz="1000" dirty="0">
                <a:hlinkClick r:id="rId7"/>
              </a:rPr>
              <a:t>https://www.cyber.gov.au/sites/default/files/2024-11/asd-cyber-threat-report-2024.pdf</a:t>
            </a:r>
            <a:br>
              <a:rPr lang="en-AU" sz="1000" dirty="0"/>
            </a:br>
            <a:r>
              <a:rPr lang="en-AU" sz="1000" dirty="0"/>
              <a:t>[34] P. Peng, P.-Y. Huang, S.-W. Li, A. Mohamed, and D. </a:t>
            </a:r>
            <a:r>
              <a:rPr lang="en-AU" sz="1000" dirty="0" err="1"/>
              <a:t>Harwath</a:t>
            </a:r>
            <a:r>
              <a:rPr lang="en-AU" sz="1000" dirty="0"/>
              <a:t>, “</a:t>
            </a:r>
            <a:r>
              <a:rPr lang="en-AU" sz="1000" dirty="0" err="1"/>
              <a:t>VoiceCraft</a:t>
            </a:r>
            <a:r>
              <a:rPr lang="en-AU" sz="1000" dirty="0"/>
              <a:t>: Zero-Shot Speech Editing and Text-to-Speech in the Wild,” in Proceedings of the 62nd Annual Meeting of the Association for Computational Linguistics (Volume 1: Long Papers), Bangkok, Thailand: Association for Computational Linguistics, 2024, pp. 12442–12462. </a:t>
            </a:r>
            <a:r>
              <a:rPr lang="en-AU" sz="1000" dirty="0" err="1"/>
              <a:t>doi</a:t>
            </a:r>
            <a:r>
              <a:rPr lang="en-AU" sz="1000" dirty="0"/>
              <a:t>: </a:t>
            </a:r>
            <a:r>
              <a:rPr lang="en-AU" sz="1000" dirty="0">
                <a:hlinkClick r:id="rId8"/>
              </a:rPr>
              <a:t>10.18653/v1/2024.acl-long.673</a:t>
            </a:r>
            <a:r>
              <a:rPr lang="en-AU" sz="1000" dirty="0"/>
              <a:t>.</a:t>
            </a:r>
            <a:br>
              <a:rPr lang="en-AU" sz="1000" dirty="0"/>
            </a:br>
            <a:r>
              <a:rPr lang="en-AU" sz="1000" dirty="0"/>
              <a:t>[35] Y. A. Li, C. Han, V. S. Raghavan, G. Mischler, and N. </a:t>
            </a:r>
            <a:r>
              <a:rPr lang="en-AU" sz="1000" dirty="0" err="1"/>
              <a:t>Mesgarani</a:t>
            </a:r>
            <a:r>
              <a:rPr lang="en-AU" sz="1000" dirty="0"/>
              <a:t>, “</a:t>
            </a:r>
            <a:r>
              <a:rPr lang="en-AU" sz="1000" dirty="0" err="1"/>
              <a:t>StyleTTS</a:t>
            </a:r>
            <a:r>
              <a:rPr lang="en-AU" sz="1000" dirty="0"/>
              <a:t> 2: Towards Human-Level Text-to-Speech through Style Diffusion and Adversarial Training with Large Speech Language Models”.</a:t>
            </a:r>
            <a:br>
              <a:rPr lang="en-AU" sz="1000" dirty="0"/>
            </a:br>
            <a:r>
              <a:rPr lang="en-AU" sz="1000" dirty="0"/>
              <a:t>[36] W. Zhao, Y. Rao, W. Shi, Z. Liu, J. Zhou, and J. Lu, “</a:t>
            </a:r>
            <a:r>
              <a:rPr lang="en-AU" sz="1000" dirty="0" err="1"/>
              <a:t>DiffSwap</a:t>
            </a:r>
            <a:r>
              <a:rPr lang="en-AU" sz="1000" dirty="0"/>
              <a:t>: High-Fidelity and Controllable Face Swapping via 3D-Aware Masked Diffusion,” in 2023 IEEE/CVF Conference on Computer Vision and Pattern Recognition (CVPR), Vancouver, BC, Canada: IEEE, Jun. 2023, pp. 8568–8577. </a:t>
            </a:r>
            <a:r>
              <a:rPr lang="en-AU" sz="1000" dirty="0" err="1"/>
              <a:t>doi</a:t>
            </a:r>
            <a:r>
              <a:rPr lang="en-AU" sz="1000" dirty="0"/>
              <a:t>: </a:t>
            </a:r>
            <a:r>
              <a:rPr lang="en-AU" sz="1000" dirty="0">
                <a:hlinkClick r:id="rId9"/>
              </a:rPr>
              <a:t>10.1109/CVPR52729.2023.00828</a:t>
            </a:r>
            <a:br>
              <a:rPr lang="en-AU" sz="1000" dirty="0"/>
            </a:br>
            <a:r>
              <a:rPr lang="en-AU" sz="1000" dirty="0"/>
              <a:t>[37] Z. Yan et al., "DF40: Toward Next-Generation Deepfake Detection," in Advances in Neural Information Processing Systems, Datasets and Benchmarks Track, vol. 37, 2024. [Online]. Available: </a:t>
            </a:r>
            <a:r>
              <a:rPr lang="en-AU" sz="1000" dirty="0">
                <a:hlinkClick r:id="rId10"/>
              </a:rPr>
              <a:t>https://proceedings.neurips.cc/paper_files/paper/2024/hash/34239f60eca7ce9bee5280aaf81362d8-Abstract-Datasets_and_Benchmarks_Track.html</a:t>
            </a:r>
            <a:r>
              <a:rPr lang="en-AU" sz="1000" dirty="0"/>
              <a:t>. [Accessed: Sep. 10, 2026].</a:t>
            </a:r>
            <a:br>
              <a:rPr lang="en-AU" sz="1000" dirty="0"/>
            </a:br>
            <a:r>
              <a:rPr lang="en-AU" sz="1000" dirty="0"/>
              <a:t>[38] W. Zhang et al., "</a:t>
            </a:r>
            <a:r>
              <a:rPr lang="en-AU" sz="1000" dirty="0" err="1"/>
              <a:t>SadTalker</a:t>
            </a:r>
            <a:r>
              <a:rPr lang="en-AU" sz="1000" dirty="0"/>
              <a:t>: Learning Realistic 3D Motion Coefficients for Stylized Audio-Driven Single Image Talking Face Animation," in Proc. IEEE/CVF Conf. Computer Vision and Pattern Recognition (CVPR), 2023. [Online]. Available: </a:t>
            </a:r>
            <a:r>
              <a:rPr lang="en-AU" sz="1000" dirty="0">
                <a:hlinkClick r:id="rId11"/>
              </a:rPr>
              <a:t>https://openaccess.thecvf.com/content/CVPR2023/html/Zhang_SadTalker_Learning_Realistic_3D_Motion_Coefficients_for_Stylized_Audio-Driven_Single_CVPR_2023_paper.html</a:t>
            </a:r>
            <a:r>
              <a:rPr lang="en-AU" sz="1000" dirty="0"/>
              <a:t>. [Accessed: Sep. 10, 2026].</a:t>
            </a:r>
            <a:br>
              <a:rPr lang="en-AU" sz="1000" dirty="0"/>
            </a:br>
            <a:r>
              <a:rPr lang="en-AU" sz="1000" dirty="0"/>
              <a:t>[39] X. Ji et al., "Sonic: Shifting Focus to Global Audio Perception in Portrait Animation," in Proc. IEEE/CVF Conf. Computer Vision and Pattern Recognition (CVPR), 2025. [Online]. Available: </a:t>
            </a:r>
            <a:r>
              <a:rPr lang="en-AU" sz="1000" dirty="0">
                <a:hlinkClick r:id="rId12"/>
              </a:rPr>
              <a:t>https://openaccess.thecvf.com/content/CVPR2025/html/Ji_Sonic_Shifting_Focus_to_Global_Audio_Perception_in_Portrait_Animation_CVPR_2025_paper.html</a:t>
            </a:r>
            <a:r>
              <a:rPr lang="en-AU" sz="1000" dirty="0"/>
              <a:t>. [Accessed: Sep. 10, 2026].</a:t>
            </a:r>
            <a:br>
              <a:rPr lang="en-AU" sz="1000" dirty="0"/>
            </a:br>
            <a:r>
              <a:rPr lang="en-AU" sz="1000" dirty="0"/>
              <a:t>[40] D. Zhen et al., "Teller: Real-Time Streaming Audio-Driven Portrait Animation with Autoregressive Motion Generation," in Proc. IEEE/CVF Conf. Computer Vision and Pattern Recognition (CVPR), 2025. [Online]. Available: </a:t>
            </a:r>
            <a:r>
              <a:rPr lang="en-AU" sz="1000" dirty="0">
                <a:hlinkClick r:id="rId13"/>
              </a:rPr>
              <a:t>https://openaccess.thecvf.com/content/CVPR2025/html/Zhen_Teller_Real-Time_Streaming_Audio-Driven_Portrait_Animation_with_Autoregressive_Motion_Generation_CVPR_2025_paper.html</a:t>
            </a:r>
            <a:r>
              <a:rPr lang="en-AU" sz="1000" dirty="0"/>
              <a:t>. [Accessed: Sep. 10, 2026].</a:t>
            </a:r>
            <a:br>
              <a:rPr lang="en-AU" sz="1000" dirty="0"/>
            </a:br>
            <a:r>
              <a:rPr lang="en-AU" sz="1000" dirty="0"/>
              <a:t>[41] E. Corona, A. Zanfir, E. G. </a:t>
            </a:r>
            <a:r>
              <a:rPr lang="en-AU" sz="1000" dirty="0" err="1"/>
              <a:t>Bazavan</a:t>
            </a:r>
            <a:r>
              <a:rPr lang="en-AU" sz="1000" dirty="0"/>
              <a:t>, N. </a:t>
            </a:r>
            <a:r>
              <a:rPr lang="en-AU" sz="1000" dirty="0" err="1"/>
              <a:t>Kolotouros</a:t>
            </a:r>
            <a:r>
              <a:rPr lang="en-AU" sz="1000" dirty="0"/>
              <a:t>, T. </a:t>
            </a:r>
            <a:r>
              <a:rPr lang="en-AU" sz="1000" dirty="0" err="1"/>
              <a:t>Alldieck</a:t>
            </a:r>
            <a:r>
              <a:rPr lang="en-AU" sz="1000" dirty="0"/>
              <a:t>, and C. </a:t>
            </a:r>
            <a:r>
              <a:rPr lang="en-AU" sz="1000" dirty="0" err="1"/>
              <a:t>Sminchisescu</a:t>
            </a:r>
            <a:r>
              <a:rPr lang="en-AU" sz="1000" dirty="0"/>
              <a:t>, "VLOGGER: Multimodal Diffusion for Embodied Avatar Synthesis," in Proc. IEEE/CVF Conf. Computer Vision and Pattern Recognition (CVPR), 2025. [Online]. Available: </a:t>
            </a:r>
            <a:r>
              <a:rPr lang="en-AU" sz="1000" dirty="0">
                <a:hlinkClick r:id="rId14"/>
              </a:rPr>
              <a:t>https://openaccess.thecvf.com/content/CVPR2025/html/Corona_VLOGGER_Multimodal_Diffusion_for_Embodied_Avatar_Synthesis_CVPR_2025_paper.html</a:t>
            </a:r>
            <a:r>
              <a:rPr lang="en-AU" sz="1000" dirty="0"/>
              <a:t>. [Accessed: Sep. 10, 2026].</a:t>
            </a:r>
            <a:br>
              <a:rPr lang="en-AU" sz="1000" dirty="0"/>
            </a:br>
            <a:r>
              <a:rPr lang="en-AU" sz="1000" dirty="0"/>
              <a:t>[42] J. Guan et al., "</a:t>
            </a:r>
            <a:r>
              <a:rPr lang="en-AU" sz="1000" dirty="0" err="1"/>
              <a:t>AudCast</a:t>
            </a:r>
            <a:r>
              <a:rPr lang="en-AU" sz="1000" dirty="0"/>
              <a:t>: Audio-Driven Human Video Generation by Cascaded Diffusion Transformers," in Proc. IEEE/CVF Conf. Computer Vision and Pattern Recognition (CVPR), 2025. [Online]. Available: </a:t>
            </a:r>
            <a:r>
              <a:rPr lang="en-AU" sz="1000" dirty="0">
                <a:hlinkClick r:id="rId15"/>
              </a:rPr>
              <a:t>https://openaccess.thecvf.com/content/CVPR2025/html/Guan_AudCast_Audio-Driven_Human_Video_Generation_by_Cascaded_Diffusion_Transformers_CVPR_2025_paper.html</a:t>
            </a:r>
            <a:r>
              <a:rPr lang="en-AU" sz="1000" dirty="0"/>
              <a:t>. [Accessed: Sep. 10, 2026].</a:t>
            </a:r>
            <a:br>
              <a:rPr lang="en-AU" sz="1000" dirty="0"/>
            </a:br>
            <a:r>
              <a:rPr lang="en-AU" sz="1000" dirty="0"/>
              <a:t>[43] On r- and K-Selection </a:t>
            </a:r>
            <a:r>
              <a:rPr lang="en-AU" sz="1000" dirty="0">
                <a:hlinkClick r:id="rId16"/>
              </a:rPr>
              <a:t>https://www.journals.uchicago.edu/doi/10.1086/282697</a:t>
            </a:r>
            <a:br>
              <a:rPr lang="en-AU" sz="1000" dirty="0"/>
            </a:br>
            <a:r>
              <a:rPr lang="en-AU" sz="1000" dirty="0"/>
              <a:t>[44] N. Ruiz, S. A. </a:t>
            </a:r>
            <a:r>
              <a:rPr lang="en-AU" sz="1000" dirty="0" err="1"/>
              <a:t>Bargal</a:t>
            </a:r>
            <a:r>
              <a:rPr lang="en-AU" sz="1000" dirty="0"/>
              <a:t>, and S. </a:t>
            </a:r>
            <a:r>
              <a:rPr lang="en-AU" sz="1000" dirty="0" err="1"/>
              <a:t>Sclaroff</a:t>
            </a:r>
            <a:r>
              <a:rPr lang="en-AU" sz="1000" dirty="0"/>
              <a:t>, “Disrupting Deepfakes: Adversarial Attacks Against Conditional Image Translation Networks and Facial Manipulation Systems,” in </a:t>
            </a:r>
            <a:r>
              <a:rPr lang="en-AU" sz="1000" i="1" dirty="0"/>
              <a:t>Computer Vision – ECCV 2020 Workshops</a:t>
            </a:r>
            <a:r>
              <a:rPr lang="en-AU" sz="1000" dirty="0"/>
              <a:t>, vol. 12538, A. Bartoli and A. </a:t>
            </a:r>
            <a:r>
              <a:rPr lang="en-AU" sz="1000" dirty="0" err="1"/>
              <a:t>Fusiello</a:t>
            </a:r>
            <a:r>
              <a:rPr lang="en-AU" sz="1000" dirty="0"/>
              <a:t>, Eds., in Lecture Notes in Computer Science, vol. 12538. , Cham: Springer International Publishing, 2020, pp. 236–251. </a:t>
            </a:r>
            <a:r>
              <a:rPr lang="en-AU" sz="1000" dirty="0" err="1"/>
              <a:t>doi</a:t>
            </a:r>
            <a:r>
              <a:rPr lang="en-AU" sz="1000" dirty="0"/>
              <a:t>: </a:t>
            </a:r>
            <a:r>
              <a:rPr lang="en-AU" sz="1000" dirty="0">
                <a:hlinkClick r:id="rId17"/>
              </a:rPr>
              <a:t>10.1007/978-3-030-66823-5_14</a:t>
            </a:r>
            <a:r>
              <a:rPr lang="en-AU" sz="1000" dirty="0"/>
              <a:t>.</a:t>
            </a:r>
            <a:br>
              <a:rPr lang="en-AU" sz="1000" dirty="0"/>
            </a:br>
            <a:r>
              <a:rPr lang="en-AU" sz="1000" dirty="0"/>
              <a:t>[45] C.-Y. Yeh, H.-W. Chen, S.-L. Tsai, and S.-D. Wang, “Disrupting Image-Translation-Based </a:t>
            </a:r>
            <a:r>
              <a:rPr lang="en-AU" sz="1000" dirty="0" err="1"/>
              <a:t>DeepFake</a:t>
            </a:r>
            <a:r>
              <a:rPr lang="en-AU" sz="1000" dirty="0"/>
              <a:t> Algorithms with Adversarial Attacks,” in </a:t>
            </a:r>
            <a:r>
              <a:rPr lang="en-AU" sz="1000" i="1" dirty="0"/>
              <a:t>2020 IEEE Winter Applications of Computer Vision Workshops (WACVW)</a:t>
            </a:r>
            <a:r>
              <a:rPr lang="en-AU" sz="1000" dirty="0"/>
              <a:t>, Snowmass Village, CO, USA: IEEE, Mar. 2020, pp. 53–62. </a:t>
            </a:r>
            <a:r>
              <a:rPr lang="en-AU" sz="1000" dirty="0" err="1"/>
              <a:t>doi</a:t>
            </a:r>
            <a:r>
              <a:rPr lang="en-AU" sz="1000" dirty="0"/>
              <a:t>: </a:t>
            </a:r>
            <a:r>
              <a:rPr lang="en-AU" sz="1000" dirty="0">
                <a:hlinkClick r:id="rId18"/>
              </a:rPr>
              <a:t>10.1109/WACVW50321.2020.9096939</a:t>
            </a:r>
            <a:r>
              <a:rPr lang="en-AU" sz="1000" dirty="0"/>
              <a:t>.</a:t>
            </a:r>
            <a:br>
              <a:rPr lang="en-AU" sz="1000" dirty="0"/>
            </a:br>
            <a:r>
              <a:rPr lang="en-AU" sz="1000" dirty="0"/>
              <a:t>[46] </a:t>
            </a:r>
            <a:r>
              <a:rPr lang="en-AU" sz="1000" dirty="0">
                <a:hlinkClick r:id="rId19"/>
              </a:rPr>
              <a:t>https://fineart-restoration.co.uk/news/preserving-provenance-oil-painting-labels-notes-and-stamps/</a:t>
            </a:r>
            <a:br>
              <a:rPr lang="en-AU" sz="1000" dirty="0"/>
            </a:br>
            <a:r>
              <a:rPr lang="en-AU" sz="1000" dirty="0"/>
              <a:t>[47] Coalition for Content Provenance and Authenticity, ‘Content Credentials: C2PA Technical Specification,’ ver. 2.4, Apr. 2026. [Online]. Available: </a:t>
            </a:r>
            <a:r>
              <a:rPr lang="en-AU" sz="1000" dirty="0">
                <a:hlinkClick r:id="rId20"/>
              </a:rPr>
              <a:t>https://spec.c2pa.org/specifications/specifications/2.4/specs/C2PA_Specification.html</a:t>
            </a:r>
            <a:br>
              <a:rPr lang="en-AU" sz="1000" dirty="0"/>
            </a:br>
            <a:r>
              <a:rPr lang="en-AU" sz="1000" dirty="0"/>
              <a:t>[48] ISO, ISO/IEC 21617-1:2026, Information technology—JPEG Trust—Part 1: Core foundation, 2nd ed., Aug. 2026. [Online]. Available: </a:t>
            </a:r>
            <a:r>
              <a:rPr lang="en-AU" sz="1000" dirty="0">
                <a:hlinkClick r:id="rId21"/>
              </a:rPr>
              <a:t>https://www.iso.org/standard/91405.html</a:t>
            </a:r>
            <a:br>
              <a:rPr lang="en-AU" sz="1000" dirty="0"/>
            </a:br>
            <a:r>
              <a:rPr lang="en-AU" sz="1000" dirty="0"/>
              <a:t>[49] Joint Photographic Experts Group, ‘Overview of JPEG Trust,’ ISO/IEC JTC 1/SC 29/WG 1, 2026. [Online]. Available: </a:t>
            </a:r>
            <a:r>
              <a:rPr lang="en-AU" sz="1000" dirty="0">
                <a:hlinkClick r:id="rId22"/>
              </a:rPr>
              <a:t>https://jpeg.org/jpegtrust/index.html</a:t>
            </a:r>
            <a:br>
              <a:rPr lang="en-AU" sz="1000" dirty="0"/>
            </a:br>
            <a:r>
              <a:rPr lang="en-AU" sz="1000" dirty="0"/>
              <a:t>[50] Joint Photographic Experts Group, ‘111th Meeting—Online—JPEG DNA reaches Draft International Standard stage at the 111th JPEG meeting,’ Jun. 8, 2026. [Online]. Available: </a:t>
            </a:r>
            <a:r>
              <a:rPr lang="en-AU" sz="1000" dirty="0">
                <a:hlinkClick r:id="rId23"/>
              </a:rPr>
              <a:t>https://jpeg.org/items/20260608_press.html</a:t>
            </a:r>
            <a:br>
              <a:rPr lang="en-AU" sz="1000" dirty="0"/>
            </a:br>
            <a:r>
              <a:rPr lang="en-AU" sz="1000" dirty="0"/>
              <a:t>[51] Apple Security Engineering and Architecture and Camera &amp; Photos, “Apple Reference Image: A New Approach for Verified Photography,” Sep. 15, 2026. [Online]. Available: </a:t>
            </a:r>
            <a:r>
              <a:rPr lang="en-AU" sz="1000" dirty="0">
                <a:hlinkClick r:id="rId24"/>
              </a:rPr>
              <a:t>https://security.apple.com/blog/apple-reference-image</a:t>
            </a:r>
            <a:br>
              <a:rPr lang="en-AU" sz="1000" dirty="0"/>
            </a:br>
            <a:r>
              <a:rPr lang="en-AU" sz="1000" dirty="0"/>
              <a:t>[52] Apple, “Apple debuts iPhone 18 Pro and iPhone 18 Pro Max,” Sep. 9, 2026. [Online]. Available: </a:t>
            </a:r>
            <a:r>
              <a:rPr lang="en-AU" sz="1000" dirty="0">
                <a:hlinkClick r:id="rId25"/>
              </a:rPr>
              <a:t>https://www.apple.com/newsroom/2026/09/apple-debuts-iphone-18-pro-and-iphone-18-pro-max/</a:t>
            </a:r>
            <a:endParaRPr lang="en-AU" sz="1000" dirty="0"/>
          </a:p>
        </p:txBody>
      </p:sp>
      <p:sp>
        <p:nvSpPr>
          <p:cNvPr id="8" name="Title 7">
            <a:extLst>
              <a:ext uri="{FF2B5EF4-FFF2-40B4-BE49-F238E27FC236}">
                <a16:creationId xmlns:a16="http://schemas.microsoft.com/office/drawing/2014/main" id="{B6630EB0-DE63-CEA2-EED6-4ABC893E8071}"/>
              </a:ext>
            </a:extLst>
          </p:cNvPr>
          <p:cNvSpPr>
            <a:spLocks noGrp="1"/>
          </p:cNvSpPr>
          <p:nvPr>
            <p:ph type="title"/>
          </p:nvPr>
        </p:nvSpPr>
        <p:spPr>
          <a:xfrm>
            <a:off x="119336" y="92075"/>
            <a:ext cx="10801350" cy="469056"/>
          </a:xfrm>
        </p:spPr>
        <p:txBody>
          <a:bodyPr/>
          <a:lstStyle/>
          <a:p>
            <a:r>
              <a:rPr lang="en-AU">
                <a:solidFill>
                  <a:schemeClr val="bg1"/>
                </a:solidFill>
              </a:rPr>
              <a:t>Reference</a:t>
            </a:r>
          </a:p>
        </p:txBody>
      </p:sp>
      <p:sp>
        <p:nvSpPr>
          <p:cNvPr id="13" name="Slide Number Placeholder 12">
            <a:extLst>
              <a:ext uri="{FF2B5EF4-FFF2-40B4-BE49-F238E27FC236}">
                <a16:creationId xmlns:a16="http://schemas.microsoft.com/office/drawing/2014/main" id="{2AA29FF8-63FD-B782-F567-2DA2AD63DE84}"/>
              </a:ext>
            </a:extLst>
          </p:cNvPr>
          <p:cNvSpPr>
            <a:spLocks noGrp="1"/>
          </p:cNvSpPr>
          <p:nvPr>
            <p:ph type="sldNum" sz="quarter" idx="18"/>
          </p:nvPr>
        </p:nvSpPr>
        <p:spPr/>
        <p:txBody>
          <a:bodyPr/>
          <a:lstStyle/>
          <a:p>
            <a:fld id="{E917DE0E-AFB1-41FD-BC35-27DB61CA125F}" type="slidenum">
              <a:rPr lang="en-AU" smtClean="0"/>
              <a:pPr/>
              <a:t>68</a:t>
            </a:fld>
            <a:endParaRPr lang="en-AU"/>
          </a:p>
        </p:txBody>
      </p:sp>
    </p:spTree>
    <p:extLst>
      <p:ext uri="{BB962C8B-B14F-4D97-AF65-F5344CB8AC3E}">
        <p14:creationId xmlns:p14="http://schemas.microsoft.com/office/powerpoint/2010/main" val="406118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1C01D-9C6C-8BF4-9288-D8C78F235278}"/>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A1AF79E-142B-D912-A253-584BF79DCD64}"/>
              </a:ext>
            </a:extLst>
          </p:cNvPr>
          <p:cNvSpPr>
            <a:spLocks noGrp="1"/>
          </p:cNvSpPr>
          <p:nvPr>
            <p:ph sz="quarter" idx="10"/>
          </p:nvPr>
        </p:nvSpPr>
        <p:spPr>
          <a:xfrm>
            <a:off x="119335" y="764704"/>
            <a:ext cx="11898493" cy="5754467"/>
          </a:xfrm>
        </p:spPr>
        <p:txBody>
          <a:bodyPr>
            <a:normAutofit/>
          </a:bodyPr>
          <a:lstStyle/>
          <a:p>
            <a:pPr>
              <a:spcBef>
                <a:spcPts val="0"/>
              </a:spcBef>
              <a:spcAft>
                <a:spcPts val="0"/>
              </a:spcAft>
            </a:pPr>
            <a:r>
              <a:rPr lang="en-AU" sz="1000" dirty="0"/>
              <a:t>[53] W. Zhao, Y. Rao, W. Shi, Z. Liu, J. Zhou, and J. Lu, “</a:t>
            </a:r>
            <a:r>
              <a:rPr lang="en-AU" sz="1000" dirty="0" err="1"/>
              <a:t>DiffSwap</a:t>
            </a:r>
            <a:r>
              <a:rPr lang="en-AU" sz="1000" dirty="0"/>
              <a:t>: High-Fidelity and Controllable Face Swapping via 3D-Aware Masked Diffusion,” in 2023 IEEE/CVF Conference on Computer Vision and Pattern Recognition (CVPR), Vancouver, BC, Canada: IEEE, Jun. 2023, pp. 8568–8577. </a:t>
            </a:r>
            <a:r>
              <a:rPr lang="en-AU" sz="1000" dirty="0" err="1"/>
              <a:t>doi</a:t>
            </a:r>
            <a:r>
              <a:rPr lang="en-AU" sz="1000" dirty="0"/>
              <a:t>: </a:t>
            </a:r>
            <a:r>
              <a:rPr lang="en-AU" sz="1000" dirty="0">
                <a:hlinkClick r:id="rId3"/>
              </a:rPr>
              <a:t>10.1109/CVPR52729.2023.00828</a:t>
            </a:r>
            <a:r>
              <a:rPr lang="en-AU" sz="1000" dirty="0"/>
              <a:t>.</a:t>
            </a:r>
            <a:br>
              <a:rPr lang="en-AU" sz="1000" dirty="0"/>
            </a:br>
            <a:r>
              <a:rPr lang="en-AU" sz="1000" dirty="0"/>
              <a:t>[54] Y. Ma et al., “</a:t>
            </a:r>
            <a:r>
              <a:rPr lang="en-AU" sz="1000" dirty="0" err="1"/>
              <a:t>StyleTalk</a:t>
            </a:r>
            <a:r>
              <a:rPr lang="en-AU" sz="1000" dirty="0"/>
              <a:t>: One-Shot Talking Head Generation with Controllable Speaking Styles,” AAAI, vol. 37, no. 2, pp. 1896–1904, Jun. 2023, </a:t>
            </a:r>
            <a:r>
              <a:rPr lang="en-AU" sz="1000" dirty="0" err="1"/>
              <a:t>doi</a:t>
            </a:r>
            <a:r>
              <a:rPr lang="en-AU" sz="1000" dirty="0"/>
              <a:t>: </a:t>
            </a:r>
            <a:r>
              <a:rPr lang="en-AU" sz="1000" dirty="0">
                <a:hlinkClick r:id="rId4"/>
              </a:rPr>
              <a:t>10.1609/aaai.v37i2.25280</a:t>
            </a:r>
            <a:r>
              <a:rPr lang="en-AU" sz="1000" dirty="0"/>
              <a:t>.</a:t>
            </a:r>
            <a:br>
              <a:rPr lang="en-AU" sz="1000" dirty="0"/>
            </a:br>
            <a:r>
              <a:rPr lang="en-AU" sz="1000" dirty="0"/>
              <a:t>[55] W. Zhang et al., “</a:t>
            </a:r>
            <a:r>
              <a:rPr lang="en-AU" sz="1000" dirty="0" err="1"/>
              <a:t>SadTalker</a:t>
            </a:r>
            <a:r>
              <a:rPr lang="en-AU" sz="1000" dirty="0"/>
              <a:t>: Learning Realistic 3D Motion Coefficients for Stylized Audio-Driven Single Image Talking Face Animation,” Mar. 13, 2023, </a:t>
            </a:r>
            <a:r>
              <a:rPr lang="en-AU" sz="1000" dirty="0" err="1"/>
              <a:t>arXiv</a:t>
            </a:r>
            <a:r>
              <a:rPr lang="en-AU" sz="1000" dirty="0"/>
              <a:t>: arXiv:2211.12194. </a:t>
            </a:r>
            <a:r>
              <a:rPr lang="en-AU" sz="1000" dirty="0" err="1"/>
              <a:t>doi</a:t>
            </a:r>
            <a:r>
              <a:rPr lang="en-AU" sz="1000" dirty="0"/>
              <a:t>: </a:t>
            </a:r>
            <a:r>
              <a:rPr lang="en-AU" sz="1000" dirty="0">
                <a:hlinkClick r:id="rId5"/>
              </a:rPr>
              <a:t>10.48550/arXiv.2211.12194</a:t>
            </a:r>
            <a:r>
              <a:rPr lang="en-AU" sz="1000" dirty="0"/>
              <a:t>.</a:t>
            </a:r>
            <a:br>
              <a:rPr lang="en-AU" sz="1000" dirty="0"/>
            </a:br>
            <a:r>
              <a:rPr lang="en-AU" sz="1000" dirty="0"/>
              <a:t>[56] E. Corona, A. Zanfir, E. G. </a:t>
            </a:r>
            <a:r>
              <a:rPr lang="en-AU" sz="1000" dirty="0" err="1"/>
              <a:t>Bazavan</a:t>
            </a:r>
            <a:r>
              <a:rPr lang="en-AU" sz="1000" dirty="0"/>
              <a:t>, N. </a:t>
            </a:r>
            <a:r>
              <a:rPr lang="en-AU" sz="1000" dirty="0" err="1"/>
              <a:t>Kolotouros</a:t>
            </a:r>
            <a:r>
              <a:rPr lang="en-AU" sz="1000" dirty="0"/>
              <a:t>, T. </a:t>
            </a:r>
            <a:r>
              <a:rPr lang="en-AU" sz="1000" dirty="0" err="1"/>
              <a:t>Alldieck</a:t>
            </a:r>
            <a:r>
              <a:rPr lang="en-AU" sz="1000" dirty="0"/>
              <a:t>, and C. </a:t>
            </a:r>
            <a:r>
              <a:rPr lang="en-AU" sz="1000" dirty="0" err="1"/>
              <a:t>Sminchisescu</a:t>
            </a:r>
            <a:r>
              <a:rPr lang="en-AU" sz="1000" dirty="0"/>
              <a:t>, “VLOGGER: Multimodal Diffusion for Embodied Avatar Synthesis”.</a:t>
            </a:r>
            <a:br>
              <a:rPr lang="en-AU" sz="1000" dirty="0"/>
            </a:br>
            <a:r>
              <a:rPr lang="en-AU" sz="1000" dirty="0"/>
              <a:t>[57] J. Guan et al., “</a:t>
            </a:r>
            <a:r>
              <a:rPr lang="en-AU" sz="1000" dirty="0" err="1"/>
              <a:t>AudCast</a:t>
            </a:r>
            <a:r>
              <a:rPr lang="en-AU" sz="1000" dirty="0"/>
              <a:t>: Audio-Driven Human Video Generation by Cascaded Diffusion Transformers”.</a:t>
            </a:r>
            <a:br>
              <a:rPr lang="en-AU" sz="1000" dirty="0"/>
            </a:br>
            <a:r>
              <a:rPr lang="en-AU" sz="1000" dirty="0"/>
              <a:t>[58] G. Pei et al., “Deepfake Generation and Detection: A Benchmark and Survey,” Mar. 09, 2026, </a:t>
            </a:r>
            <a:r>
              <a:rPr lang="en-AU" sz="1000" dirty="0" err="1"/>
              <a:t>arXiv</a:t>
            </a:r>
            <a:r>
              <a:rPr lang="en-AU" sz="1000" dirty="0"/>
              <a:t>: arXiv:2403.17881. </a:t>
            </a:r>
            <a:r>
              <a:rPr lang="en-AU" sz="1000" dirty="0" err="1"/>
              <a:t>doi</a:t>
            </a:r>
            <a:r>
              <a:rPr lang="en-AU" sz="1000" dirty="0"/>
              <a:t>: </a:t>
            </a:r>
            <a:r>
              <a:rPr lang="en-AU" sz="1000" dirty="0">
                <a:hlinkClick r:id="rId6"/>
              </a:rPr>
              <a:t>10.48550/arXiv.2403.17881</a:t>
            </a:r>
            <a:r>
              <a:rPr lang="en-AU" sz="1000" dirty="0"/>
              <a:t>.</a:t>
            </a:r>
            <a:br>
              <a:rPr lang="en-AU" sz="1000" dirty="0"/>
            </a:br>
            <a:r>
              <a:rPr lang="en-AU" sz="1000" dirty="0"/>
              <a:t>[59]Z. Liu et al., “Fine-Grained Face Swapping via Regional GAN Inversion”.</a:t>
            </a:r>
            <a:br>
              <a:rPr lang="en-AU" sz="1000" dirty="0"/>
            </a:br>
            <a:r>
              <a:rPr lang="en-AU" sz="1000" dirty="0"/>
              <a:t>[60] J. Deng et al., “A Survey of </a:t>
            </a:r>
            <a:r>
              <a:rPr lang="en-AU" sz="1000" dirty="0" err="1"/>
              <a:t>Defenses</a:t>
            </a:r>
            <a:r>
              <a:rPr lang="en-AU" sz="1000" dirty="0"/>
              <a:t> Against AI-Generated Visual Media: </a:t>
            </a:r>
            <a:r>
              <a:rPr lang="en-AU" sz="1000" dirty="0" err="1"/>
              <a:t>Detection,Disruption</a:t>
            </a:r>
            <a:r>
              <a:rPr lang="en-AU" sz="1000" dirty="0"/>
              <a:t>, and Authentication,” Oct. 06, 2025, </a:t>
            </a:r>
            <a:r>
              <a:rPr lang="en-AU" sz="1000" dirty="0" err="1"/>
              <a:t>arXiv</a:t>
            </a:r>
            <a:r>
              <a:rPr lang="en-AU" sz="1000" dirty="0"/>
              <a:t>: arXiv:2407.10575. </a:t>
            </a:r>
            <a:r>
              <a:rPr lang="en-AU" sz="1000" dirty="0" err="1"/>
              <a:t>doi</a:t>
            </a:r>
            <a:r>
              <a:rPr lang="en-AU" sz="1000" dirty="0"/>
              <a:t>: </a:t>
            </a:r>
            <a:r>
              <a:rPr lang="en-AU" sz="1000" dirty="0">
                <a:hlinkClick r:id="rId7"/>
              </a:rPr>
              <a:t>10.48550/arXiv.2407.10575</a:t>
            </a:r>
            <a:r>
              <a:rPr lang="en-AU" sz="1000" dirty="0"/>
              <a:t>.</a:t>
            </a:r>
            <a:br>
              <a:rPr lang="en-AU" sz="1000" dirty="0"/>
            </a:br>
            <a:r>
              <a:rPr lang="en-AU" sz="1000" dirty="0"/>
              <a:t>[61] W. Hawkins, B. Mittelstadt, and C. Russell, “Deepfakes on Demand: The rise of accessible non-consensual deepfake image generators,” in Proceedings of the 2025 ACM Conference on Fairness, Accountability, and Transparency, Athens Greece: ACM, Jun. 2025, pp. 1602–1614. </a:t>
            </a:r>
            <a:r>
              <a:rPr lang="en-AU" sz="1000" dirty="0" err="1"/>
              <a:t>doi</a:t>
            </a:r>
            <a:r>
              <a:rPr lang="en-AU" sz="1000" dirty="0"/>
              <a:t>: </a:t>
            </a:r>
            <a:r>
              <a:rPr lang="en-AU" sz="1000" dirty="0">
                <a:hlinkClick r:id="rId8"/>
              </a:rPr>
              <a:t>10.1145/3715275.3732107</a:t>
            </a:r>
            <a:r>
              <a:rPr lang="en-AU" sz="1000" dirty="0"/>
              <a:t>.</a:t>
            </a:r>
            <a:br>
              <a:rPr lang="en-AU" sz="1000" dirty="0"/>
            </a:br>
            <a:r>
              <a:rPr lang="en-AU" sz="1000" dirty="0"/>
              <a:t>[62] R. Umbach, N. Henry, G. Beard, and C. Berryessa, “Non-Consensual Synthetic Intimate Imagery: Prevalence, Attitudes, and Knowledge in 10 Countries,” in Proceedings of the CHI Conference on Human Factors in Computing Systems, May 2024, pp. 1–20. </a:t>
            </a:r>
            <a:r>
              <a:rPr lang="en-AU" sz="1000" dirty="0" err="1"/>
              <a:t>doi</a:t>
            </a:r>
            <a:r>
              <a:rPr lang="en-AU" sz="1000" dirty="0"/>
              <a:t>: </a:t>
            </a:r>
            <a:r>
              <a:rPr lang="en-AU" sz="1000" dirty="0">
                <a:hlinkClick r:id="rId9"/>
              </a:rPr>
              <a:t>10.1145/3613904.3642382</a:t>
            </a:r>
            <a:r>
              <a:rPr lang="en-AU" sz="1000" dirty="0"/>
              <a:t>.</a:t>
            </a:r>
          </a:p>
          <a:p>
            <a:pPr>
              <a:spcBef>
                <a:spcPts val="0"/>
              </a:spcBef>
              <a:spcAft>
                <a:spcPts val="0"/>
              </a:spcAft>
            </a:pPr>
            <a:r>
              <a:rPr lang="en-AU" sz="1000" dirty="0"/>
              <a:t>[63] S. </a:t>
            </a:r>
            <a:r>
              <a:rPr lang="en-AU" sz="1000" dirty="0" err="1"/>
              <a:t>Baliah</a:t>
            </a:r>
            <a:r>
              <a:rPr lang="en-AU" sz="1000" dirty="0"/>
              <a:t>, Q. Lin, S. Liao, X. Liang, and M. H. Khan, “Realistic and Efficient Face Swapping: A Unified Approach with Diffusion Models”.</a:t>
            </a:r>
            <a:br>
              <a:rPr lang="en-AU" sz="1000" dirty="0"/>
            </a:br>
            <a:r>
              <a:rPr lang="en-AU" sz="1000" dirty="0"/>
              <a:t>[64] Z. Wang, J. Bao, W. Zhou, W. Wang, and H. Li, “</a:t>
            </a:r>
            <a:r>
              <a:rPr lang="en-AU" sz="1000" dirty="0" err="1"/>
              <a:t>AltFreezing</a:t>
            </a:r>
            <a:r>
              <a:rPr lang="en-AU" sz="1000" dirty="0"/>
              <a:t> for More General Video Face Forgery Detection,” in 2023 IEEE/CVF Conference on Computer Vision and Pattern Recognition (CVPR), Vancouver, BC, Canada: IEEE, Jun. 2023, pp. 4129–4138. </a:t>
            </a:r>
            <a:r>
              <a:rPr lang="en-AU" sz="1000" dirty="0" err="1"/>
              <a:t>doi</a:t>
            </a:r>
            <a:r>
              <a:rPr lang="en-AU" sz="1000" dirty="0"/>
              <a:t>: </a:t>
            </a:r>
            <a:r>
              <a:rPr lang="en-AU" sz="1000" dirty="0">
                <a:hlinkClick r:id="rId10"/>
              </a:rPr>
              <a:t>10.1109/CVPR52729.2023.00402</a:t>
            </a:r>
            <a:r>
              <a:rPr lang="en-AU" sz="1000" dirty="0"/>
              <a:t>.</a:t>
            </a:r>
            <a:br>
              <a:rPr lang="en-AU" sz="1000" dirty="0"/>
            </a:br>
            <a:r>
              <a:rPr lang="en-AU" sz="1000" dirty="0"/>
              <a:t>[65]</a:t>
            </a:r>
            <a:r>
              <a:rPr lang="en-AU" sz="1000" dirty="0">
                <a:hlinkClick r:id="rId11"/>
              </a:rPr>
              <a:t>https://csrc.nist.gov/pubs/sp/800/63/a/4/final</a:t>
            </a:r>
            <a:br>
              <a:rPr lang="en-AU" sz="1000" dirty="0"/>
            </a:br>
            <a:r>
              <a:rPr lang="en-AU" sz="1000" dirty="0"/>
              <a:t>[66] D. </a:t>
            </a:r>
            <a:r>
              <a:rPr lang="en-AU" sz="1000" dirty="0" err="1"/>
              <a:t>Temoshok</a:t>
            </a:r>
            <a:r>
              <a:rPr lang="en-AU" sz="1000" dirty="0"/>
              <a:t> et al., Digital Identity Guidelines: Identity Proofing and </a:t>
            </a:r>
            <a:r>
              <a:rPr lang="en-AU" sz="1000" dirty="0" err="1"/>
              <a:t>Enrollment</a:t>
            </a:r>
            <a:r>
              <a:rPr lang="en-AU" sz="1000" dirty="0"/>
              <a:t>, NIST SP 800-63A-4, Jul. 2025, sec. 3.14. [Online]. Available: </a:t>
            </a:r>
            <a:r>
              <a:rPr lang="en-AU" sz="1000" dirty="0">
                <a:hlinkClick r:id="rId11"/>
              </a:rPr>
              <a:t>https://csrc.nist.gov/pubs/sp/800/63/a/4/final</a:t>
            </a:r>
            <a:endParaRPr lang="en-AU" sz="1000" dirty="0"/>
          </a:p>
          <a:p>
            <a:endParaRPr lang="en-AU" sz="1000" dirty="0"/>
          </a:p>
        </p:txBody>
      </p:sp>
      <p:sp>
        <p:nvSpPr>
          <p:cNvPr id="8" name="Title 7">
            <a:extLst>
              <a:ext uri="{FF2B5EF4-FFF2-40B4-BE49-F238E27FC236}">
                <a16:creationId xmlns:a16="http://schemas.microsoft.com/office/drawing/2014/main" id="{FF37A0D6-8B77-9D74-1E45-B3C523AAF7E9}"/>
              </a:ext>
            </a:extLst>
          </p:cNvPr>
          <p:cNvSpPr>
            <a:spLocks noGrp="1"/>
          </p:cNvSpPr>
          <p:nvPr>
            <p:ph type="title"/>
          </p:nvPr>
        </p:nvSpPr>
        <p:spPr>
          <a:xfrm>
            <a:off x="119336" y="92075"/>
            <a:ext cx="10801350" cy="469056"/>
          </a:xfrm>
        </p:spPr>
        <p:txBody>
          <a:bodyPr/>
          <a:lstStyle/>
          <a:p>
            <a:r>
              <a:rPr lang="en-AU">
                <a:solidFill>
                  <a:schemeClr val="bg1"/>
                </a:solidFill>
              </a:rPr>
              <a:t>Reference</a:t>
            </a:r>
          </a:p>
        </p:txBody>
      </p:sp>
      <p:sp>
        <p:nvSpPr>
          <p:cNvPr id="13" name="Slide Number Placeholder 12">
            <a:extLst>
              <a:ext uri="{FF2B5EF4-FFF2-40B4-BE49-F238E27FC236}">
                <a16:creationId xmlns:a16="http://schemas.microsoft.com/office/drawing/2014/main" id="{20824B9A-E30A-7186-B2DC-C22912BD55FC}"/>
              </a:ext>
            </a:extLst>
          </p:cNvPr>
          <p:cNvSpPr>
            <a:spLocks noGrp="1"/>
          </p:cNvSpPr>
          <p:nvPr>
            <p:ph type="sldNum" sz="quarter" idx="18"/>
          </p:nvPr>
        </p:nvSpPr>
        <p:spPr/>
        <p:txBody>
          <a:bodyPr/>
          <a:lstStyle/>
          <a:p>
            <a:fld id="{E917DE0E-AFB1-41FD-BC35-27DB61CA125F}" type="slidenum">
              <a:rPr lang="en-AU" smtClean="0"/>
              <a:pPr/>
              <a:t>69</a:t>
            </a:fld>
            <a:endParaRPr lang="en-AU"/>
          </a:p>
        </p:txBody>
      </p:sp>
    </p:spTree>
    <p:extLst>
      <p:ext uri="{BB962C8B-B14F-4D97-AF65-F5344CB8AC3E}">
        <p14:creationId xmlns:p14="http://schemas.microsoft.com/office/powerpoint/2010/main" val="3828281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A4270-E748-472B-BDE1-634F1527DA2B}"/>
              </a:ext>
            </a:extLst>
          </p:cNvPr>
          <p:cNvSpPr>
            <a:spLocks noGrp="1"/>
          </p:cNvSpPr>
          <p:nvPr>
            <p:ph type="title"/>
          </p:nvPr>
        </p:nvSpPr>
        <p:spPr/>
        <p:txBody>
          <a:bodyPr/>
          <a:lstStyle/>
          <a:p>
            <a:r>
              <a:rPr lang="en-AU"/>
              <a:t>Thank you</a:t>
            </a:r>
          </a:p>
        </p:txBody>
      </p:sp>
      <p:sp>
        <p:nvSpPr>
          <p:cNvPr id="3" name="Text Placeholder 2">
            <a:extLst>
              <a:ext uri="{FF2B5EF4-FFF2-40B4-BE49-F238E27FC236}">
                <a16:creationId xmlns:a16="http://schemas.microsoft.com/office/drawing/2014/main" id="{B6BC4AF2-0344-4873-8B01-1BEF95B63D7D}"/>
              </a:ext>
            </a:extLst>
          </p:cNvPr>
          <p:cNvSpPr>
            <a:spLocks noGrp="1"/>
          </p:cNvSpPr>
          <p:nvPr>
            <p:ph type="body" sz="quarter" idx="10"/>
          </p:nvPr>
        </p:nvSpPr>
        <p:spPr/>
        <p:txBody>
          <a:bodyPr/>
          <a:lstStyle/>
          <a:p>
            <a:r>
              <a:rPr lang="en-AU" dirty="0"/>
              <a:t>Prof Ryan Ko | Dr Hetong Jiang</a:t>
            </a:r>
          </a:p>
          <a:p>
            <a:r>
              <a:rPr lang="en-AU" dirty="0"/>
              <a:t>UQ Cyber Research Centre</a:t>
            </a:r>
          </a:p>
          <a:p>
            <a:r>
              <a:rPr lang="en-AU" dirty="0" err="1"/>
              <a:t>ryan.ko@uq.edu.au</a:t>
            </a:r>
            <a:endParaRPr lang="en-AU" dirty="0"/>
          </a:p>
          <a:p>
            <a:r>
              <a:rPr lang="en-AU" dirty="0" err="1"/>
              <a:t>hetong.jiang@uq.edu.au</a:t>
            </a:r>
            <a:endParaRPr lang="en-AU" dirty="0"/>
          </a:p>
        </p:txBody>
      </p:sp>
    </p:spTree>
    <p:extLst>
      <p:ext uri="{BB962C8B-B14F-4D97-AF65-F5344CB8AC3E}">
        <p14:creationId xmlns:p14="http://schemas.microsoft.com/office/powerpoint/2010/main" val="271206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EVENT_SECTION_UUID" val="f1409dcc-b0a2-4378-a936-50098d92f82e"/>
  <p:tag name="SLIDO_EVENT_UUID" val="208e869a-308b-417c-884f-727519d65f4e"/>
  <p:tag name="SLIDO_PRESENTATION_ID" val="88704b0a-dc99-49d1-904c-701c01f6aebf"/>
</p:tagLst>
</file>

<file path=ppt/theme/theme1.xml><?xml version="1.0" encoding="utf-8"?>
<a:theme xmlns:a="http://schemas.openxmlformats.org/drawingml/2006/main" name="University of Queensland">
  <a:themeElements>
    <a:clrScheme name="UQ">
      <a:dk1>
        <a:sysClr val="windowText" lastClr="000000"/>
      </a:dk1>
      <a:lt1>
        <a:sysClr val="window" lastClr="FFFFFF"/>
      </a:lt1>
      <a:dk2>
        <a:srgbClr val="44546A"/>
      </a:dk2>
      <a:lt2>
        <a:srgbClr val="E7E6E6"/>
      </a:lt2>
      <a:accent1>
        <a:srgbClr val="51247A"/>
      </a:accent1>
      <a:accent2>
        <a:srgbClr val="E62645"/>
      </a:accent2>
      <a:accent3>
        <a:srgbClr val="00A2C7"/>
      </a:accent3>
      <a:accent4>
        <a:srgbClr val="EB602B"/>
      </a:accent4>
      <a:accent5>
        <a:srgbClr val="4085C6"/>
      </a:accent5>
      <a:accent6>
        <a:srgbClr val="2EA836"/>
      </a:accent6>
      <a:hlink>
        <a:srgbClr val="51247A"/>
      </a:hlink>
      <a:folHlink>
        <a:srgbClr val="51247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0</TotalTime>
  <Words>10938</Words>
  <Application>Microsoft Macintosh PowerPoint</Application>
  <PresentationFormat>Widescreen</PresentationFormat>
  <Paragraphs>968</Paragraphs>
  <Slides>70</Slides>
  <Notes>65</Notes>
  <HiddenSlides>0</HiddenSlides>
  <MMClips>5</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Aptos Narrow</vt:lpstr>
      <vt:lpstr>Arial</vt:lpstr>
      <vt:lpstr>Calibri</vt:lpstr>
      <vt:lpstr>Inconsolata</vt:lpstr>
      <vt:lpstr>Lucida Console</vt:lpstr>
      <vt:lpstr>Wingdings</vt:lpstr>
      <vt:lpstr>University of Queensland</vt:lpstr>
      <vt:lpstr>Important Trends in Deepfake  Generation, Detection and Prevention</vt:lpstr>
      <vt:lpstr>UQ Cyber Research Centre  An Interdisciplinary Research Centre of 70+ academics and their respective groups/labs (100+ PhDs) across UQ.</vt:lpstr>
      <vt:lpstr>UQ Cyber Achievements </vt:lpstr>
      <vt:lpstr>We will use Slido for interactive slides, please visit this site with your devices: </vt:lpstr>
      <vt:lpstr>PowerPoint Presentation</vt:lpstr>
      <vt:lpstr>PowerPoint Presentation</vt:lpstr>
      <vt:lpstr>PowerPoint Presentation</vt:lpstr>
      <vt:lpstr>Deepfake: Counterfeiting in the Digital World</vt:lpstr>
      <vt:lpstr>PowerPoint Presentation</vt:lpstr>
      <vt:lpstr>State-of-the-art Deepfake Generation</vt:lpstr>
      <vt:lpstr>A Brief Timeline to Deepfake and AIGC (AI Generated Content)</vt:lpstr>
      <vt:lpstr>PowerPoint Presentation</vt:lpstr>
      <vt:lpstr>PowerPoint Presentation</vt:lpstr>
      <vt:lpstr>PowerPoint Presentation</vt:lpstr>
      <vt:lpstr>Situations Where Deepfakes are Used (Non-Exhaustive)</vt:lpstr>
      <vt:lpstr>State-of-the-art Deepfake Generation</vt:lpstr>
      <vt:lpstr>Faking Audio</vt:lpstr>
      <vt:lpstr>Spectrum of Audio Deepfakes</vt:lpstr>
      <vt:lpstr>State-of-the-art Deepfake Generation</vt:lpstr>
      <vt:lpstr>Image Deepfakes  Current Approaches </vt:lpstr>
      <vt:lpstr>State-of-the-art Deepfake Generation</vt:lpstr>
      <vt:lpstr>Video Deepfakes  Current Approaches</vt:lpstr>
      <vt:lpstr>PowerPoint Presentation</vt:lpstr>
      <vt:lpstr>PowerPoint Presentation</vt:lpstr>
      <vt:lpstr>State-of-the-art Deepfake Defence</vt:lpstr>
      <vt:lpstr>Background: r-Selection and K-Selection</vt:lpstr>
      <vt:lpstr>Our Vision: An End-to-End Defensive Pathway</vt:lpstr>
      <vt:lpstr>Defensive Source Enhancement</vt:lpstr>
      <vt:lpstr>Our Vision: An End-to-End Defensive Pathway</vt:lpstr>
      <vt:lpstr>Authenticity Proof  Provenance</vt:lpstr>
      <vt:lpstr>Authenticity Proof via Digital Data Provenance</vt:lpstr>
      <vt:lpstr>Authenticity Proof: C2PA</vt:lpstr>
      <vt:lpstr>Authenticity Proof via Digital Data Provenance</vt:lpstr>
      <vt:lpstr>Authenticity Proof  JPEG Trust</vt:lpstr>
      <vt:lpstr>Authenticity Proof  Watermarking Methods</vt:lpstr>
      <vt:lpstr>Our Vision: An End-to-End Defensive Pathway</vt:lpstr>
      <vt:lpstr>Common Types of Detection Techniques</vt:lpstr>
      <vt:lpstr>Detection  Common Types of Detections</vt:lpstr>
      <vt:lpstr>Detection  Common Types of Detections</vt:lpstr>
      <vt:lpstr>Detection  Common Types of Detections</vt:lpstr>
      <vt:lpstr>Detection  Common Types of Detections</vt:lpstr>
      <vt:lpstr>Detection  Common Types of Detections</vt:lpstr>
      <vt:lpstr>Detection  Common Types of Detections</vt:lpstr>
      <vt:lpstr>Our Vision: An End-to-End Defensive Pathway</vt:lpstr>
      <vt:lpstr>Detection  Raise Public Awareness</vt:lpstr>
      <vt:lpstr>PowerPoint Presentation</vt:lpstr>
      <vt:lpstr> Dr Hetong Jiang:  Our Current Research and Future Work</vt:lpstr>
      <vt:lpstr>Our Vision: An End-to-End Defensive Pathway</vt:lpstr>
      <vt:lpstr>Defence  Example: Apple Reference Image</vt:lpstr>
      <vt:lpstr>Our Research</vt:lpstr>
      <vt:lpstr>PowerPoint Presentation</vt:lpstr>
      <vt:lpstr>OS Provenance  What we can provide</vt:lpstr>
      <vt:lpstr>OS Provenance  how does it work</vt:lpstr>
      <vt:lpstr>OS Provenance</vt:lpstr>
      <vt:lpstr>AI Telemetry</vt:lpstr>
      <vt:lpstr>AI Telemetry</vt:lpstr>
      <vt:lpstr>PowerPoint Presentation</vt:lpstr>
      <vt:lpstr>Potential Research Projects</vt:lpstr>
      <vt:lpstr>PowerPoint Presentation</vt:lpstr>
      <vt:lpstr>Collaboration</vt:lpstr>
      <vt:lpstr>Collaboration</vt:lpstr>
      <vt:lpstr>PowerPoint Presentation</vt:lpstr>
      <vt:lpstr>Hands-on Session</vt:lpstr>
      <vt:lpstr>Hands-on Session</vt:lpstr>
      <vt:lpstr>Summary  State-of-the-art</vt:lpstr>
      <vt:lpstr>Acknowledgements</vt:lpstr>
      <vt:lpstr>Reference</vt:lpstr>
      <vt:lpstr>Reference</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Hetong Jiang</cp:lastModifiedBy>
  <cp:revision>2</cp:revision>
  <dcterms:created xsi:type="dcterms:W3CDTF">2018-09-28T01:38:30Z</dcterms:created>
  <dcterms:modified xsi:type="dcterms:W3CDTF">2026-10-20T00:53:42Z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2026-08-12T04:37:10Z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ea9b5d3d-4568-48c6-a634-1488944d618e</vt:lpwstr>
  </property>
  <property fmtid="{D5CDD505-2E9C-101B-9397-08002B2CF9AE}" pid="8" name="MSIP_Label_0f488380-630a-4f55-a077-a19445e3f360_ContentBits">
    <vt:lpwstr>0</vt:lpwstr>
  </property>
  <property fmtid="{D5CDD505-2E9C-101B-9397-08002B2CF9AE}" pid="9" name="MSIP_Label_0f488380-630a-4f55-a077-a19445e3f360_Tag">
    <vt:lpwstr>50, 3, 0, 1</vt:lpwstr>
  </property>
</Properties>
</file>